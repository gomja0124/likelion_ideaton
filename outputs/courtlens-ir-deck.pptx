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d3ddfd78b54706" /><Relationship Type="http://schemas.openxmlformats.org/officeDocument/2006/relationships/extended-properties" Target="/docProps/app.xml" Id="Rfd16f0d28ea04e87" /><Relationship Type="http://schemas.openxmlformats.org/officeDocument/2006/relationships/officeDocument" Target="/ppt/presentation.xml" Id="R067c141ff52b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cdfa2ba0764247"/>
    <p:sldMasterId xmlns:r="http://schemas.openxmlformats.org/officeDocument/2006/relationships" id="2147483678" r:id="R5b28b57efacc40aa"/>
  </p:sldMasterIdLst>
  <p:notesMasterIdLst>
    <p:notesMasterId xmlns:r="http://schemas.openxmlformats.org/officeDocument/2006/relationships" r:id="R7e0ff004fa644e64"/>
  </p:notesMasterIdLst>
  <p:sldIdLst>
    <p:sldId xmlns:r="http://schemas.openxmlformats.org/officeDocument/2006/relationships" id="256" r:id="R7e1ee1272b794901"/>
    <p:sldId xmlns:r="http://schemas.openxmlformats.org/officeDocument/2006/relationships" id="257" r:id="R778d342fe8d44eec"/>
    <p:sldId xmlns:r="http://schemas.openxmlformats.org/officeDocument/2006/relationships" id="258" r:id="R5651c6e37736489a"/>
    <p:sldId xmlns:r="http://schemas.openxmlformats.org/officeDocument/2006/relationships" id="259" r:id="R051a9de53ab74643"/>
    <p:sldId xmlns:r="http://schemas.openxmlformats.org/officeDocument/2006/relationships" id="260" r:id="Rb1da48139c634a11"/>
    <p:sldId xmlns:r="http://schemas.openxmlformats.org/officeDocument/2006/relationships" id="261" r:id="R0da65d79454d47ee"/>
    <p:sldId xmlns:r="http://schemas.openxmlformats.org/officeDocument/2006/relationships" id="262" r:id="R50a8355204aa4119"/>
    <p:sldId xmlns:r="http://schemas.openxmlformats.org/officeDocument/2006/relationships" id="263" r:id="R3a3c64370353448a"/>
    <p:sldId xmlns:r="http://schemas.openxmlformats.org/officeDocument/2006/relationships" id="264" r:id="Ra1cc5eb64276488c"/>
    <p:sldId xmlns:r="http://schemas.openxmlformats.org/officeDocument/2006/relationships" id="265" r:id="R967a900d3e854cca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44AF41CA-1EB3-4AD5-9CCC-BD4EA73E9B7C}">
  <a:tblStyle styleId="{44AF41CA-1EB3-4AD5-9CCC-BD4EA73E9B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87094fa6db4cfc" /><Relationship Type="http://schemas.openxmlformats.org/officeDocument/2006/relationships/slideMaster" Target="/ppt/slideMasters/slideMaster1.xml" Id="R0dcdfa2ba0764247" /><Relationship Type="http://schemas.openxmlformats.org/officeDocument/2006/relationships/slideMaster" Target="/ppt/slideMasters/slideMaster2.xml" Id="R5b28b57efacc40aa" /><Relationship Type="http://schemas.openxmlformats.org/officeDocument/2006/relationships/notesMaster" Target="/ppt/notesMasters/notesMaster1.xml" Id="R7e0ff004fa644e64" /><Relationship Type="http://schemas.openxmlformats.org/officeDocument/2006/relationships/presProps" Target="/ppt/presProps.xml" Id="Rccafd3b2daec4de9" /><Relationship Type="http://schemas.openxmlformats.org/officeDocument/2006/relationships/tableStyles" Target="/ppt/tableStyles.xml" Id="Rfd460f9a44c44133" /><Relationship Type="http://schemas.openxmlformats.org/officeDocument/2006/relationships/slide" Target="/ppt/slides/slide1.xml" Id="R7e1ee1272b794901" /><Relationship Type="http://schemas.openxmlformats.org/officeDocument/2006/relationships/slide" Target="/ppt/slides/slide2.xml" Id="R778d342fe8d44eec" /><Relationship Type="http://schemas.openxmlformats.org/officeDocument/2006/relationships/slide" Target="/ppt/slides/slide3.xml" Id="R5651c6e37736489a" /><Relationship Type="http://schemas.openxmlformats.org/officeDocument/2006/relationships/slide" Target="/ppt/slides/slide4.xml" Id="R051a9de53ab74643" /><Relationship Type="http://schemas.openxmlformats.org/officeDocument/2006/relationships/slide" Target="/ppt/slides/slide5.xml" Id="Rb1da48139c634a11" /><Relationship Type="http://schemas.openxmlformats.org/officeDocument/2006/relationships/slide" Target="/ppt/slides/slide6.xml" Id="R0da65d79454d47ee" /><Relationship Type="http://schemas.openxmlformats.org/officeDocument/2006/relationships/slide" Target="/ppt/slides/slide7.xml" Id="R50a8355204aa4119" /><Relationship Type="http://schemas.openxmlformats.org/officeDocument/2006/relationships/slide" Target="/ppt/slides/slide8.xml" Id="R3a3c64370353448a" /><Relationship Type="http://schemas.openxmlformats.org/officeDocument/2006/relationships/slide" Target="/ppt/slides/slide9.xml" Id="Ra1cc5eb64276488c" /><Relationship Type="http://schemas.openxmlformats.org/officeDocument/2006/relationships/slide" Target="/ppt/slides/slide10.xml" Id="R967a900d3e854c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f05b32ec2f84b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Basketball Training Center by Slidesgo">
  <a:themeElements>
    <a:clrScheme name="Simple Light">
      <a:dk1>
        <a:srgbClr val="9C2A29"/>
      </a:dk1>
      <a:lt1>
        <a:srgbClr val="EAD1B5"/>
      </a:lt1>
      <a:dk2>
        <a:srgbClr val="DE8558"/>
      </a:dk2>
      <a:lt2>
        <a:srgbClr val="EBAB8A"/>
      </a:lt2>
      <a:accent1>
        <a:srgbClr val="19191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C2A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8595f929a94cb8" /><Relationship Type="http://schemas.openxmlformats.org/officeDocument/2006/relationships/notesMaster" Target="/ppt/notesMasters/notesMaster1.xml" Id="R9cc7cc7255f446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d868886d74bcd" /><Relationship Type="http://schemas.openxmlformats.org/officeDocument/2006/relationships/notesMaster" Target="/ppt/notesMasters/notesMaster1.xml" Id="R963d7854c6c040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76c09089994745" /><Relationship Type="http://schemas.openxmlformats.org/officeDocument/2006/relationships/notesMaster" Target="/ppt/notesMasters/notesMaster1.xml" Id="R75817ca4ab7240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90e6a582a4424e" /><Relationship Type="http://schemas.openxmlformats.org/officeDocument/2006/relationships/notesMaster" Target="/ppt/notesMasters/notesMaster1.xml" Id="R1b97de9d4dba40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f4cd92225a4b98" /><Relationship Type="http://schemas.openxmlformats.org/officeDocument/2006/relationships/notesMaster" Target="/ppt/notesMasters/notesMaster1.xml" Id="R48f0f389f5c542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4447061f874343" /><Relationship Type="http://schemas.openxmlformats.org/officeDocument/2006/relationships/notesMaster" Target="/ppt/notesMasters/notesMaster1.xml" Id="R0921aafc361048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10a1fc34304aaf" /><Relationship Type="http://schemas.openxmlformats.org/officeDocument/2006/relationships/notesMaster" Target="/ppt/notesMasters/notesMaster1.xml" Id="R7c06ceb4548f4b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7f17f57f64b15" /><Relationship Type="http://schemas.openxmlformats.org/officeDocument/2006/relationships/notesMaster" Target="/ppt/notesMasters/notesMaster1.xml" Id="Rfc3227a672734c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f8fa779c5c41d8" /><Relationship Type="http://schemas.openxmlformats.org/officeDocument/2006/relationships/notesMaster" Target="/ppt/notesMasters/notesMaster1.xml" Id="R481b46c41e0b4c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3e49662f443f4" /><Relationship Type="http://schemas.openxmlformats.org/officeDocument/2006/relationships/notesMaster" Target="/ppt/notesMasters/notesMaster1.xml" Id="R42a327f43f3b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오늘 제안하는 서비스는 코트렌즈입니다. AI로 스포츠 진입장벽을 낮춰 팬은 농구를 더 재밌게 보고, 구단은 팬을 더 오래 붙잡는 팬덤 앱입니다.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프로농구는 재미없는 스포츠가 아닙니다. 문제는 재미를 알기까지 장벽이 높다는 점입니다. 팬은 장면을 놓치고, 구단은 팬의 관심을 수익으로 전환하기 어렵습니다.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팬이 원하는 건 단순 기록이 아닙니다. 내 선수의 장면, 그 장면이 왜 좋은지, 그리고 다음에 무엇을 보면 되는지입니다.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코트렌즈는 네 가지 기능으로 이 문제를 풉니다. 내하이라이트, 작전판AI, 입덕패스, 직관메이트가 하나의 팬 여정을 만듭니다.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사용자는 좋아하는 선수를 팔로우합니다. 경기 후에는 선수별 하이라이트가 뜨고, 장면을 누르면 왜 좋은 플레이였는지 전술 설명이 나옵니다.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구단에게 파는 것은 앱이 아니라 팬 유지와 수익 전환 도구입니다. 콘텐츠 제작 비용을 줄이고, 팬 반응 데이터를 티켓과 굿즈 매출로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팬에게는 무료로 진입시키고, 깊게 보는 팬에게 팬패스를 제공합니다. 동시에 티켓, 굿즈, 스폰서, 데이터로 팬덤 수익화를 확장합니다.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처음부터 영상만 보고 모든 전술을 맞히겠다고 하지 않습니다. MVP는 경기 기록과 영상 시간을 동기화해 선수별 장면을 잘라내고, LLM이 해설을 붙입니다.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리스크도 분명합니다. 영상 권리는 제휴로 풀고, 기술은 기록 기반 MVP에서 시작합니다. 이후 등번호 인식, 선수 추적, 플레이 유형 분류로 고도화합니다.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코트렌즈는 KBL에서 시작하지만, 장기적으로는 축구, 배구, 야구 등 모든 스포츠 팬덤에 적용할 수 있는 AI 팬 인게이지먼트 플랫폼입니다.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e73733edb48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644c1fce842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96647805444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43d4ecbc14f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67b4e65ae46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b4e0c705945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28d92c5144e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021af48424a3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eb0d0417441f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f45e097f94a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4e8fa7d4c4c2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24f231d8640c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383e60856454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d35a32cfd486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ab07fb9e04ae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fd15964fd420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887f87f31437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d2b1e1ee14f3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f1fdf4ced411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3bc6418b74b5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59dddd8ca41c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d29151e7d4ae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cdbbe0c2b4e1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ea976ccca4ec8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de66c6d704a4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e09b66a4042c2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569d5108746f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ee1e12ac04c9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b5f72bf764c2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ba532e704a4c8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d3f82c83894be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39BAF27F-5A9A-4F53-A3D6-CDE382844C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94850" y="734838"/>
            <a:ext cx="4258200" cy="3105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6500" b="0">
                <a:latin typeface="Calistoga"/>
                <a:ea typeface="Calistoga"/>
                <a:cs typeface="Calistog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 xmlns:a="http://schemas.openxmlformats.org/drawingml/2006/main"/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71522E9-1740-4F80-804D-4D5F641E54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94850" y="3840750"/>
            <a:ext cx="4258200" cy="469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B38884D-7192-41D4-BB9E-C6F8A046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775" y="-114239"/>
            <a:ext cx="5938910" cy="5791090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9D89A456-ECF3-4FBE-A4AC-088FA97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330175" y="-3352626"/>
            <a:ext cx="5792347" cy="5648175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C735AE2C-8E5F-400B-822D-BC181AF0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00" y="958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1858320B-E638-4814-8D0E-7A16D9FD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475" y="495122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C98BD4F5-6B18-4D7E-9BF0-18AF1887D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4150" y="1974950"/>
            <a:ext cx="4894500" cy="17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5A6D894F-F6EE-4EFB-ACF7-0BFCCF8971E0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1134150" y="820625"/>
            <a:ext cx="1194000" cy="11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1D305B3C-BA11-441E-B607-67F9E3CD02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34150" y="3839350"/>
            <a:ext cx="5499000" cy="435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7" name="Google Shape;37;p3">
            <a:extLst xmlns:a="http://schemas.openxmlformats.org/drawingml/2006/main">
              <a:ext uri="{FF2B5EF4-FFF2-40B4-BE49-F238E27FC236}">
                <a16:creationId xmlns:a16="http://schemas.microsoft.com/office/drawing/2014/main" id="{901569D4-A352-4ABB-934A-AEAB3F5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112" y="-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4E6EA3EA-6102-48E1-BACB-4CC5959E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3701" y="3526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61BEFD1D-7EBB-4414-879E-64EEA80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824" y="47426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" name="Google Shape;40;p3">
            <a:extLst xmlns:a="http://schemas.openxmlformats.org/drawingml/2006/main">
              <a:ext uri="{FF2B5EF4-FFF2-40B4-BE49-F238E27FC236}">
                <a16:creationId xmlns:a16="http://schemas.microsoft.com/office/drawing/2014/main" id="{A9A2F1AA-B92B-4E18-A954-AEC08219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2776" y="47426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4">
            <a:extLst xmlns:a="http://schemas.openxmlformats.org/drawingml/2006/main">
              <a:ext uri="{FF2B5EF4-FFF2-40B4-BE49-F238E27FC236}">
                <a16:creationId xmlns:a16="http://schemas.microsoft.com/office/drawing/2014/main" id="{50C763DF-ADE4-451D-BFF5-6181AA232B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4">
            <a:extLst xmlns:a="http://schemas.openxmlformats.org/drawingml/2006/main">
              <a:ext uri="{FF2B5EF4-FFF2-40B4-BE49-F238E27FC236}">
                <a16:creationId xmlns:a16="http://schemas.microsoft.com/office/drawing/2014/main" id="{DE413882-F6E1-4CE1-9DF9-A19E8BC21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106575"/>
            <a:ext cx="7704000" cy="4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accent1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har char="■"/>
              <a:defRPr/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har char="●"/>
              <a:defRPr/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har char="○"/>
              <a:defRPr/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har char="■"/>
              <a:defRPr/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har char="●"/>
              <a:defRPr/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har char="○"/>
              <a:defRPr/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2" name="Google Shape;62;p4">
            <a:extLst xmlns:a="http://schemas.openxmlformats.org/drawingml/2006/main">
              <a:ext uri="{FF2B5EF4-FFF2-40B4-BE49-F238E27FC236}">
                <a16:creationId xmlns:a16="http://schemas.microsoft.com/office/drawing/2014/main" id="{9EF55659-A011-4520-A485-0A1B597A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75" y="-1057107"/>
            <a:ext cx="7267707" cy="708681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3" name="Google Shape;63;p4">
            <a:extLst xmlns:a="http://schemas.openxmlformats.org/drawingml/2006/main">
              <a:ext uri="{FF2B5EF4-FFF2-40B4-BE49-F238E27FC236}">
                <a16:creationId xmlns:a16="http://schemas.microsoft.com/office/drawing/2014/main" id="{4963F3F1-EEA7-4BB5-B7B0-3B41849B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72326" y="437220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" name="Google Shape;64;p4">
            <a:extLst xmlns:a="http://schemas.openxmlformats.org/drawingml/2006/main">
              <a:ext uri="{FF2B5EF4-FFF2-40B4-BE49-F238E27FC236}">
                <a16:creationId xmlns:a16="http://schemas.microsoft.com/office/drawing/2014/main" id="{22EE75FD-96FF-4073-915C-D4C6993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71974" y="6905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4A42ED46-54B5-43B7-A283-F07DECED5E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4494D954-25B9-46BC-90EE-97C6A9A7E2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81096" y="2667050"/>
            <a:ext cx="3077100" cy="122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6DE5C34A-7036-4CF6-9C0F-8B1AB4F5FF1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85802" y="2667050"/>
            <a:ext cx="3077100" cy="122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BD5CD980-32D0-4FC9-B0F6-C2243D70D38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981095" y="2389550"/>
            <a:ext cx="30771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E78CA6AC-5554-46AB-BAF2-9391C7EBA8B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085805" y="2389550"/>
            <a:ext cx="30771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23728047-502C-4005-BF4D-DC783E91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18137" y="-291465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C2BA5709-FE53-48E7-B0F5-0A54592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212" y="1533524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A6BDACA0-C125-4B56-93DD-176CE233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72326" y="37816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ACCD0836-8376-4192-A7D4-72B62410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974" y="38578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6">
            <a:extLst xmlns:a="http://schemas.openxmlformats.org/drawingml/2006/main">
              <a:ext uri="{FF2B5EF4-FFF2-40B4-BE49-F238E27FC236}">
                <a16:creationId xmlns:a16="http://schemas.microsoft.com/office/drawing/2014/main" id="{C7355852-C0E9-48D6-95A5-20E77017BD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E371F491-7E2D-4242-A532-CC444D8A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72326" y="9717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6" name="Google Shape;126;p6">
            <a:extLst xmlns:a="http://schemas.openxmlformats.org/drawingml/2006/main">
              <a:ext uri="{FF2B5EF4-FFF2-40B4-BE49-F238E27FC236}">
                <a16:creationId xmlns:a16="http://schemas.microsoft.com/office/drawing/2014/main" id="{9213586C-1867-4FD2-94A3-A53545E3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362" y="47055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5" name="Google Shape;145;p6">
            <a:extLst xmlns:a="http://schemas.openxmlformats.org/drawingml/2006/main">
              <a:ext uri="{FF2B5EF4-FFF2-40B4-BE49-F238E27FC236}">
                <a16:creationId xmlns:a16="http://schemas.microsoft.com/office/drawing/2014/main" id="{A5D629CB-9186-4DA6-A283-3D3BED3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38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E2E0452C-6DC1-4A5F-9D9F-0B0B322AE0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688375" y="1905750"/>
            <a:ext cx="3397800" cy="198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60C7C276-09A1-4759-9559-3DFA3C95A2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57900" y="1905750"/>
            <a:ext cx="3397800" cy="198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D18477CB-DA6D-4632-9E95-950A9C62F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8170C24B-25A2-43D8-9EA6-DA35A76D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38" y="-49900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8">
            <a:extLst xmlns:a="http://schemas.openxmlformats.org/drawingml/2006/main">
              <a:ext uri="{FF2B5EF4-FFF2-40B4-BE49-F238E27FC236}">
                <a16:creationId xmlns:a16="http://schemas.microsoft.com/office/drawing/2014/main" id="{1C36EC25-9992-44D9-9CA3-2F7B38BF8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90000" y="1307100"/>
            <a:ext cx="53640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71" name="Google Shape;171;p8">
            <a:extLst xmlns:a="http://schemas.openxmlformats.org/drawingml/2006/main">
              <a:ext uri="{FF2B5EF4-FFF2-40B4-BE49-F238E27FC236}">
                <a16:creationId xmlns:a16="http://schemas.microsoft.com/office/drawing/2014/main" id="{FECC7F1F-A429-4B2C-BB8F-220DD03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7050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p8">
            <a:extLst xmlns:a="http://schemas.openxmlformats.org/drawingml/2006/main">
              <a:ext uri="{FF2B5EF4-FFF2-40B4-BE49-F238E27FC236}">
                <a16:creationId xmlns:a16="http://schemas.microsoft.com/office/drawing/2014/main" id="{CE8BC605-F6DC-4763-A4F9-1130755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912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Google Shape;198;p9">
            <a:extLst xmlns:a="http://schemas.openxmlformats.org/drawingml/2006/main">
              <a:ext uri="{FF2B5EF4-FFF2-40B4-BE49-F238E27FC236}">
                <a16:creationId xmlns:a16="http://schemas.microsoft.com/office/drawing/2014/main" id="{C8DBA10D-B138-45BC-8B17-6CBADE8C6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1250" y="539499"/>
            <a:ext cx="4336200" cy="12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9" name="Google Shape;199;p9">
            <a:extLst xmlns:a="http://schemas.openxmlformats.org/drawingml/2006/main">
              <a:ext uri="{FF2B5EF4-FFF2-40B4-BE49-F238E27FC236}">
                <a16:creationId xmlns:a16="http://schemas.microsoft.com/office/drawing/2014/main" id="{83B0A6DA-FF18-40F1-B606-1160B90F47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41250" y="2130400"/>
            <a:ext cx="4806000" cy="23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6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0" name="Google Shape;200;p9">
            <a:extLst xmlns:a="http://schemas.openxmlformats.org/drawingml/2006/main">
              <a:ext uri="{FF2B5EF4-FFF2-40B4-BE49-F238E27FC236}">
                <a16:creationId xmlns:a16="http://schemas.microsoft.com/office/drawing/2014/main" id="{B15F5331-884B-491E-82EC-6A68D43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700" y="-53340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" name="Google Shape;201;p9">
            <a:extLst xmlns:a="http://schemas.openxmlformats.org/drawingml/2006/main">
              <a:ext uri="{FF2B5EF4-FFF2-40B4-BE49-F238E27FC236}">
                <a16:creationId xmlns:a16="http://schemas.microsoft.com/office/drawing/2014/main" id="{81E7AC3F-02E6-4BDB-9C94-D00DE2FD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276" y="48114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" name="Google Shape;202;p9">
            <a:extLst xmlns:a="http://schemas.openxmlformats.org/drawingml/2006/main">
              <a:ext uri="{FF2B5EF4-FFF2-40B4-BE49-F238E27FC236}">
                <a16:creationId xmlns:a16="http://schemas.microsoft.com/office/drawing/2014/main" id="{024F21D9-88F1-429B-98AC-CB48468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70112" y="655817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Google Shape;222;p10">
            <a:extLst xmlns:a="http://schemas.openxmlformats.org/drawingml/2006/main">
              <a:ext uri="{FF2B5EF4-FFF2-40B4-BE49-F238E27FC236}">
                <a16:creationId xmlns:a16="http://schemas.microsoft.com/office/drawing/2014/main" id="{2521CAE4-43BC-4F51-AC74-1FDDA2F7132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-75" y="-15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23" name="Google Shape;223;p10">
            <a:extLst xmlns:a="http://schemas.openxmlformats.org/drawingml/2006/main">
              <a:ext uri="{FF2B5EF4-FFF2-40B4-BE49-F238E27FC236}">
                <a16:creationId xmlns:a16="http://schemas.microsoft.com/office/drawing/2014/main" id="{E8A91894-8958-4586-830C-482767103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350" y="3991400"/>
            <a:ext cx="6117300" cy="480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Google Shape;225;p11">
            <a:extLst xmlns:a="http://schemas.openxmlformats.org/drawingml/2006/main">
              <a:ext uri="{FF2B5EF4-FFF2-40B4-BE49-F238E27FC236}">
                <a16:creationId xmlns:a16="http://schemas.microsoft.com/office/drawing/2014/main" id="{D3668FEE-B542-4636-BA4E-75BC285097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008050" y="1483625"/>
            <a:ext cx="5127900" cy="149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26" name="Google Shape;226;p11">
            <a:extLst xmlns:a="http://schemas.openxmlformats.org/drawingml/2006/main">
              <a:ext uri="{FF2B5EF4-FFF2-40B4-BE49-F238E27FC236}">
                <a16:creationId xmlns:a16="http://schemas.microsoft.com/office/drawing/2014/main" id="{C8DD0BBA-EAFC-45D4-8DFC-0AEA3FBBB7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8050" y="2829650"/>
            <a:ext cx="5127900" cy="497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227" name="Google Shape;227;p11">
            <a:extLst xmlns:a="http://schemas.openxmlformats.org/drawingml/2006/main">
              <a:ext uri="{FF2B5EF4-FFF2-40B4-BE49-F238E27FC236}">
                <a16:creationId xmlns:a16="http://schemas.microsoft.com/office/drawing/2014/main" id="{7C9C381B-6B83-475C-9377-32288C09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-382075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" name="Google Shape;228;p11">
            <a:extLst xmlns:a="http://schemas.openxmlformats.org/drawingml/2006/main">
              <a:ext uri="{FF2B5EF4-FFF2-40B4-BE49-F238E27FC236}">
                <a16:creationId xmlns:a16="http://schemas.microsoft.com/office/drawing/2014/main" id="{99F01D38-E5AF-4389-8B0D-932F8B4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2798599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" name="Google Shape;229;p11">
            <a:extLst xmlns:a="http://schemas.openxmlformats.org/drawingml/2006/main">
              <a:ext uri="{FF2B5EF4-FFF2-40B4-BE49-F238E27FC236}">
                <a16:creationId xmlns:a16="http://schemas.microsoft.com/office/drawing/2014/main" id="{C64E7440-4D24-438B-AE86-3FD5AC0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855226" y="259402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0" name="Google Shape;230;p11">
            <a:extLst xmlns:a="http://schemas.openxmlformats.org/drawingml/2006/main">
              <a:ext uri="{FF2B5EF4-FFF2-40B4-BE49-F238E27FC236}">
                <a16:creationId xmlns:a16="http://schemas.microsoft.com/office/drawing/2014/main" id="{46E4AF32-F277-46AE-987E-FD137F93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41149" y="26445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matchingName="Table of contents">
  <p:cSld name="BLANK_1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Google Shape;245;p13">
            <a:extLst xmlns:a="http://schemas.openxmlformats.org/drawingml/2006/main">
              <a:ext uri="{FF2B5EF4-FFF2-40B4-BE49-F238E27FC236}">
                <a16:creationId xmlns:a16="http://schemas.microsoft.com/office/drawing/2014/main" id="{BE068885-BC08-4B71-828C-1BAC7A3569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46" name="Google Shape;246;p13">
            <a:extLst xmlns:a="http://schemas.openxmlformats.org/drawingml/2006/main">
              <a:ext uri="{FF2B5EF4-FFF2-40B4-BE49-F238E27FC236}">
                <a16:creationId xmlns:a16="http://schemas.microsoft.com/office/drawing/2014/main" id="{91437410-60E2-46A1-88EF-C505AE616F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0062" y="2220774"/>
            <a:ext cx="24417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47" name="Google Shape;247;p13">
            <a:extLst xmlns:a="http://schemas.openxmlformats.org/drawingml/2006/main">
              <a:ext uri="{FF2B5EF4-FFF2-40B4-BE49-F238E27FC236}">
                <a16:creationId xmlns:a16="http://schemas.microsoft.com/office/drawing/2014/main" id="{D90A79EA-7116-4D87-86C8-F9C211F5B58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710062" y="4030426"/>
            <a:ext cx="24417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48" name="Google Shape;248;p13">
            <a:extLst xmlns:a="http://schemas.openxmlformats.org/drawingml/2006/main">
              <a:ext uri="{FF2B5EF4-FFF2-40B4-BE49-F238E27FC236}">
                <a16:creationId xmlns:a16="http://schemas.microsoft.com/office/drawing/2014/main" id="{3AB635C7-92E0-4386-AA67-2BFAB5BD86C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665962" y="4030400"/>
            <a:ext cx="24417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49" name="Google Shape;249;p13">
            <a:extLst xmlns:a="http://schemas.openxmlformats.org/drawingml/2006/main">
              <a:ext uri="{FF2B5EF4-FFF2-40B4-BE49-F238E27FC236}">
                <a16:creationId xmlns:a16="http://schemas.microsoft.com/office/drawing/2014/main" id="{E78B02BD-9B61-4491-9ABB-57A771BBF38C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665962" y="2220775"/>
            <a:ext cx="24417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0" name="Google Shape;250;p13">
            <a:extLst xmlns:a="http://schemas.openxmlformats.org/drawingml/2006/main">
              <a:ext uri="{FF2B5EF4-FFF2-40B4-BE49-F238E27FC236}">
                <a16:creationId xmlns:a16="http://schemas.microsoft.com/office/drawing/2014/main" id="{6C69FE31-3676-42F4-8AFA-9DB0267059D4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1036337" y="1404975"/>
            <a:ext cx="672900" cy="138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42B56FEF-4DCD-4658-B875-A2118B265163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4993112" y="3180625"/>
            <a:ext cx="672900" cy="138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52" name="Google Shape;252;p13">
            <a:extLst xmlns:a="http://schemas.openxmlformats.org/drawingml/2006/main">
              <a:ext uri="{FF2B5EF4-FFF2-40B4-BE49-F238E27FC236}">
                <a16:creationId xmlns:a16="http://schemas.microsoft.com/office/drawing/2014/main" id="{00800D7D-935C-4A4B-B746-90D8C04F75D9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1036412" y="3214700"/>
            <a:ext cx="672900" cy="138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53" name="Google Shape;253;p13">
            <a:extLst xmlns:a="http://schemas.openxmlformats.org/drawingml/2006/main">
              <a:ext uri="{FF2B5EF4-FFF2-40B4-BE49-F238E27FC236}">
                <a16:creationId xmlns:a16="http://schemas.microsoft.com/office/drawing/2014/main" id="{CBEB18A2-1444-4105-9324-65B70CEE5974}"/>
              </a:ext>
            </a:extLst>
          </p:cNvPr>
          <p:cNvSpPr>
            <a:spLocks xmlns:a="http://schemas.openxmlformats.org/drawingml/2006/main" noGrp="1"/>
          </p:cNvSpPr>
          <p:nvPr>
            <p:ph type="title" idx="8" hasCustomPrompt="1"/>
          </p:nvPr>
        </p:nvSpPr>
        <p:spPr>
          <a:xfrm xmlns:a="http://schemas.openxmlformats.org/drawingml/2006/main">
            <a:off x="4992962" y="1404975"/>
            <a:ext cx="672900" cy="138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54" name="Google Shape;254;p13">
            <a:extLst xmlns:a="http://schemas.openxmlformats.org/drawingml/2006/main">
              <a:ext uri="{FF2B5EF4-FFF2-40B4-BE49-F238E27FC236}">
                <a16:creationId xmlns:a16="http://schemas.microsoft.com/office/drawing/2014/main" id="{734993B4-F069-470D-8477-8BFAE3C9BDFB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710062" y="1405075"/>
            <a:ext cx="2441700" cy="81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255" name="Google Shape;255;p13">
            <a:extLst xmlns:a="http://schemas.openxmlformats.org/drawingml/2006/main">
              <a:ext uri="{FF2B5EF4-FFF2-40B4-BE49-F238E27FC236}">
                <a16:creationId xmlns:a16="http://schemas.microsoft.com/office/drawing/2014/main" id="{A5026B8E-2BC6-4507-89E3-A6740431B787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1710062" y="3214749"/>
            <a:ext cx="2441700" cy="81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256" name="Google Shape;256;p13">
            <a:extLst xmlns:a="http://schemas.openxmlformats.org/drawingml/2006/main">
              <a:ext uri="{FF2B5EF4-FFF2-40B4-BE49-F238E27FC236}">
                <a16:creationId xmlns:a16="http://schemas.microsoft.com/office/drawing/2014/main" id="{0619DD22-DFC1-4470-AF13-3DE26B4BBC66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665963" y="3214709"/>
            <a:ext cx="2441700" cy="81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257" name="Google Shape;257;p13">
            <a:extLst xmlns:a="http://schemas.openxmlformats.org/drawingml/2006/main">
              <a:ext uri="{FF2B5EF4-FFF2-40B4-BE49-F238E27FC236}">
                <a16:creationId xmlns:a16="http://schemas.microsoft.com/office/drawing/2014/main" id="{3A724F46-0D54-42CA-B539-828340982047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665963" y="1405075"/>
            <a:ext cx="2441700" cy="81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258" name="Google Shape;258;p13">
            <a:extLst xmlns:a="http://schemas.openxmlformats.org/drawingml/2006/main">
              <a:ext uri="{FF2B5EF4-FFF2-40B4-BE49-F238E27FC236}">
                <a16:creationId xmlns:a16="http://schemas.microsoft.com/office/drawing/2014/main" id="{8B299696-2F46-46D7-A088-CE05E68D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38" y="-343270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9" name="Google Shape;259;p13">
            <a:extLst xmlns:a="http://schemas.openxmlformats.org/drawingml/2006/main">
              <a:ext uri="{FF2B5EF4-FFF2-40B4-BE49-F238E27FC236}">
                <a16:creationId xmlns:a16="http://schemas.microsoft.com/office/drawing/2014/main" id="{F24D32EE-9D71-4561-AEC3-DF70B092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38" y="2608124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0" name="Google Shape;260;p13">
            <a:extLst xmlns:a="http://schemas.openxmlformats.org/drawingml/2006/main">
              <a:ext uri="{FF2B5EF4-FFF2-40B4-BE49-F238E27FC236}">
                <a16:creationId xmlns:a16="http://schemas.microsoft.com/office/drawing/2014/main" id="{9A06AFFA-7A52-4716-BD7F-B26ABEF3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81901" y="29434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1" name="Google Shape;261;p13">
            <a:extLst xmlns:a="http://schemas.openxmlformats.org/drawingml/2006/main">
              <a:ext uri="{FF2B5EF4-FFF2-40B4-BE49-F238E27FC236}">
                <a16:creationId xmlns:a16="http://schemas.microsoft.com/office/drawing/2014/main" id="{1B0054BC-C14E-41FE-B6F1-BF3955C3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74" y="148612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2" name="Google Shape;262;p13">
            <a:extLst xmlns:a="http://schemas.openxmlformats.org/drawingml/2006/main">
              <a:ext uri="{FF2B5EF4-FFF2-40B4-BE49-F238E27FC236}">
                <a16:creationId xmlns:a16="http://schemas.microsoft.com/office/drawing/2014/main" id="{52254060-CCF7-4A36-B043-E76835C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25" y="50764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Quote">
  <p:cSld name="BLANK_1_1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Google Shape;264;p14">
            <a:extLst xmlns:a="http://schemas.openxmlformats.org/drawingml/2006/main">
              <a:ext uri="{FF2B5EF4-FFF2-40B4-BE49-F238E27FC236}">
                <a16:creationId xmlns:a16="http://schemas.microsoft.com/office/drawing/2014/main" id="{FD41217B-9D4C-4811-9A5F-EBBE0C2748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26400" y="2989850"/>
            <a:ext cx="6691200" cy="53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265" name="Google Shape;265;p14">
            <a:extLst xmlns:a="http://schemas.openxmlformats.org/drawingml/2006/main">
              <a:ext uri="{FF2B5EF4-FFF2-40B4-BE49-F238E27FC236}">
                <a16:creationId xmlns:a16="http://schemas.microsoft.com/office/drawing/2014/main" id="{5B18A4B9-9A2C-40E6-858E-6D06473652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26400" y="1245352"/>
            <a:ext cx="6691200" cy="1744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266" name="Google Shape;266;p14">
            <a:extLst xmlns:a="http://schemas.openxmlformats.org/drawingml/2006/main">
              <a:ext uri="{FF2B5EF4-FFF2-40B4-BE49-F238E27FC236}">
                <a16:creationId xmlns:a16="http://schemas.microsoft.com/office/drawing/2014/main" id="{AC0101DF-3564-4E17-9FDD-4456AD30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25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7" name="Google Shape;267;p14">
            <a:extLst xmlns:a="http://schemas.openxmlformats.org/drawingml/2006/main">
              <a:ext uri="{FF2B5EF4-FFF2-40B4-BE49-F238E27FC236}">
                <a16:creationId xmlns:a16="http://schemas.microsoft.com/office/drawing/2014/main" id="{710D9DAB-9AEE-4B5E-A0C7-1B425D3B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575" y="1423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Numbers and text">
  <p:cSld name="CUSTOM_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3" name="Google Shape;293;p15">
            <a:extLst xmlns:a="http://schemas.openxmlformats.org/drawingml/2006/main">
              <a:ext uri="{FF2B5EF4-FFF2-40B4-BE49-F238E27FC236}">
                <a16:creationId xmlns:a16="http://schemas.microsoft.com/office/drawing/2014/main" id="{CA98F848-911E-45A3-B676-63F2892FC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94" name="Google Shape;294;p15">
            <a:extLst xmlns:a="http://schemas.openxmlformats.org/drawingml/2006/main">
              <a:ext uri="{FF2B5EF4-FFF2-40B4-BE49-F238E27FC236}">
                <a16:creationId xmlns:a16="http://schemas.microsoft.com/office/drawing/2014/main" id="{39F9F845-CC43-460C-8D4F-A793AB0638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39204" y="3196250"/>
            <a:ext cx="24252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95" name="Google Shape;295;p15">
            <a:extLst xmlns:a="http://schemas.openxmlformats.org/drawingml/2006/main">
              <a:ext uri="{FF2B5EF4-FFF2-40B4-BE49-F238E27FC236}">
                <a16:creationId xmlns:a16="http://schemas.microsoft.com/office/drawing/2014/main" id="{96D35CE6-5CAC-4992-8AB5-A06436D215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59396" y="3196250"/>
            <a:ext cx="24252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96" name="Google Shape;296;p15">
            <a:extLst xmlns:a="http://schemas.openxmlformats.org/drawingml/2006/main">
              <a:ext uri="{FF2B5EF4-FFF2-40B4-BE49-F238E27FC236}">
                <a16:creationId xmlns:a16="http://schemas.microsoft.com/office/drawing/2014/main" id="{BBF8C782-242F-4F04-B271-07ABF667D12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979594" y="3196250"/>
            <a:ext cx="24252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97" name="Google Shape;297;p15">
            <a:extLst xmlns:a="http://schemas.openxmlformats.org/drawingml/2006/main">
              <a:ext uri="{FF2B5EF4-FFF2-40B4-BE49-F238E27FC236}">
                <a16:creationId xmlns:a16="http://schemas.microsoft.com/office/drawing/2014/main" id="{D15EC8E7-901D-4171-B313-3947215E43F9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1432654" y="1562925"/>
            <a:ext cx="1038300" cy="5727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98" name="Google Shape;298;p15">
            <a:extLst xmlns:a="http://schemas.openxmlformats.org/drawingml/2006/main">
              <a:ext uri="{FF2B5EF4-FFF2-40B4-BE49-F238E27FC236}">
                <a16:creationId xmlns:a16="http://schemas.microsoft.com/office/drawing/2014/main" id="{462E68B7-9484-49F4-BB51-7740EF01AF91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052846" y="1562925"/>
            <a:ext cx="1038300" cy="5727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99" name="Google Shape;299;p15">
            <a:extLst xmlns:a="http://schemas.openxmlformats.org/drawingml/2006/main">
              <a:ext uri="{FF2B5EF4-FFF2-40B4-BE49-F238E27FC236}">
                <a16:creationId xmlns:a16="http://schemas.microsoft.com/office/drawing/2014/main" id="{AA960BC9-B30C-4DCC-8B25-3EFB9F5F2F8E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6673044" y="1562925"/>
            <a:ext cx="1038300" cy="5727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00" name="Google Shape;300;p15">
            <a:extLst xmlns:a="http://schemas.openxmlformats.org/drawingml/2006/main">
              <a:ext uri="{FF2B5EF4-FFF2-40B4-BE49-F238E27FC236}">
                <a16:creationId xmlns:a16="http://schemas.microsoft.com/office/drawing/2014/main" id="{295070D1-3160-401A-83C4-018DB261A76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39204" y="2833025"/>
            <a:ext cx="24252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301" name="Google Shape;301;p15">
            <a:extLst xmlns:a="http://schemas.openxmlformats.org/drawingml/2006/main">
              <a:ext uri="{FF2B5EF4-FFF2-40B4-BE49-F238E27FC236}">
                <a16:creationId xmlns:a16="http://schemas.microsoft.com/office/drawing/2014/main" id="{CE06942F-5469-4CC8-9C39-97D7743E76D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359396" y="2833025"/>
            <a:ext cx="24252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302" name="Google Shape;302;p15">
            <a:extLst xmlns:a="http://schemas.openxmlformats.org/drawingml/2006/main">
              <a:ext uri="{FF2B5EF4-FFF2-40B4-BE49-F238E27FC236}">
                <a16:creationId xmlns:a16="http://schemas.microsoft.com/office/drawing/2014/main" id="{58FDF7E3-DD5E-496E-8E2B-54E318460D0F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979594" y="2833025"/>
            <a:ext cx="24252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303" name="Google Shape;303;p15">
            <a:extLst xmlns:a="http://schemas.openxmlformats.org/drawingml/2006/main">
              <a:ext uri="{FF2B5EF4-FFF2-40B4-BE49-F238E27FC236}">
                <a16:creationId xmlns:a16="http://schemas.microsoft.com/office/drawing/2014/main" id="{11B395FF-96F9-42F7-9CBF-F14B84F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88" y="-56130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4" name="Google Shape;304;p15">
            <a:extLst xmlns:a="http://schemas.openxmlformats.org/drawingml/2006/main">
              <a:ext uri="{FF2B5EF4-FFF2-40B4-BE49-F238E27FC236}">
                <a16:creationId xmlns:a16="http://schemas.microsoft.com/office/drawing/2014/main" id="{BF5A5A34-097A-48E4-A761-84E3E38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72326" y="8479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5" name="Google Shape;305;p15">
            <a:extLst xmlns:a="http://schemas.openxmlformats.org/drawingml/2006/main">
              <a:ext uri="{FF2B5EF4-FFF2-40B4-BE49-F238E27FC236}">
                <a16:creationId xmlns:a16="http://schemas.microsoft.com/office/drawing/2014/main" id="{185FE7B5-D4B3-4112-A900-EE552FA4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39026" y="114322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6" name="Google Shape;306;p15">
            <a:extLst xmlns:a="http://schemas.openxmlformats.org/drawingml/2006/main">
              <a:ext uri="{FF2B5EF4-FFF2-40B4-BE49-F238E27FC236}">
                <a16:creationId xmlns:a16="http://schemas.microsoft.com/office/drawing/2014/main" id="{D9BAD250-D95D-4894-9986-10A07F46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474" y="8479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7" name="Google Shape;307;p15">
            <a:extLst xmlns:a="http://schemas.openxmlformats.org/drawingml/2006/main">
              <a:ext uri="{FF2B5EF4-FFF2-40B4-BE49-F238E27FC236}">
                <a16:creationId xmlns:a16="http://schemas.microsoft.com/office/drawing/2014/main" id="{6C4310AB-AB76-4DFE-827B-428BF91C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774" y="114322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wo columns 1">
  <p:cSld name="TITLE_AND_TWO_COLUMNS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Google Shape;333;p16">
            <a:extLst xmlns:a="http://schemas.openxmlformats.org/drawingml/2006/main">
              <a:ext uri="{FF2B5EF4-FFF2-40B4-BE49-F238E27FC236}">
                <a16:creationId xmlns:a16="http://schemas.microsoft.com/office/drawing/2014/main" id="{03D24C15-FAEF-4532-B354-D9EAE1496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34" name="Google Shape;334;p16">
            <a:extLst xmlns:a="http://schemas.openxmlformats.org/drawingml/2006/main">
              <a:ext uri="{FF2B5EF4-FFF2-40B4-BE49-F238E27FC236}">
                <a16:creationId xmlns:a16="http://schemas.microsoft.com/office/drawing/2014/main" id="{63D770FF-1500-4E48-B798-7FC408ABB2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19240" y="3627650"/>
            <a:ext cx="2285700" cy="6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335" name="Google Shape;335;p16">
            <a:extLst xmlns:a="http://schemas.openxmlformats.org/drawingml/2006/main">
              <a:ext uri="{FF2B5EF4-FFF2-40B4-BE49-F238E27FC236}">
                <a16:creationId xmlns:a16="http://schemas.microsoft.com/office/drawing/2014/main" id="{A77D8284-A3C4-4940-AD6C-6242019236A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139060" y="3627650"/>
            <a:ext cx="2285700" cy="6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336" name="Google Shape;336;p16">
            <a:extLst xmlns:a="http://schemas.openxmlformats.org/drawingml/2006/main">
              <a:ext uri="{FF2B5EF4-FFF2-40B4-BE49-F238E27FC236}">
                <a16:creationId xmlns:a16="http://schemas.microsoft.com/office/drawing/2014/main" id="{EB96B845-FD9F-4FB8-961C-77FDFFDE558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19240" y="3368900"/>
            <a:ext cx="22857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337" name="Google Shape;337;p16">
            <a:extLst xmlns:a="http://schemas.openxmlformats.org/drawingml/2006/main">
              <a:ext uri="{FF2B5EF4-FFF2-40B4-BE49-F238E27FC236}">
                <a16:creationId xmlns:a16="http://schemas.microsoft.com/office/drawing/2014/main" id="{86AB33A0-32B7-4875-8D1F-22338F419DC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139060" y="3368900"/>
            <a:ext cx="22857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338" name="Google Shape;338;p16">
            <a:extLst xmlns:a="http://schemas.openxmlformats.org/drawingml/2006/main">
              <a:ext uri="{FF2B5EF4-FFF2-40B4-BE49-F238E27FC236}">
                <a16:creationId xmlns:a16="http://schemas.microsoft.com/office/drawing/2014/main" id="{5F2CBD0B-3951-48C0-8E35-6145FAD4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862" y="-343270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9" name="Google Shape;339;p16">
            <a:extLst xmlns:a="http://schemas.openxmlformats.org/drawingml/2006/main">
              <a:ext uri="{FF2B5EF4-FFF2-40B4-BE49-F238E27FC236}">
                <a16:creationId xmlns:a16="http://schemas.microsoft.com/office/drawing/2014/main" id="{59BB8C5F-95AF-4CA4-B8F0-ABBA982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342037" y="2790824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4" name="Google Shape;364;p16">
            <a:extLst xmlns:a="http://schemas.openxmlformats.org/drawingml/2006/main">
              <a:ext uri="{FF2B5EF4-FFF2-40B4-BE49-F238E27FC236}">
                <a16:creationId xmlns:a16="http://schemas.microsoft.com/office/drawing/2014/main" id="{05B8273B-C057-4352-BCCA-797E53BC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500251" y="25819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5" name="Google Shape;365;p16">
            <a:extLst xmlns:a="http://schemas.openxmlformats.org/drawingml/2006/main">
              <a:ext uri="{FF2B5EF4-FFF2-40B4-BE49-F238E27FC236}">
                <a16:creationId xmlns:a16="http://schemas.microsoft.com/office/drawing/2014/main" id="{2A92FA1F-B4D9-4ABF-9D1F-D94C8A25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09174" y="205790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three columns">
  <p:cSld name="CUSTOM_6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7" name="Google Shape;367;p17">
            <a:extLst xmlns:a="http://schemas.openxmlformats.org/drawingml/2006/main">
              <a:ext uri="{FF2B5EF4-FFF2-40B4-BE49-F238E27FC236}">
                <a16:creationId xmlns:a16="http://schemas.microsoft.com/office/drawing/2014/main" id="{CC1CFF87-2F44-426D-A24F-0F28210D8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68" name="Google Shape;368;p17">
            <a:extLst xmlns:a="http://schemas.openxmlformats.org/drawingml/2006/main">
              <a:ext uri="{FF2B5EF4-FFF2-40B4-BE49-F238E27FC236}">
                <a16:creationId xmlns:a16="http://schemas.microsoft.com/office/drawing/2014/main" id="{43760FC0-E893-470E-99BA-4916FE98C8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2734225"/>
            <a:ext cx="23829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69" name="Google Shape;369;p17">
            <a:extLst xmlns:a="http://schemas.openxmlformats.org/drawingml/2006/main">
              <a:ext uri="{FF2B5EF4-FFF2-40B4-BE49-F238E27FC236}">
                <a16:creationId xmlns:a16="http://schemas.microsoft.com/office/drawing/2014/main" id="{9172DE01-6456-459A-BD00-2A5E39D2DC1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80551" y="2734225"/>
            <a:ext cx="23829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70" name="Google Shape;370;p17">
            <a:extLst xmlns:a="http://schemas.openxmlformats.org/drawingml/2006/main">
              <a:ext uri="{FF2B5EF4-FFF2-40B4-BE49-F238E27FC236}">
                <a16:creationId xmlns:a16="http://schemas.microsoft.com/office/drawing/2014/main" id="{D1844252-BBD5-4E23-B2C3-59215ACCE35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041108" y="2734225"/>
            <a:ext cx="23829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71" name="Google Shape;371;p17">
            <a:extLst xmlns:a="http://schemas.openxmlformats.org/drawingml/2006/main">
              <a:ext uri="{FF2B5EF4-FFF2-40B4-BE49-F238E27FC236}">
                <a16:creationId xmlns:a16="http://schemas.microsoft.com/office/drawing/2014/main" id="{14B65068-E6F8-43DB-9C6E-457C1DB2782F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0000" y="2379625"/>
            <a:ext cx="2382900" cy="43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372" name="Google Shape;372;p17">
            <a:extLst xmlns:a="http://schemas.openxmlformats.org/drawingml/2006/main">
              <a:ext uri="{FF2B5EF4-FFF2-40B4-BE49-F238E27FC236}">
                <a16:creationId xmlns:a16="http://schemas.microsoft.com/office/drawing/2014/main" id="{680A6683-FF24-4D74-A250-A8A9AFD69D3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380551" y="2379625"/>
            <a:ext cx="2382900" cy="43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373" name="Google Shape;373;p17">
            <a:extLst xmlns:a="http://schemas.openxmlformats.org/drawingml/2006/main">
              <a:ext uri="{FF2B5EF4-FFF2-40B4-BE49-F238E27FC236}">
                <a16:creationId xmlns:a16="http://schemas.microsoft.com/office/drawing/2014/main" id="{6DCAA841-0E10-4F8E-8DCB-9601F155366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41108" y="2379625"/>
            <a:ext cx="2382900" cy="43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/>
        </p:txBody>
      </p:sp>
      <p:sp>
        <p:nvSpPr>
          <p:cNvPr id="374" name="Google Shape;374;p17">
            <a:extLst xmlns:a="http://schemas.openxmlformats.org/drawingml/2006/main">
              <a:ext uri="{FF2B5EF4-FFF2-40B4-BE49-F238E27FC236}">
                <a16:creationId xmlns:a16="http://schemas.microsoft.com/office/drawing/2014/main" id="{23883FEE-CC2C-4757-9161-1B215EB3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-378142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5" name="Google Shape;375;p17">
            <a:extLst xmlns:a="http://schemas.openxmlformats.org/drawingml/2006/main">
              <a:ext uri="{FF2B5EF4-FFF2-40B4-BE49-F238E27FC236}">
                <a16:creationId xmlns:a16="http://schemas.microsoft.com/office/drawing/2014/main" id="{6E05E8E2-8510-41CD-AEB2-C390CC1B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3676649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7" name="Google Shape;377;p18">
            <a:extLst xmlns:a="http://schemas.openxmlformats.org/drawingml/2006/main">
              <a:ext uri="{FF2B5EF4-FFF2-40B4-BE49-F238E27FC236}">
                <a16:creationId xmlns:a16="http://schemas.microsoft.com/office/drawing/2014/main" id="{3BD769D3-70BA-410C-968E-FE89E752D5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78" name="Google Shape;378;p18">
            <a:extLst xmlns:a="http://schemas.openxmlformats.org/drawingml/2006/main">
              <a:ext uri="{FF2B5EF4-FFF2-40B4-BE49-F238E27FC236}">
                <a16:creationId xmlns:a16="http://schemas.microsoft.com/office/drawing/2014/main" id="{5D830288-CBE3-465C-8A58-A386B23422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25778" y="20778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79" name="Google Shape;379;p18">
            <a:extLst xmlns:a="http://schemas.openxmlformats.org/drawingml/2006/main">
              <a:ext uri="{FF2B5EF4-FFF2-40B4-BE49-F238E27FC236}">
                <a16:creationId xmlns:a16="http://schemas.microsoft.com/office/drawing/2014/main" id="{EE6650AF-60BB-4A72-B590-835D2A7CCFE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32759" y="20778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0" name="Google Shape;380;p18">
            <a:extLst xmlns:a="http://schemas.openxmlformats.org/drawingml/2006/main">
              <a:ext uri="{FF2B5EF4-FFF2-40B4-BE49-F238E27FC236}">
                <a16:creationId xmlns:a16="http://schemas.microsoft.com/office/drawing/2014/main" id="{D2861D57-2183-40C8-914E-F17B8B6F213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125778" y="35112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1" name="Google Shape;381;p18">
            <a:extLst xmlns:a="http://schemas.openxmlformats.org/drawingml/2006/main">
              <a:ext uri="{FF2B5EF4-FFF2-40B4-BE49-F238E27FC236}">
                <a16:creationId xmlns:a16="http://schemas.microsoft.com/office/drawing/2014/main" id="{514E01E0-87B0-4C48-A3DB-0E60766FBC4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632759" y="35112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2" name="Google Shape;382;p18">
            <a:extLst xmlns:a="http://schemas.openxmlformats.org/drawingml/2006/main">
              <a:ext uri="{FF2B5EF4-FFF2-40B4-BE49-F238E27FC236}">
                <a16:creationId xmlns:a16="http://schemas.microsoft.com/office/drawing/2014/main" id="{A737598F-74E8-4C1C-89FF-7269AC18363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125774" y="18003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383" name="Google Shape;383;p18">
            <a:extLst xmlns:a="http://schemas.openxmlformats.org/drawingml/2006/main">
              <a:ext uri="{FF2B5EF4-FFF2-40B4-BE49-F238E27FC236}">
                <a16:creationId xmlns:a16="http://schemas.microsoft.com/office/drawing/2014/main" id="{692F9A6A-4698-4250-B04E-EF81102B21C2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632753" y="18003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384" name="Google Shape;384;p18">
            <a:extLst xmlns:a="http://schemas.openxmlformats.org/drawingml/2006/main">
              <a:ext uri="{FF2B5EF4-FFF2-40B4-BE49-F238E27FC236}">
                <a16:creationId xmlns:a16="http://schemas.microsoft.com/office/drawing/2014/main" id="{AD18AE29-3F8A-48C5-ADE0-E4F8B8EE8FF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125774" y="32337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385" name="Google Shape;385;p18">
            <a:extLst xmlns:a="http://schemas.openxmlformats.org/drawingml/2006/main">
              <a:ext uri="{FF2B5EF4-FFF2-40B4-BE49-F238E27FC236}">
                <a16:creationId xmlns:a16="http://schemas.microsoft.com/office/drawing/2014/main" id="{C9CD2242-F63A-4A9D-BFAF-181A8497F728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632753" y="32337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386" name="Google Shape;386;p18">
            <a:extLst xmlns:a="http://schemas.openxmlformats.org/drawingml/2006/main">
              <a:ext uri="{FF2B5EF4-FFF2-40B4-BE49-F238E27FC236}">
                <a16:creationId xmlns:a16="http://schemas.microsoft.com/office/drawing/2014/main" id="{2DF327E9-0E31-4F3B-BEC7-89970DC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-34290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and six columns">
  <p:cSld name="CUSTOM_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2" name="Google Shape;412;p19">
            <a:extLst xmlns:a="http://schemas.openxmlformats.org/drawingml/2006/main">
              <a:ext uri="{FF2B5EF4-FFF2-40B4-BE49-F238E27FC236}">
                <a16:creationId xmlns:a16="http://schemas.microsoft.com/office/drawing/2014/main" id="{30C4B145-BA61-45F2-97B5-872D8DF0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13" name="Google Shape;413;p19">
            <a:extLst xmlns:a="http://schemas.openxmlformats.org/drawingml/2006/main">
              <a:ext uri="{FF2B5EF4-FFF2-40B4-BE49-F238E27FC236}">
                <a16:creationId xmlns:a16="http://schemas.microsoft.com/office/drawing/2014/main" id="{D4273259-9A23-4F30-8F99-03F4CA1DE6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07544" y="2195936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14" name="Google Shape;414;p19">
            <a:extLst xmlns:a="http://schemas.openxmlformats.org/drawingml/2006/main">
              <a:ext uri="{FF2B5EF4-FFF2-40B4-BE49-F238E27FC236}">
                <a16:creationId xmlns:a16="http://schemas.microsoft.com/office/drawing/2014/main" id="{4FD44F33-B357-40A7-891B-26984ECC3A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83846" y="2195936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15" name="Google Shape;415;p19">
            <a:extLst xmlns:a="http://schemas.openxmlformats.org/drawingml/2006/main">
              <a:ext uri="{FF2B5EF4-FFF2-40B4-BE49-F238E27FC236}">
                <a16:creationId xmlns:a16="http://schemas.microsoft.com/office/drawing/2014/main" id="{C367882D-AC8E-4F69-B636-9E9AB074F97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007544" y="3882800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16" name="Google Shape;416;p19">
            <a:extLst xmlns:a="http://schemas.openxmlformats.org/drawingml/2006/main">
              <a:ext uri="{FF2B5EF4-FFF2-40B4-BE49-F238E27FC236}">
                <a16:creationId xmlns:a16="http://schemas.microsoft.com/office/drawing/2014/main" id="{E34D8D8A-90A1-49C2-837E-A7F9D46E582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383846" y="3882800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17" name="Google Shape;417;p19">
            <a:extLst xmlns:a="http://schemas.openxmlformats.org/drawingml/2006/main">
              <a:ext uri="{FF2B5EF4-FFF2-40B4-BE49-F238E27FC236}">
                <a16:creationId xmlns:a16="http://schemas.microsoft.com/office/drawing/2014/main" id="{28171D0D-AFF8-430F-AAF5-957B30A872C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760156" y="2195936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18" name="Google Shape;418;p19">
            <a:extLst xmlns:a="http://schemas.openxmlformats.org/drawingml/2006/main">
              <a:ext uri="{FF2B5EF4-FFF2-40B4-BE49-F238E27FC236}">
                <a16:creationId xmlns:a16="http://schemas.microsoft.com/office/drawing/2014/main" id="{B5DBE73E-9B51-4A26-85BA-04556A85D2E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760156" y="3882800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19" name="Google Shape;419;p19">
            <a:extLst xmlns:a="http://schemas.openxmlformats.org/drawingml/2006/main">
              <a:ext uri="{FF2B5EF4-FFF2-40B4-BE49-F238E27FC236}">
                <a16:creationId xmlns:a16="http://schemas.microsoft.com/office/drawing/2014/main" id="{9E461AA4-0C25-457F-92A7-06C3060C8B83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007544" y="1844700"/>
            <a:ext cx="23763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420" name="Google Shape;420;p19">
            <a:extLst xmlns:a="http://schemas.openxmlformats.org/drawingml/2006/main">
              <a:ext uri="{FF2B5EF4-FFF2-40B4-BE49-F238E27FC236}">
                <a16:creationId xmlns:a16="http://schemas.microsoft.com/office/drawing/2014/main" id="{9ECC6FC9-B6BA-40F6-91EF-E031ADC34A7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383846" y="1844700"/>
            <a:ext cx="23763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421" name="Google Shape;421;p19">
            <a:extLst xmlns:a="http://schemas.openxmlformats.org/drawingml/2006/main">
              <a:ext uri="{FF2B5EF4-FFF2-40B4-BE49-F238E27FC236}">
                <a16:creationId xmlns:a16="http://schemas.microsoft.com/office/drawing/2014/main" id="{6F992B20-890E-4125-AB4E-4947E2980EDB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007544" y="3533300"/>
            <a:ext cx="23763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422" name="Google Shape;422;p19">
            <a:extLst xmlns:a="http://schemas.openxmlformats.org/drawingml/2006/main">
              <a:ext uri="{FF2B5EF4-FFF2-40B4-BE49-F238E27FC236}">
                <a16:creationId xmlns:a16="http://schemas.microsoft.com/office/drawing/2014/main" id="{9559AFF9-D3E5-419A-BF14-2B7FA0CAF33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3383846" y="3533300"/>
            <a:ext cx="23763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423" name="Google Shape;423;p19">
            <a:extLst xmlns:a="http://schemas.openxmlformats.org/drawingml/2006/main">
              <a:ext uri="{FF2B5EF4-FFF2-40B4-BE49-F238E27FC236}">
                <a16:creationId xmlns:a16="http://schemas.microsoft.com/office/drawing/2014/main" id="{47E5A92A-3AFB-4CB8-A1D0-CFC3E707CB30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760155" y="1844700"/>
            <a:ext cx="23763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424" name="Google Shape;424;p19">
            <a:extLst xmlns:a="http://schemas.openxmlformats.org/drawingml/2006/main">
              <a:ext uri="{FF2B5EF4-FFF2-40B4-BE49-F238E27FC236}">
                <a16:creationId xmlns:a16="http://schemas.microsoft.com/office/drawing/2014/main" id="{81D1E990-8B75-4495-B33A-A3FF10F3436F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760155" y="3533300"/>
            <a:ext cx="23763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Medium"/>
                <a:ea typeface="DM Sans Medium"/>
                <a:cs typeface="DM Sans Medium"/>
              </a:defRPr>
            </a:lvl9pPr>
          </a:lstStyle>
          <a:p xmlns:a="http://schemas.openxmlformats.org/drawingml/2006/main"/>
        </p:txBody>
      </p:sp>
      <p:sp>
        <p:nvSpPr>
          <p:cNvPr id="425" name="Google Shape;425;p19">
            <a:extLst xmlns:a="http://schemas.openxmlformats.org/drawingml/2006/main">
              <a:ext uri="{FF2B5EF4-FFF2-40B4-BE49-F238E27FC236}">
                <a16:creationId xmlns:a16="http://schemas.microsoft.com/office/drawing/2014/main" id="{FD1B541F-1A60-45C9-9762-B2F495D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548501" y="47040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6" name="Google Shape;426;p19">
            <a:extLst xmlns:a="http://schemas.openxmlformats.org/drawingml/2006/main">
              <a:ext uri="{FF2B5EF4-FFF2-40B4-BE49-F238E27FC236}">
                <a16:creationId xmlns:a16="http://schemas.microsoft.com/office/drawing/2014/main" id="{5C732C5C-38CB-4AC5-B689-BE80D59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66849" y="-8702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7" name="Google Shape;427;p19">
            <a:extLst xmlns:a="http://schemas.openxmlformats.org/drawingml/2006/main">
              <a:ext uri="{FF2B5EF4-FFF2-40B4-BE49-F238E27FC236}">
                <a16:creationId xmlns:a16="http://schemas.microsoft.com/office/drawing/2014/main" id="{496FC5E9-FBF3-45B6-A99C-7A9ADEE8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363" y="-19315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Title and text">
  <p:cSld name="CUSTOM_1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3" name="Google Shape;453;p20">
            <a:extLst xmlns:a="http://schemas.openxmlformats.org/drawingml/2006/main">
              <a:ext uri="{FF2B5EF4-FFF2-40B4-BE49-F238E27FC236}">
                <a16:creationId xmlns:a16="http://schemas.microsoft.com/office/drawing/2014/main" id="{C8D92A1E-B15D-46B1-87E6-F0E1894C8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0500" y="865650"/>
            <a:ext cx="3519600" cy="18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54" name="Google Shape;454;p20">
            <a:extLst xmlns:a="http://schemas.openxmlformats.org/drawingml/2006/main">
              <a:ext uri="{FF2B5EF4-FFF2-40B4-BE49-F238E27FC236}">
                <a16:creationId xmlns:a16="http://schemas.microsoft.com/office/drawing/2014/main" id="{A2B42045-B2F2-4BFB-AE2C-AB33192730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0500" y="2746525"/>
            <a:ext cx="3519600" cy="111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55" name="Google Shape;455;p20">
            <a:extLst xmlns:a="http://schemas.openxmlformats.org/drawingml/2006/main">
              <a:ext uri="{FF2B5EF4-FFF2-40B4-BE49-F238E27FC236}">
                <a16:creationId xmlns:a16="http://schemas.microsoft.com/office/drawing/2014/main" id="{A8C6D353-B0DF-4CDB-986D-F41C468470D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046450" y="675874"/>
            <a:ext cx="2770500" cy="38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chemeClr val="dk1"/>
            </a:solidFill>
            <a:prstDash val="solid"/>
          </a:ln>
        </p:spPr>
      </p:sp>
      <p:sp>
        <p:nvSpPr>
          <p:cNvPr id="456" name="Google Shape;456;p20">
            <a:extLst xmlns:a="http://schemas.openxmlformats.org/drawingml/2006/main">
              <a:ext uri="{FF2B5EF4-FFF2-40B4-BE49-F238E27FC236}">
                <a16:creationId xmlns:a16="http://schemas.microsoft.com/office/drawing/2014/main" id="{07D726E9-DCCF-460F-A42C-AFAFB9F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6487" y="-6381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 and text 1">
  <p:cSld name="CUSTOM_4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Google Shape;470;p21">
            <a:extLst xmlns:a="http://schemas.openxmlformats.org/drawingml/2006/main">
              <a:ext uri="{FF2B5EF4-FFF2-40B4-BE49-F238E27FC236}">
                <a16:creationId xmlns:a16="http://schemas.microsoft.com/office/drawing/2014/main" id="{5F7F0EFC-C142-43D2-AA99-A542A514E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72850" y="1607813"/>
            <a:ext cx="3144300" cy="7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1" name="Google Shape;471;p21">
            <a:extLst xmlns:a="http://schemas.openxmlformats.org/drawingml/2006/main">
              <a:ext uri="{FF2B5EF4-FFF2-40B4-BE49-F238E27FC236}">
                <a16:creationId xmlns:a16="http://schemas.microsoft.com/office/drawing/2014/main" id="{809F4891-EED7-4202-928D-C6AF0E4364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72850" y="2348288"/>
            <a:ext cx="3144300" cy="118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2" name="Google Shape;472;p21">
            <a:extLst xmlns:a="http://schemas.openxmlformats.org/drawingml/2006/main">
              <a:ext uri="{FF2B5EF4-FFF2-40B4-BE49-F238E27FC236}">
                <a16:creationId xmlns:a16="http://schemas.microsoft.com/office/drawing/2014/main" id="{23E37460-E9D6-4D66-945E-040F4F48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3" name="Google Shape;473;p21">
            <a:extLst xmlns:a="http://schemas.openxmlformats.org/drawingml/2006/main">
              <a:ext uri="{FF2B5EF4-FFF2-40B4-BE49-F238E27FC236}">
                <a16:creationId xmlns:a16="http://schemas.microsoft.com/office/drawing/2014/main" id="{EB12DD61-F354-4F07-90FB-3C8E3EEE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0026" y="49870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4" name="Google Shape;474;p21">
            <a:extLst xmlns:a="http://schemas.openxmlformats.org/drawingml/2006/main">
              <a:ext uri="{FF2B5EF4-FFF2-40B4-BE49-F238E27FC236}">
                <a16:creationId xmlns:a16="http://schemas.microsoft.com/office/drawing/2014/main" id="{4CE9E14A-9B27-44AF-97BE-C5837E89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574" y="471750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text 2">
  <p:cSld name="CUSTOM_4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" name="Google Shape;500;p22">
            <a:extLst xmlns:a="http://schemas.openxmlformats.org/drawingml/2006/main">
              <a:ext uri="{FF2B5EF4-FFF2-40B4-BE49-F238E27FC236}">
                <a16:creationId xmlns:a16="http://schemas.microsoft.com/office/drawing/2014/main" id="{5BD3D6E0-E81D-4F59-9D2A-89B21E4B72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31150" y="1481525"/>
            <a:ext cx="6281700" cy="157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1" name="Google Shape;501;p22">
            <a:extLst xmlns:a="http://schemas.openxmlformats.org/drawingml/2006/main">
              <a:ext uri="{FF2B5EF4-FFF2-40B4-BE49-F238E27FC236}">
                <a16:creationId xmlns:a16="http://schemas.microsoft.com/office/drawing/2014/main" id="{EF52F661-9B09-4D25-9BB6-C72C79AE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2" name="Google Shape;502;p22">
            <a:extLst xmlns:a="http://schemas.openxmlformats.org/drawingml/2006/main">
              <a:ext uri="{FF2B5EF4-FFF2-40B4-BE49-F238E27FC236}">
                <a16:creationId xmlns:a16="http://schemas.microsoft.com/office/drawing/2014/main" id="{3AA358F1-5315-4EC2-BAFA-4FAD19420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03" name="Google Shape;503;p22">
            <a:extLst xmlns:a="http://schemas.openxmlformats.org/drawingml/2006/main">
              <a:ext uri="{FF2B5EF4-FFF2-40B4-BE49-F238E27FC236}">
                <a16:creationId xmlns:a16="http://schemas.microsoft.com/office/drawing/2014/main" id="{3F75FFB4-D506-4B28-966C-EE12A4D7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88" y="-12"/>
            <a:ext cx="19728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4" name="Google Shape;504;p22">
            <a:extLst xmlns:a="http://schemas.openxmlformats.org/drawingml/2006/main">
              <a:ext uri="{FF2B5EF4-FFF2-40B4-BE49-F238E27FC236}">
                <a16:creationId xmlns:a16="http://schemas.microsoft.com/office/drawing/2014/main" id="{4A2BCF21-99DD-4722-AB06-31AEF810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88" y="5061888"/>
            <a:ext cx="19728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Title and text 3">
  <p:cSld name="CUSTOM_4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6" name="Google Shape;506;p23">
            <a:extLst xmlns:a="http://schemas.openxmlformats.org/drawingml/2006/main">
              <a:ext uri="{FF2B5EF4-FFF2-40B4-BE49-F238E27FC236}">
                <a16:creationId xmlns:a16="http://schemas.microsoft.com/office/drawing/2014/main" id="{7438AB00-677C-4EB3-A905-3037894B94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1800" y="1242275"/>
            <a:ext cx="6260400" cy="336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7" name="Google Shape;507;p23">
            <a:extLst xmlns:a="http://schemas.openxmlformats.org/drawingml/2006/main">
              <a:ext uri="{FF2B5EF4-FFF2-40B4-BE49-F238E27FC236}">
                <a16:creationId xmlns:a16="http://schemas.microsoft.com/office/drawing/2014/main" id="{FB578762-3E19-49EE-A9A5-7681C4B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94437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8" name="Google Shape;508;p23">
            <a:extLst xmlns:a="http://schemas.openxmlformats.org/drawingml/2006/main">
              <a:ext uri="{FF2B5EF4-FFF2-40B4-BE49-F238E27FC236}">
                <a16:creationId xmlns:a16="http://schemas.microsoft.com/office/drawing/2014/main" id="{B587A717-18EC-4241-AD87-479268BF2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09" name="Google Shape;509;p23">
            <a:extLst xmlns:a="http://schemas.openxmlformats.org/drawingml/2006/main">
              <a:ext uri="{FF2B5EF4-FFF2-40B4-BE49-F238E27FC236}">
                <a16:creationId xmlns:a16="http://schemas.microsoft.com/office/drawing/2014/main" id="{1D89E78F-A084-443A-8144-F269F645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338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0" name="Google Shape;510;p23">
            <a:extLst xmlns:a="http://schemas.openxmlformats.org/drawingml/2006/main">
              <a:ext uri="{FF2B5EF4-FFF2-40B4-BE49-F238E27FC236}">
                <a16:creationId xmlns:a16="http://schemas.microsoft.com/office/drawing/2014/main" id="{D48FCC34-D18E-4EDA-8344-8C7E4444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66062" y="207038"/>
            <a:ext cx="19728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7" name="Google Shape;517;p23">
            <a:extLst xmlns:a="http://schemas.openxmlformats.org/drawingml/2006/main">
              <a:ext uri="{FF2B5EF4-FFF2-40B4-BE49-F238E27FC236}">
                <a16:creationId xmlns:a16="http://schemas.microsoft.com/office/drawing/2014/main" id="{F2159986-456B-43BA-A23F-82E687E7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513" y="4740938"/>
            <a:ext cx="19728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only 1">
  <p:cSld name="TITLE_ONLY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7" name="Google Shape;537;p24">
            <a:extLst xmlns:a="http://schemas.openxmlformats.org/drawingml/2006/main">
              <a:ext uri="{FF2B5EF4-FFF2-40B4-BE49-F238E27FC236}">
                <a16:creationId xmlns:a16="http://schemas.microsoft.com/office/drawing/2014/main" id="{D07910AB-28EF-4740-BAE4-974E713622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8" name="Google Shape;538;p24">
            <a:extLst xmlns:a="http://schemas.openxmlformats.org/drawingml/2006/main">
              <a:ext uri="{FF2B5EF4-FFF2-40B4-BE49-F238E27FC236}">
                <a16:creationId xmlns:a16="http://schemas.microsoft.com/office/drawing/2014/main" id="{D0254398-5C6A-4CDD-82A9-66F3F22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65637" y="-317542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9" name="Google Shape;539;p24">
            <a:extLst xmlns:a="http://schemas.openxmlformats.org/drawingml/2006/main">
              <a:ext uri="{FF2B5EF4-FFF2-40B4-BE49-F238E27FC236}">
                <a16:creationId xmlns:a16="http://schemas.microsoft.com/office/drawing/2014/main" id="{F069275B-0A5D-4FA6-938B-37C12386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274" y="758364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0" name="Google Shape;540;p24">
            <a:extLst xmlns:a="http://schemas.openxmlformats.org/drawingml/2006/main">
              <a:ext uri="{FF2B5EF4-FFF2-40B4-BE49-F238E27FC236}">
                <a16:creationId xmlns:a16="http://schemas.microsoft.com/office/drawing/2014/main" id="{9D6F2CE1-A617-4056-9F2D-6165D3F0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812" y="-35655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only 2">
  <p:cSld name="TITLE_ONLY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8" name="Google Shape;548;p25">
            <a:extLst xmlns:a="http://schemas.openxmlformats.org/drawingml/2006/main">
              <a:ext uri="{FF2B5EF4-FFF2-40B4-BE49-F238E27FC236}">
                <a16:creationId xmlns:a16="http://schemas.microsoft.com/office/drawing/2014/main" id="{81B9F4D2-4E84-4890-9255-A15C5B9E1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49" name="Google Shape;549;p25">
            <a:extLst xmlns:a="http://schemas.openxmlformats.org/drawingml/2006/main">
              <a:ext uri="{FF2B5EF4-FFF2-40B4-BE49-F238E27FC236}">
                <a16:creationId xmlns:a16="http://schemas.microsoft.com/office/drawing/2014/main" id="{9B5BB897-51CE-4366-A5BA-9E76E64F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276" y="469030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0" name="Google Shape;550;p25">
            <a:extLst xmlns:a="http://schemas.openxmlformats.org/drawingml/2006/main">
              <a:ext uri="{FF2B5EF4-FFF2-40B4-BE49-F238E27FC236}">
                <a16:creationId xmlns:a16="http://schemas.microsoft.com/office/drawing/2014/main" id="{A6E70E7C-6D15-414C-AE22-4209BFA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2226" y="45269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itle only 3">
  <p:cSld name="TITLE_ONLY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2" name="Google Shape;552;p26">
            <a:extLst xmlns:a="http://schemas.openxmlformats.org/drawingml/2006/main">
              <a:ext uri="{FF2B5EF4-FFF2-40B4-BE49-F238E27FC236}">
                <a16:creationId xmlns:a16="http://schemas.microsoft.com/office/drawing/2014/main" id="{BD6E6E19-C510-46D4-A7BC-1E426D1B1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53" name="Google Shape;553;p26">
            <a:extLst xmlns:a="http://schemas.openxmlformats.org/drawingml/2006/main">
              <a:ext uri="{FF2B5EF4-FFF2-40B4-BE49-F238E27FC236}">
                <a16:creationId xmlns:a16="http://schemas.microsoft.com/office/drawing/2014/main" id="{069F082D-365A-4B6A-A25D-8D0BD96C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38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4" name="Google Shape;554;p26">
            <a:extLst xmlns:a="http://schemas.openxmlformats.org/drawingml/2006/main">
              <a:ext uri="{FF2B5EF4-FFF2-40B4-BE49-F238E27FC236}">
                <a16:creationId xmlns:a16="http://schemas.microsoft.com/office/drawing/2014/main" id="{AF7135B7-45ED-410B-B704-88C838B7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8838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5" name="Google Shape;555;p26">
            <a:extLst xmlns:a="http://schemas.openxmlformats.org/drawingml/2006/main">
              <a:ext uri="{FF2B5EF4-FFF2-40B4-BE49-F238E27FC236}">
                <a16:creationId xmlns:a16="http://schemas.microsoft.com/office/drawing/2014/main" id="{BA922D20-7688-48D1-AC3E-63E22A58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389787" y="-4304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 4">
  <p:cSld name="TITLE_ONLY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3" name="Google Shape;593;p27">
            <a:extLst xmlns:a="http://schemas.openxmlformats.org/drawingml/2006/main">
              <a:ext uri="{FF2B5EF4-FFF2-40B4-BE49-F238E27FC236}">
                <a16:creationId xmlns:a16="http://schemas.microsoft.com/office/drawing/2014/main" id="{5F60BA34-DB9C-47B4-9536-7E1AE2BBF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94" name="Google Shape;594;p27">
            <a:extLst xmlns:a="http://schemas.openxmlformats.org/drawingml/2006/main">
              <a:ext uri="{FF2B5EF4-FFF2-40B4-BE49-F238E27FC236}">
                <a16:creationId xmlns:a16="http://schemas.microsoft.com/office/drawing/2014/main" id="{14F716DA-31A2-4ABC-AEA4-3B8F99B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037" y="-45243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5" name="Google Shape;595;p27">
            <a:extLst xmlns:a="http://schemas.openxmlformats.org/drawingml/2006/main">
              <a:ext uri="{FF2B5EF4-FFF2-40B4-BE49-F238E27FC236}">
                <a16:creationId xmlns:a16="http://schemas.microsoft.com/office/drawing/2014/main" id="{5BFDC73A-96BF-406D-8707-8B221DFC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65637" y="-45243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783F04">
              <a:alpha val="375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6" name="Google Shape;596;p27">
            <a:extLst xmlns:a="http://schemas.openxmlformats.org/drawingml/2006/main">
              <a:ext uri="{FF2B5EF4-FFF2-40B4-BE49-F238E27FC236}">
                <a16:creationId xmlns:a16="http://schemas.microsoft.com/office/drawing/2014/main" id="{68E5E202-EB14-4E43-AC95-093C7CCF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27601" y="716599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7" name="Google Shape;597;p27">
            <a:extLst xmlns:a="http://schemas.openxmlformats.org/drawingml/2006/main">
              <a:ext uri="{FF2B5EF4-FFF2-40B4-BE49-F238E27FC236}">
                <a16:creationId xmlns:a16="http://schemas.microsoft.com/office/drawing/2014/main" id="{DC7F37BC-B08A-4D9B-95B6-C13EE917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524" y="240349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Thanks">
  <p:cSld name="CUSTOM_3_1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1" name="Google Shape;611;p28">
            <a:extLst xmlns:a="http://schemas.openxmlformats.org/drawingml/2006/main">
              <a:ext uri="{FF2B5EF4-FFF2-40B4-BE49-F238E27FC236}">
                <a16:creationId xmlns:a16="http://schemas.microsoft.com/office/drawing/2014/main" id="{6EC18B7B-88B3-4CA5-AC18-5412DB1B5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47850" y="540000"/>
            <a:ext cx="44481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12" name="Google Shape;612;p28">
            <a:extLst xmlns:a="http://schemas.openxmlformats.org/drawingml/2006/main">
              <a:ext uri="{FF2B5EF4-FFF2-40B4-BE49-F238E27FC236}">
                <a16:creationId xmlns:a16="http://schemas.microsoft.com/office/drawing/2014/main" id="{0158A701-736A-486C-88C3-FF7C105823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47900" y="1841450"/>
            <a:ext cx="44481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13" name="Google Shape;613;p28">
            <a:extLst xmlns:a="http://schemas.openxmlformats.org/drawingml/2006/main">
              <a:ext uri="{FF2B5EF4-FFF2-40B4-BE49-F238E27FC236}">
                <a16:creationId xmlns:a16="http://schemas.microsoft.com/office/drawing/2014/main" id="{B2A7E00B-7525-4031-A4A5-A701AB1F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100" y="3611950"/>
            <a:ext cx="49458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CREDITS:</a:t>
            </a:r>
            <a:r>
              <a:rPr sz="10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This presentation template was created by </a:t>
            </a:r>
            <a:r>
              <a:rPr sz="1000" b="1" u="sng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Slidesgo</a:t>
            </a:r>
            <a:r>
              <a:rPr sz="10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, and includes icons by </a:t>
            </a:r>
            <a:r>
              <a:rPr sz="1000" b="1" u="sng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Flaticon</a:t>
            </a:r>
            <a:r>
              <a:rPr sz="10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, and infographics &amp; images by </a:t>
            </a:r>
            <a:r>
              <a:rPr sz="1000" b="1" u="sng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Freepik</a:t>
            </a:r>
            <a:r>
              <a:rPr sz="1000" u="sng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</a:t>
            </a:r>
          </a:p>
        </p:txBody>
      </p:sp>
      <p:sp>
        <p:nvSpPr>
          <p:cNvPr id="644" name="Google Shape;644;p28">
            <a:extLst xmlns:a="http://schemas.openxmlformats.org/drawingml/2006/main">
              <a:ext uri="{FF2B5EF4-FFF2-40B4-BE49-F238E27FC236}">
                <a16:creationId xmlns:a16="http://schemas.microsoft.com/office/drawing/2014/main" id="{40745AAD-7FC0-45F9-9744-CEB780DF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450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5" name="Google Shape;645;p28">
            <a:extLst xmlns:a="http://schemas.openxmlformats.org/drawingml/2006/main">
              <a:ext uri="{FF2B5EF4-FFF2-40B4-BE49-F238E27FC236}">
                <a16:creationId xmlns:a16="http://schemas.microsoft.com/office/drawing/2014/main" id="{B16D7018-564A-42A7-B15F-26F9143A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204187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6" name="Google Shape;646;p28">
            <a:extLst xmlns:a="http://schemas.openxmlformats.org/drawingml/2006/main">
              <a:ext uri="{FF2B5EF4-FFF2-40B4-BE49-F238E27FC236}">
                <a16:creationId xmlns:a16="http://schemas.microsoft.com/office/drawing/2014/main" id="{392C2518-391F-460A-8127-EFF049E4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547876" y="6958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7" name="Google Shape;647;p28">
            <a:extLst xmlns:a="http://schemas.openxmlformats.org/drawingml/2006/main">
              <a:ext uri="{FF2B5EF4-FFF2-40B4-BE49-F238E27FC236}">
                <a16:creationId xmlns:a16="http://schemas.microsoft.com/office/drawing/2014/main" id="{36C2A5AE-FECC-4C51-A48D-E52CD889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05549" y="442162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8" name="Google Shape;648;p28">
            <a:extLst xmlns:a="http://schemas.openxmlformats.org/drawingml/2006/main">
              <a:ext uri="{FF2B5EF4-FFF2-40B4-BE49-F238E27FC236}">
                <a16:creationId xmlns:a16="http://schemas.microsoft.com/office/drawing/2014/main" id="{BB8E4798-5E23-41AF-BB59-34C3D9B4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25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Background">
  <p:cSld name="CUSTOM_9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0" name="Google Shape;650;p29">
            <a:extLst xmlns:a="http://schemas.openxmlformats.org/drawingml/2006/main">
              <a:ext uri="{FF2B5EF4-FFF2-40B4-BE49-F238E27FC236}">
                <a16:creationId xmlns:a16="http://schemas.microsoft.com/office/drawing/2014/main" id="{E1631D3A-24EB-4646-8515-EC7ED788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99387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1" name="Google Shape;651;p29">
            <a:extLst xmlns:a="http://schemas.openxmlformats.org/drawingml/2006/main">
              <a:ext uri="{FF2B5EF4-FFF2-40B4-BE49-F238E27FC236}">
                <a16:creationId xmlns:a16="http://schemas.microsoft.com/office/drawing/2014/main" id="{2E1BC550-FCDE-4C1A-B405-CB4B544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13" y="-3775601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2" name="Google Shape;652;p29">
            <a:extLst xmlns:a="http://schemas.openxmlformats.org/drawingml/2006/main">
              <a:ext uri="{FF2B5EF4-FFF2-40B4-BE49-F238E27FC236}">
                <a16:creationId xmlns:a16="http://schemas.microsoft.com/office/drawing/2014/main" id="{40DC744D-E7E9-4D9D-8BEF-9796309A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488" y="2568049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3" name="Google Shape;653;p29">
            <a:extLst xmlns:a="http://schemas.openxmlformats.org/drawingml/2006/main">
              <a:ext uri="{FF2B5EF4-FFF2-40B4-BE49-F238E27FC236}">
                <a16:creationId xmlns:a16="http://schemas.microsoft.com/office/drawing/2014/main" id="{AF0B966E-FA90-44CE-9320-704B66C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313" y="-679976"/>
            <a:ext cx="6157719" cy="6004453"/>
          </a:xfrm>
          <a:custGeom xmlns:a="http://schemas.openxmlformats.org/drawingml/2006/main">
            <a:rect l="l" t="t" r="r" b="b"/>
            <a:pathLst>
              <a:path w="82804" h="80743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 xmlns:a="http://schemas.openxmlformats.org/drawingml/2006/main">
            <a:srgbClr val="EAD1B5">
              <a:alpha val="31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Background 1">
  <p:cSld name="CUSTOM_9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1" name="Google Shape;691;p30">
            <a:extLst xmlns:a="http://schemas.openxmlformats.org/drawingml/2006/main">
              <a:ext uri="{FF2B5EF4-FFF2-40B4-BE49-F238E27FC236}">
                <a16:creationId xmlns:a16="http://schemas.microsoft.com/office/drawing/2014/main" id="{2B46DCF4-61DE-4E75-877B-467692B9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0200" y="4766736"/>
            <a:ext cx="9363300" cy="3813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92" name="Google Shape;692;p30">
            <a:extLst xmlns:a="http://schemas.openxmlformats.org/drawingml/2006/main">
              <a:ext uri="{FF2B5EF4-FFF2-40B4-BE49-F238E27FC236}">
                <a16:creationId xmlns:a16="http://schemas.microsoft.com/office/drawing/2014/main" id="{FB01DFFA-6A8D-4600-9607-CC4E9072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77350" y="-47925"/>
            <a:ext cx="9363300" cy="3813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matchingName="Title only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2" name="Google Shape;722;p33">
            <a:extLst xmlns:a="http://schemas.openxmlformats.org/drawingml/2006/main">
              <a:ext uri="{FF2B5EF4-FFF2-40B4-BE49-F238E27FC236}">
                <a16:creationId xmlns:a16="http://schemas.microsoft.com/office/drawing/2014/main" id="{E7EEA99A-D832-4AAE-970C-37A1C1714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6775" y="510900"/>
            <a:ext cx="77106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d67b0aea4648b6" /><Relationship Type="http://schemas.openxmlformats.org/officeDocument/2006/relationships/slideLayout" Target="/ppt/slideLayouts/slideLayout1.xml" Id="Rbdd5e1f29b1e4218" /><Relationship Type="http://schemas.openxmlformats.org/officeDocument/2006/relationships/slideLayout" Target="/ppt/slideLayouts/slideLayout2.xml" Id="R05050bc26f7a42c2" /><Relationship Type="http://schemas.openxmlformats.org/officeDocument/2006/relationships/slideLayout" Target="/ppt/slideLayouts/slideLayout3.xml" Id="Rec32350d72424e01" /><Relationship Type="http://schemas.openxmlformats.org/officeDocument/2006/relationships/slideLayout" Target="/ppt/slideLayouts/slideLayout4.xml" Id="R9c8a6c82a1f24c2b" /><Relationship Type="http://schemas.openxmlformats.org/officeDocument/2006/relationships/slideLayout" Target="/ppt/slideLayouts/slideLayout5.xml" Id="R452f4a1a8d3d433d" /><Relationship Type="http://schemas.openxmlformats.org/officeDocument/2006/relationships/slideLayout" Target="/ppt/slideLayouts/slideLayout6.xml" Id="Rfe60903066ba47d3" /><Relationship Type="http://schemas.openxmlformats.org/officeDocument/2006/relationships/slideLayout" Target="/ppt/slideLayouts/slideLayout7.xml" Id="R4fe7c8b8efb74354" /><Relationship Type="http://schemas.openxmlformats.org/officeDocument/2006/relationships/slideLayout" Target="/ppt/slideLayouts/slideLayout8.xml" Id="Rc7eddf38153147ca" /><Relationship Type="http://schemas.openxmlformats.org/officeDocument/2006/relationships/slideLayout" Target="/ppt/slideLayouts/slideLayout9.xml" Id="R9114d1d00bd14c12" /><Relationship Type="http://schemas.openxmlformats.org/officeDocument/2006/relationships/slideLayout" Target="/ppt/slideLayouts/slideLayout10.xml" Id="Rf7f96edeb12d4d1b" /><Relationship Type="http://schemas.openxmlformats.org/officeDocument/2006/relationships/slideLayout" Target="/ppt/slideLayouts/slideLayout11.xml" Id="R5a9450a1b1374dc4" /><Relationship Type="http://schemas.openxmlformats.org/officeDocument/2006/relationships/slideLayout" Target="/ppt/slideLayouts/slideLayout12.xml" Id="Rab031a1385ca4cd0" /><Relationship Type="http://schemas.openxmlformats.org/officeDocument/2006/relationships/slideLayout" Target="/ppt/slideLayouts/slideLayout13.xml" Id="R959340ccc7c34ab6" /><Relationship Type="http://schemas.openxmlformats.org/officeDocument/2006/relationships/slideLayout" Target="/ppt/slideLayouts/slideLayout14.xml" Id="R5731c51eedd54b4d" /><Relationship Type="http://schemas.openxmlformats.org/officeDocument/2006/relationships/slideLayout" Target="/ppt/slideLayouts/slideLayout15.xml" Id="Re8bfab2c71054dfa" /><Relationship Type="http://schemas.openxmlformats.org/officeDocument/2006/relationships/slideLayout" Target="/ppt/slideLayouts/slideLayout16.xml" Id="R97aee2bcaf684f73" /><Relationship Type="http://schemas.openxmlformats.org/officeDocument/2006/relationships/slideLayout" Target="/ppt/slideLayouts/slideLayout17.xml" Id="R2272f96697fb4b92" /><Relationship Type="http://schemas.openxmlformats.org/officeDocument/2006/relationships/slideLayout" Target="/ppt/slideLayouts/slideLayout18.xml" Id="R08e63a9e1dbb4e7e" /><Relationship Type="http://schemas.openxmlformats.org/officeDocument/2006/relationships/slideLayout" Target="/ppt/slideLayouts/slideLayout19.xml" Id="R38aa3e0c9c444fa5" /><Relationship Type="http://schemas.openxmlformats.org/officeDocument/2006/relationships/slideLayout" Target="/ppt/slideLayouts/slideLayout20.xml" Id="Ra42bf1af8c074165" /><Relationship Type="http://schemas.openxmlformats.org/officeDocument/2006/relationships/slideLayout" Target="/ppt/slideLayouts/slideLayout21.xml" Id="R9d52846d932c43c4" /><Relationship Type="http://schemas.openxmlformats.org/officeDocument/2006/relationships/slideLayout" Target="/ppt/slideLayouts/slideLayout22.xml" Id="R3a50736696d04336" /><Relationship Type="http://schemas.openxmlformats.org/officeDocument/2006/relationships/slideLayout" Target="/ppt/slideLayouts/slideLayout23.xml" Id="R0b524f6b0c534ae6" /><Relationship Type="http://schemas.openxmlformats.org/officeDocument/2006/relationships/slideLayout" Target="/ppt/slideLayouts/slideLayout24.xml" Id="R7201eb43b1f74899" /><Relationship Type="http://schemas.openxmlformats.org/officeDocument/2006/relationships/slideLayout" Target="/ppt/slideLayouts/slideLayout25.xml" Id="Rd819417d92df4d1b" /><Relationship Type="http://schemas.openxmlformats.org/officeDocument/2006/relationships/slideLayout" Target="/ppt/slideLayouts/slideLayout26.xml" Id="Ra149f0103cb84cb2" /><Relationship Type="http://schemas.openxmlformats.org/officeDocument/2006/relationships/slideLayout" Target="/ppt/slideLayouts/slideLayout27.xml" Id="R96aacb2a37ec4216" /><Relationship Type="http://schemas.openxmlformats.org/officeDocument/2006/relationships/slideLayout" Target="/ppt/slideLayouts/slideLayout28.xml" Id="R2c78e6230de14eba" /><Relationship Type="http://schemas.openxmlformats.org/officeDocument/2006/relationships/slideLayout" Target="/ppt/slideLayouts/slideLayout29.xml" Id="R8c11c7e253d9402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9eecc1986b648da" /><Relationship Type="http://schemas.openxmlformats.org/officeDocument/2006/relationships/slideLayout" Target="/ppt/slideLayouts/slideLayout30.xml" Id="Re43a7495a05a4f41" /><Relationship Type="http://schemas.openxmlformats.org/officeDocument/2006/relationships/slideLayout" Target="/ppt/slideLayouts/slideLayout31.xml" Id="R6d313425b17e4bec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4F089C0-2764-4B2E-A689-0EEAB78B18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4E8C75F-C720-4CEA-BF58-A08271CE1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d5e1f29b1e4218"/>
    <p:sldLayoutId xmlns:r="http://schemas.openxmlformats.org/officeDocument/2006/relationships" id="2147483650" r:id="R05050bc26f7a42c2"/>
    <p:sldLayoutId xmlns:r="http://schemas.openxmlformats.org/officeDocument/2006/relationships" id="2147483651" r:id="Rec32350d72424e01"/>
    <p:sldLayoutId xmlns:r="http://schemas.openxmlformats.org/officeDocument/2006/relationships" id="2147483652" r:id="R9c8a6c82a1f24c2b"/>
    <p:sldLayoutId xmlns:r="http://schemas.openxmlformats.org/officeDocument/2006/relationships" id="2147483653" r:id="R452f4a1a8d3d433d"/>
    <p:sldLayoutId xmlns:r="http://schemas.openxmlformats.org/officeDocument/2006/relationships" id="2147483654" r:id="Rfe60903066ba47d3"/>
    <p:sldLayoutId xmlns:r="http://schemas.openxmlformats.org/officeDocument/2006/relationships" id="2147483655" r:id="R4fe7c8b8efb74354"/>
    <p:sldLayoutId xmlns:r="http://schemas.openxmlformats.org/officeDocument/2006/relationships" id="2147483656" r:id="Rc7eddf38153147ca"/>
    <p:sldLayoutId xmlns:r="http://schemas.openxmlformats.org/officeDocument/2006/relationships" id="2147483657" r:id="R9114d1d00bd14c12"/>
    <p:sldLayoutId xmlns:r="http://schemas.openxmlformats.org/officeDocument/2006/relationships" id="2147483658" r:id="Rf7f96edeb12d4d1b"/>
    <p:sldLayoutId xmlns:r="http://schemas.openxmlformats.org/officeDocument/2006/relationships" id="2147483659" r:id="R5a9450a1b1374dc4"/>
    <p:sldLayoutId xmlns:r="http://schemas.openxmlformats.org/officeDocument/2006/relationships" id="2147483660" r:id="Rab031a1385ca4cd0"/>
    <p:sldLayoutId xmlns:r="http://schemas.openxmlformats.org/officeDocument/2006/relationships" id="2147483661" r:id="R959340ccc7c34ab6"/>
    <p:sldLayoutId xmlns:r="http://schemas.openxmlformats.org/officeDocument/2006/relationships" id="2147483662" r:id="R5731c51eedd54b4d"/>
    <p:sldLayoutId xmlns:r="http://schemas.openxmlformats.org/officeDocument/2006/relationships" id="2147483663" r:id="Re8bfab2c71054dfa"/>
    <p:sldLayoutId xmlns:r="http://schemas.openxmlformats.org/officeDocument/2006/relationships" id="2147483664" r:id="R97aee2bcaf684f73"/>
    <p:sldLayoutId xmlns:r="http://schemas.openxmlformats.org/officeDocument/2006/relationships" id="2147483665" r:id="R2272f96697fb4b92"/>
    <p:sldLayoutId xmlns:r="http://schemas.openxmlformats.org/officeDocument/2006/relationships" id="2147483666" r:id="R08e63a9e1dbb4e7e"/>
    <p:sldLayoutId xmlns:r="http://schemas.openxmlformats.org/officeDocument/2006/relationships" id="2147483667" r:id="R38aa3e0c9c444fa5"/>
    <p:sldLayoutId xmlns:r="http://schemas.openxmlformats.org/officeDocument/2006/relationships" id="2147483668" r:id="Ra42bf1af8c074165"/>
    <p:sldLayoutId xmlns:r="http://schemas.openxmlformats.org/officeDocument/2006/relationships" id="2147483669" r:id="R9d52846d932c43c4"/>
    <p:sldLayoutId xmlns:r="http://schemas.openxmlformats.org/officeDocument/2006/relationships" id="2147483670" r:id="R3a50736696d04336"/>
    <p:sldLayoutId xmlns:r="http://schemas.openxmlformats.org/officeDocument/2006/relationships" id="2147483671" r:id="R0b524f6b0c534ae6"/>
    <p:sldLayoutId xmlns:r="http://schemas.openxmlformats.org/officeDocument/2006/relationships" id="2147483672" r:id="R7201eb43b1f74899"/>
    <p:sldLayoutId xmlns:r="http://schemas.openxmlformats.org/officeDocument/2006/relationships" id="2147483673" r:id="Rd819417d92df4d1b"/>
    <p:sldLayoutId xmlns:r="http://schemas.openxmlformats.org/officeDocument/2006/relationships" id="2147483674" r:id="Ra149f0103cb84cb2"/>
    <p:sldLayoutId xmlns:r="http://schemas.openxmlformats.org/officeDocument/2006/relationships" id="2147483675" r:id="R96aacb2a37ec4216"/>
    <p:sldLayoutId xmlns:r="http://schemas.openxmlformats.org/officeDocument/2006/relationships" id="2147483676" r:id="R2c78e6230de14eba"/>
    <p:sldLayoutId xmlns:r="http://schemas.openxmlformats.org/officeDocument/2006/relationships" id="2147483677" r:id="R8c11c7e253d94025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8" name="Google Shape;718;p31">
            <a:extLst xmlns:a="http://schemas.openxmlformats.org/drawingml/2006/main">
              <a:ext uri="{FF2B5EF4-FFF2-40B4-BE49-F238E27FC236}">
                <a16:creationId xmlns:a16="http://schemas.microsoft.com/office/drawing/2014/main" id="{A8EF56A4-86D4-4A24-9EBE-5C95F32AF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19" name="Google Shape;719;p31">
            <a:extLst xmlns:a="http://schemas.openxmlformats.org/drawingml/2006/main">
              <a:ext uri="{FF2B5EF4-FFF2-40B4-BE49-F238E27FC236}">
                <a16:creationId xmlns:a16="http://schemas.microsoft.com/office/drawing/2014/main" id="{5C78DF7E-89DF-4478-BDE8-5D1430F566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e43a7495a05a4f41"/>
    <p:sldLayoutId xmlns:r="http://schemas.openxmlformats.org/officeDocument/2006/relationships" id="2147483680" r:id="R6d313425b17e4bec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Basketball Training Center by Slidesgo">
  <a:themeElements>
    <a:clrScheme name="Simple Light">
      <a:dk1>
        <a:srgbClr val="9C2A29"/>
      </a:dk1>
      <a:lt1>
        <a:srgbClr val="EAD1B5"/>
      </a:lt1>
      <a:dk2>
        <a:srgbClr val="DE8558"/>
      </a:dk2>
      <a:lt2>
        <a:srgbClr val="EBAB8A"/>
      </a:lt2>
      <a:accent1>
        <a:srgbClr val="19191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C2A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4010d3fea4243" /><Relationship Type="http://schemas.openxmlformats.org/officeDocument/2006/relationships/notesSlide" Target="/ppt/notesSlides/notesSlide1.xml" Id="Ra62b9fa3506b43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74e2d1dca435a" /><Relationship Type="http://schemas.openxmlformats.org/officeDocument/2006/relationships/notesSlide" Target="/ppt/notesSlides/notesSlide2.xml" Id="R90fb3fdcee1a46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db68ee203be47e4" /><Relationship Type="http://schemas.openxmlformats.org/officeDocument/2006/relationships/notesSlide" Target="/ppt/notesSlides/notesSlide3.xml" Id="R4d1502428b9c45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22cf9c57cd341ba" /><Relationship Type="http://schemas.openxmlformats.org/officeDocument/2006/relationships/notesSlide" Target="/ppt/notesSlides/notesSlide4.xml" Id="R6f0e269b0609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ab43e1a449fa4f3c" /><Relationship Type="http://schemas.openxmlformats.org/officeDocument/2006/relationships/image" Target="/ppt/media/image.png" Id="R38225d59b62043cf" /><Relationship Type="http://schemas.openxmlformats.org/officeDocument/2006/relationships/image" Target="/ppt/media/image2.png" Id="Rb2a63c4f9050466c" /><Relationship Type="http://schemas.openxmlformats.org/officeDocument/2006/relationships/notesSlide" Target="/ppt/notesSlides/notesSlide5.xml" Id="Re7e054c92ed645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16ace5af07c14932" /><Relationship Type="http://schemas.openxmlformats.org/officeDocument/2006/relationships/notesSlide" Target="/ppt/notesSlides/notesSlide6.xml" Id="R0bf81cce372a49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179ad101e31455d" /><Relationship Type="http://schemas.openxmlformats.org/officeDocument/2006/relationships/notesSlide" Target="/ppt/notesSlides/notesSlide7.xml" Id="R1c26c3b8754f45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aa7a1aaad94a16" /><Relationship Type="http://schemas.openxmlformats.org/officeDocument/2006/relationships/notesSlide" Target="/ppt/notesSlides/notesSlide8.xml" Id="Rf5bce8139ec84a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c5e78c59a6c4694" /><Relationship Type="http://schemas.openxmlformats.org/officeDocument/2006/relationships/notesSlide" Target="/ppt/notesSlides/notesSlide9.xml" Id="R034b3fbc29084c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b09b801ef9e46b3" /><Relationship Type="http://schemas.openxmlformats.org/officeDocument/2006/relationships/notesSlide" Target="/ppt/notesSlides/notesSlide10.xml" Id="R3aab7349ef4e44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7" name="Google Shape;727;p34">
            <a:extLst xmlns:a="http://schemas.openxmlformats.org/drawingml/2006/main">
              <a:ext uri="{FF2B5EF4-FFF2-40B4-BE49-F238E27FC236}">
                <a16:creationId xmlns:a16="http://schemas.microsoft.com/office/drawing/2014/main" id="{2A1ADB59-90DD-4577-8AD6-E2D9083EDC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94850" y="734838"/>
            <a:ext cx="4258200" cy="310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CourtLens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코트렌즈</a:t>
            </a:r>
          </a:p>
        </p:txBody>
      </p:sp>
      <p:sp>
        <p:nvSpPr>
          <p:cNvPr id="728" name="Google Shape;728;p34">
            <a:extLst xmlns:a="http://schemas.openxmlformats.org/drawingml/2006/main">
              <a:ext uri="{FF2B5EF4-FFF2-40B4-BE49-F238E27FC236}">
                <a16:creationId xmlns:a16="http://schemas.microsoft.com/office/drawing/2014/main" id="{7EC10220-A486-4B51-AF45-8174FCCD4A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94850" y="3840750"/>
            <a:ext cx="4258200" cy="46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AI로 스포츠 진입장벽을 없애는 KBL 팬덤 앱</a:t>
            </a:r>
          </a:p>
        </p:txBody>
      </p:sp>
    </p:spTree>
    <p:extLst>
      <p:ext uri="{BB962C8B-B14F-4D97-AF65-F5344CB8AC3E}">
        <p14:creationId xmlns:p14="http://schemas.microsoft.com/office/powerpoint/2010/main" val="21050910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8" name="Google Shape;868;p37">
            <a:extLst xmlns:a="http://schemas.openxmlformats.org/drawingml/2006/main">
              <a:ext uri="{FF2B5EF4-FFF2-40B4-BE49-F238E27FC236}">
                <a16:creationId xmlns:a16="http://schemas.microsoft.com/office/drawing/2014/main" id="{37B93FDB-C411-4310-A6C1-23DFA43D3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문제: 재미까지 가는 길이 어렵다</a:t>
            </a:r>
          </a:p>
        </p:txBody>
      </p:sp>
      <p:sp>
        <p:nvSpPr>
          <p:cNvPr id="869" name="Google Shape;869;p37">
            <a:extLst xmlns:a="http://schemas.openxmlformats.org/drawingml/2006/main">
              <a:ext uri="{FF2B5EF4-FFF2-40B4-BE49-F238E27FC236}">
                <a16:creationId xmlns:a16="http://schemas.microsoft.com/office/drawing/2014/main" id="{66C271E7-3333-46BD-A322-67B18211577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57900" y="1905750"/>
            <a:ext cx="3397800" cy="198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라이트 팬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전체 경기를 볼 시간은 부족하고, 좋아하는 선수 장면만 따로 찾기 어렵습니다. 전술을 모르면 좋은 플레이도 그냥 지나갑니다.</a:t>
            </a:r>
          </a:p>
        </p:txBody>
      </p:sp>
      <p:sp>
        <p:nvSpPr>
          <p:cNvPr id="870" name="Google Shape;870;p37">
            <a:extLst xmlns:a="http://schemas.openxmlformats.org/drawingml/2006/main">
              <a:ext uri="{FF2B5EF4-FFF2-40B4-BE49-F238E27FC236}">
                <a16:creationId xmlns:a16="http://schemas.microsoft.com/office/drawing/2014/main" id="{260F8F56-7713-4764-976E-E205AA52E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688375" y="1905750"/>
            <a:ext cx="3397800" cy="198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구단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팬이 어떤 선수와 장면에 반응하는지 알기 어렵고, 그 관심을 티켓·굿즈·멤버십으로 연결하기도 어렵습니다.</a:t>
            </a:r>
          </a:p>
        </p:txBody>
      </p:sp>
      <p:sp>
        <p:nvSpPr>
          <p:cNvPr id="871" name="Google Shape;871;p37">
            <a:extLst xmlns:a="http://schemas.openxmlformats.org/drawingml/2006/main">
              <a:ext uri="{FF2B5EF4-FFF2-40B4-BE49-F238E27FC236}">
                <a16:creationId xmlns:a16="http://schemas.microsoft.com/office/drawing/2014/main" id="{AEB13E27-30CF-47C1-9535-88A7D0F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72326" y="41721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72" name="Google Shape;872;p37">
            <a:extLst xmlns:a="http://schemas.openxmlformats.org/drawingml/2006/main">
              <a:ext uri="{FF2B5EF4-FFF2-40B4-BE49-F238E27FC236}">
                <a16:creationId xmlns:a16="http://schemas.microsoft.com/office/drawing/2014/main" id="{74C2268A-1B9D-4FC7-854A-CFFF0A1C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762" y="4172175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179561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8" name="Google Shape;998;p41">
            <a:extLst xmlns:a="http://schemas.openxmlformats.org/drawingml/2006/main">
              <a:ext uri="{FF2B5EF4-FFF2-40B4-BE49-F238E27FC236}">
                <a16:creationId xmlns:a16="http://schemas.microsoft.com/office/drawing/2014/main" id="{12D22401-A6E3-452E-8BD2-C49207782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핵심 인사이트</a:t>
            </a:r>
          </a:p>
        </p:txBody>
      </p:sp>
      <p:sp>
        <p:nvSpPr>
          <p:cNvPr id="999" name="Google Shape;999;p41">
            <a:extLst xmlns:a="http://schemas.openxmlformats.org/drawingml/2006/main">
              <a:ext uri="{FF2B5EF4-FFF2-40B4-BE49-F238E27FC236}">
                <a16:creationId xmlns:a16="http://schemas.microsoft.com/office/drawing/2014/main" id="{934CE5B9-A099-4162-8098-2F5C5174B5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2734225"/>
            <a:ext cx="23829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팬은 경기 결과보다 내가 좋아하는 선수가 오늘 무엇을 했는지가 궁금합니다.</a:t>
            </a:r>
          </a:p>
        </p:txBody>
      </p:sp>
      <p:sp>
        <p:nvSpPr>
          <p:cNvPr id="1000" name="Google Shape;1000;p41">
            <a:extLst xmlns:a="http://schemas.openxmlformats.org/drawingml/2006/main">
              <a:ext uri="{FF2B5EF4-FFF2-40B4-BE49-F238E27FC236}">
                <a16:creationId xmlns:a16="http://schemas.microsoft.com/office/drawing/2014/main" id="{3F2DC780-8752-417B-BA28-C4AB1EECD82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80551" y="2734225"/>
            <a:ext cx="23829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좋은 장면의 이유를 알 때 라이트 팬은 코어 팬으로 이동합니다.</a:t>
            </a:r>
          </a:p>
        </p:txBody>
      </p:sp>
      <p:sp>
        <p:nvSpPr>
          <p:cNvPr id="1001" name="Google Shape;1001;p41">
            <a:extLst xmlns:a="http://schemas.openxmlformats.org/drawingml/2006/main">
              <a:ext uri="{FF2B5EF4-FFF2-40B4-BE49-F238E27FC236}">
                <a16:creationId xmlns:a16="http://schemas.microsoft.com/office/drawing/2014/main" id="{CC0845BF-28A9-489A-9A32-79758C4A69D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041108" y="2734225"/>
            <a:ext cx="23829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몰입한 순간에 직관·굿즈·멤버십 전환이 일어납니다.</a:t>
            </a:r>
          </a:p>
        </p:txBody>
      </p:sp>
      <p:sp>
        <p:nvSpPr>
          <p:cNvPr id="1002" name="Google Shape;1002;p41">
            <a:extLst xmlns:a="http://schemas.openxmlformats.org/drawingml/2006/main">
              <a:ext uri="{FF2B5EF4-FFF2-40B4-BE49-F238E27FC236}">
                <a16:creationId xmlns:a16="http://schemas.microsoft.com/office/drawing/2014/main" id="{F0C03E80-4059-4B48-81B0-FCBD3DF41AB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0000" y="2379625"/>
            <a:ext cx="2382900" cy="43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선수 중심</a:t>
            </a:r>
          </a:p>
        </p:txBody>
      </p:sp>
      <p:sp>
        <p:nvSpPr>
          <p:cNvPr id="1003" name="Google Shape;1003;p41">
            <a:extLst xmlns:a="http://schemas.openxmlformats.org/drawingml/2006/main">
              <a:ext uri="{FF2B5EF4-FFF2-40B4-BE49-F238E27FC236}">
                <a16:creationId xmlns:a16="http://schemas.microsoft.com/office/drawing/2014/main" id="{2233A76E-86F0-46BC-8392-EF4250EDFB3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380551" y="2379625"/>
            <a:ext cx="2382900" cy="43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전술 이해</a:t>
            </a:r>
          </a:p>
        </p:txBody>
      </p:sp>
      <p:sp>
        <p:nvSpPr>
          <p:cNvPr id="1004" name="Google Shape;1004;p41">
            <a:extLst xmlns:a="http://schemas.openxmlformats.org/drawingml/2006/main">
              <a:ext uri="{FF2B5EF4-FFF2-40B4-BE49-F238E27FC236}">
                <a16:creationId xmlns:a16="http://schemas.microsoft.com/office/drawing/2014/main" id="{99E2FFA2-62B9-497B-85C6-6FF6B036DAD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41108" y="2379625"/>
            <a:ext cx="2382900" cy="43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다음 행동</a:t>
            </a:r>
          </a:p>
        </p:txBody>
      </p:sp>
      <p:sp>
        <p:nvSpPr>
          <p:cNvPr id="1005" name="Google Shape;1005;p41">
            <a:extLst xmlns:a="http://schemas.openxmlformats.org/drawingml/2006/main">
              <a:ext uri="{FF2B5EF4-FFF2-40B4-BE49-F238E27FC236}">
                <a16:creationId xmlns:a16="http://schemas.microsoft.com/office/drawing/2014/main" id="{9D158D03-5465-43FD-96C6-FCFD9FED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00" y="37435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06" name="Google Shape;1006;p41">
            <a:extLst xmlns:a="http://schemas.openxmlformats.org/drawingml/2006/main">
              <a:ext uri="{FF2B5EF4-FFF2-40B4-BE49-F238E27FC236}">
                <a16:creationId xmlns:a16="http://schemas.microsoft.com/office/drawing/2014/main" id="{A6D7F6CE-7D21-4BC9-B5D6-95648711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51" y="37435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07" name="Google Shape;1007;p41">
            <a:extLst xmlns:a="http://schemas.openxmlformats.org/drawingml/2006/main">
              <a:ext uri="{FF2B5EF4-FFF2-40B4-BE49-F238E27FC236}">
                <a16:creationId xmlns:a16="http://schemas.microsoft.com/office/drawing/2014/main" id="{6EA61785-710E-46E2-8FA7-07F210DF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508" y="3743550"/>
            <a:ext cx="1724100" cy="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38" name="Google Shape;1038;p41">
            <a:extLst xmlns:a="http://schemas.openxmlformats.org/drawingml/2006/main">
              <a:ext uri="{FF2B5EF4-FFF2-40B4-BE49-F238E27FC236}">
                <a16:creationId xmlns:a16="http://schemas.microsoft.com/office/drawing/2014/main" id="{E7565860-2C2B-43DD-9A10-B5CD6C4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350" y="1483675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39" name="Google Shape;1039;p41">
            <a:extLst xmlns:a="http://schemas.openxmlformats.org/drawingml/2006/main">
              <a:ext uri="{FF2B5EF4-FFF2-40B4-BE49-F238E27FC236}">
                <a16:creationId xmlns:a16="http://schemas.microsoft.com/office/drawing/2014/main" id="{12133011-AA1A-4D62-8F2D-149B7515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901" y="1483675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0" name="Google Shape;1040;p41">
            <a:extLst xmlns:a="http://schemas.openxmlformats.org/drawingml/2006/main">
              <a:ext uri="{FF2B5EF4-FFF2-40B4-BE49-F238E27FC236}">
                <a16:creationId xmlns:a16="http://schemas.microsoft.com/office/drawing/2014/main" id="{B521B3BE-1239-4B40-85FE-B2E5743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458" y="1483675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309968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6" name="Google Shape;1226;p45">
            <a:extLst xmlns:a="http://schemas.openxmlformats.org/drawingml/2006/main">
              <a:ext uri="{FF2B5EF4-FFF2-40B4-BE49-F238E27FC236}">
                <a16:creationId xmlns:a16="http://schemas.microsoft.com/office/drawing/2014/main" id="{6A7A1955-F910-4381-AF99-B572A8B7B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솔루션: 개인화 농구 렌즈</a:t>
            </a:r>
          </a:p>
        </p:txBody>
      </p:sp>
      <p:sp>
        <p:nvSpPr>
          <p:cNvPr id="1227" name="Google Shape;1227;p45">
            <a:extLst xmlns:a="http://schemas.openxmlformats.org/drawingml/2006/main">
              <a:ext uri="{FF2B5EF4-FFF2-40B4-BE49-F238E27FC236}">
                <a16:creationId xmlns:a16="http://schemas.microsoft.com/office/drawing/2014/main" id="{A816B455-1044-4218-AF7D-A95EB6E48B18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125774" y="32337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입덕패스</a:t>
            </a:r>
          </a:p>
        </p:txBody>
      </p:sp>
      <p:sp>
        <p:nvSpPr>
          <p:cNvPr id="1228" name="Google Shape;1228;p45">
            <a:extLst xmlns:a="http://schemas.openxmlformats.org/drawingml/2006/main">
              <a:ext uri="{FF2B5EF4-FFF2-40B4-BE49-F238E27FC236}">
                <a16:creationId xmlns:a16="http://schemas.microsoft.com/office/drawing/2014/main" id="{EA55E797-5D8B-4079-BBE9-0A2F96446B1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125774" y="18003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내하이라이트</a:t>
            </a:r>
          </a:p>
        </p:txBody>
      </p:sp>
      <p:sp>
        <p:nvSpPr>
          <p:cNvPr id="1229" name="Google Shape;1229;p45">
            <a:extLst xmlns:a="http://schemas.openxmlformats.org/drawingml/2006/main">
              <a:ext uri="{FF2B5EF4-FFF2-40B4-BE49-F238E27FC236}">
                <a16:creationId xmlns:a16="http://schemas.microsoft.com/office/drawing/2014/main" id="{1DF961A2-383E-4DCD-8EB1-C895A49939D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632753" y="18003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작전판AI</a:t>
            </a:r>
          </a:p>
        </p:txBody>
      </p:sp>
      <p:sp>
        <p:nvSpPr>
          <p:cNvPr id="1230" name="Google Shape;1230;p45">
            <a:extLst xmlns:a="http://schemas.openxmlformats.org/drawingml/2006/main">
              <a:ext uri="{FF2B5EF4-FFF2-40B4-BE49-F238E27FC236}">
                <a16:creationId xmlns:a16="http://schemas.microsoft.com/office/drawing/2014/main" id="{05EF297D-D3CA-4C98-BEDA-2B367B1073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25778" y="20778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팔로우한 선수의 득점·어시스트·클러치 장면 자동 모음</a:t>
            </a:r>
          </a:p>
        </p:txBody>
      </p:sp>
      <p:sp>
        <p:nvSpPr>
          <p:cNvPr id="1231" name="Google Shape;1231;p45">
            <a:extLst xmlns:a="http://schemas.openxmlformats.org/drawingml/2006/main">
              <a:ext uri="{FF2B5EF4-FFF2-40B4-BE49-F238E27FC236}">
                <a16:creationId xmlns:a16="http://schemas.microsoft.com/office/drawing/2014/main" id="{A8B3478F-D94B-4B44-9FF7-49A9BDEFFBB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32759" y="20778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픽앤롤·속공·미스매치 등 플레이 의미를 쉬운 말로 설명</a:t>
            </a:r>
          </a:p>
        </p:txBody>
      </p:sp>
      <p:sp>
        <p:nvSpPr>
          <p:cNvPr id="1232" name="Google Shape;1232;p45">
            <a:extLst xmlns:a="http://schemas.openxmlformats.org/drawingml/2006/main">
              <a:ext uri="{FF2B5EF4-FFF2-40B4-BE49-F238E27FC236}">
                <a16:creationId xmlns:a16="http://schemas.microsoft.com/office/drawing/2014/main" id="{417828A0-8FBF-45D8-BAB7-DBD2BDB4E25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125778" y="35112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오늘 봐야 할 선수·라이벌리·경기 맥락 제공</a:t>
            </a:r>
          </a:p>
        </p:txBody>
      </p:sp>
      <p:sp>
        <p:nvSpPr>
          <p:cNvPr id="1233" name="Google Shape;1233;p45">
            <a:extLst xmlns:a="http://schemas.openxmlformats.org/drawingml/2006/main">
              <a:ext uri="{FF2B5EF4-FFF2-40B4-BE49-F238E27FC236}">
                <a16:creationId xmlns:a16="http://schemas.microsoft.com/office/drawing/2014/main" id="{6D7F6771-049A-47C8-BD09-706E8317FE6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632759" y="3511275"/>
            <a:ext cx="2147400" cy="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다음 홈경기, 좌석, 굿즈, 이벤트로 바로 연결</a:t>
            </a:r>
          </a:p>
        </p:txBody>
      </p:sp>
      <p:sp>
        <p:nvSpPr>
          <p:cNvPr id="1234" name="Google Shape;1234;p45">
            <a:extLst xmlns:a="http://schemas.openxmlformats.org/drawingml/2006/main">
              <a:ext uri="{FF2B5EF4-FFF2-40B4-BE49-F238E27FC236}">
                <a16:creationId xmlns:a16="http://schemas.microsoft.com/office/drawing/2014/main" id="{E76467E6-19FD-4323-9A13-508FE201D15A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632753" y="3233775"/>
            <a:ext cx="21474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직관메이트</a:t>
            </a:r>
          </a:p>
        </p:txBody>
      </p:sp>
      <p:sp>
        <p:nvSpPr>
          <p:cNvPr id="1235" name="Google Shape;1235;p45">
            <a:extLst xmlns:a="http://schemas.openxmlformats.org/drawingml/2006/main">
              <a:ext uri="{FF2B5EF4-FFF2-40B4-BE49-F238E27FC236}">
                <a16:creationId xmlns:a16="http://schemas.microsoft.com/office/drawing/2014/main" id="{291C9608-96F1-47AE-BBA8-0CC110E1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41" y="1895550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6" name="Google Shape;1236;p45">
            <a:extLst xmlns:a="http://schemas.openxmlformats.org/drawingml/2006/main">
              <a:ext uri="{FF2B5EF4-FFF2-40B4-BE49-F238E27FC236}">
                <a16:creationId xmlns:a16="http://schemas.microsoft.com/office/drawing/2014/main" id="{6B027400-4E44-4C93-9E79-F1DF42F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41" y="3350575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7" name="Google Shape;1237;p45">
            <a:extLst xmlns:a="http://schemas.openxmlformats.org/drawingml/2006/main">
              <a:ext uri="{FF2B5EF4-FFF2-40B4-BE49-F238E27FC236}">
                <a16:creationId xmlns:a16="http://schemas.microsoft.com/office/drawing/2014/main" id="{CF902945-F20A-44B5-9F03-875B2F78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41" y="1895550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8" name="Google Shape;1238;p45">
            <a:extLst xmlns:a="http://schemas.openxmlformats.org/drawingml/2006/main">
              <a:ext uri="{FF2B5EF4-FFF2-40B4-BE49-F238E27FC236}">
                <a16:creationId xmlns:a16="http://schemas.microsoft.com/office/drawing/2014/main" id="{992F1BA1-2175-4C5A-A034-328D9CC9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41" y="3350575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4434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5" name="Google Shape;1545;p53">
            <a:extLst xmlns:a="http://schemas.openxmlformats.org/drawingml/2006/main">
              <a:ext uri="{FF2B5EF4-FFF2-40B4-BE49-F238E27FC236}">
                <a16:creationId xmlns:a16="http://schemas.microsoft.com/office/drawing/2014/main" id="{133A4AA0-B9B1-4EE2-9AAB-6050C78BF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72850" y="1607813"/>
            <a:ext cx="3144300" cy="7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제품 흐름</a:t>
            </a:r>
          </a:p>
        </p:txBody>
      </p:sp>
      <p:sp>
        <p:nvSpPr>
          <p:cNvPr id="1546" name="Google Shape;1546;p53">
            <a:extLst xmlns:a="http://schemas.openxmlformats.org/drawingml/2006/main">
              <a:ext uri="{FF2B5EF4-FFF2-40B4-BE49-F238E27FC236}">
                <a16:creationId xmlns:a16="http://schemas.microsoft.com/office/drawing/2014/main" id="{1E9694D3-E386-4E09-94F1-A23B58E43D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72850" y="2348288"/>
            <a:ext cx="3144300" cy="118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선수 팔로우 → 개인화 하이라이트 → 작전판AI 해설 → 직관·굿즈 CTA.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팬은 1분 안에 오늘 경기의 핵심 장면과 의미를 이해합니다.</a:t>
            </a:r>
          </a:p>
        </p:txBody>
      </p:sp>
      <p:pic>
        <p:nvPicPr>
          <p:cNvPr id="1551" name="Google Shape;1551;p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225d59b62043cf">
            <a:alphaModFix/>
          </a:blip>
          <a:srcRect xmlns:a="http://schemas.openxmlformats.org/drawingml/2006/main" l="0" t="5128" r="0" b="5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4835" y="1405574"/>
            <a:ext cx="2818830" cy="1686505"/>
          </a:xfrm>
          <a:prstGeom xmlns:a="http://schemas.openxmlformats.org/drawingml/2006/main" prst="rect">
            <a:avLst/>
          </a:prstGeom>
          <a:ln xmlns:a="http://schemas.openxmlformats.org/drawingml/2006/main" w="19050" cap="flat" cmpd="sng">
            <a:solidFill>
              <a:schemeClr val="lt1"/>
            </a:solidFill>
            <a:prstDash val="solid"/>
            <a:round/>
          </a:ln>
        </p:spPr>
      </p:pic>
      <p:pic>
        <p:nvPicPr>
          <p:cNvPr id="1552" name="Google Shape;1555;p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a63c4f9050466c">
            <a:alphaModFix/>
          </a:blip>
          <a:srcRect xmlns:a="http://schemas.openxmlformats.org/drawingml/2006/main" l="30003" t="0" r="300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4270" y="1971104"/>
            <a:ext cx="1049295" cy="1749046"/>
          </a:xfrm>
          <a:prstGeom xmlns:a="http://schemas.openxmlformats.org/drawingml/2006/main" prst="rect">
            <a:avLst/>
          </a:prstGeom>
          <a:ln xmlns:a="http://schemas.openxmlformats.org/drawingml/2006/main" w="19050" cap="flat" cmpd="sng">
            <a:solidFill>
              <a:schemeClr val="lt1"/>
            </a:solidFill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10288364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1" name="Google Shape;1571;p55">
            <a:extLst xmlns:a="http://schemas.openxmlformats.org/drawingml/2006/main">
              <a:ext uri="{FF2B5EF4-FFF2-40B4-BE49-F238E27FC236}">
                <a16:creationId xmlns:a16="http://schemas.microsoft.com/office/drawing/2014/main" id="{726A8C63-000D-4817-B28B-B6E767988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구단 B2B 수익화</a:t>
            </a:r>
          </a:p>
        </p:txBody>
      </p:sp>
      <p:graphicFrame>
        <p:nvGraphicFramePr>
          <p:cNvPr id="1574" name="Google Shape;1572;p55"/>
          <p:cNvGraphicFramePr/>
          <p:nvPr/>
        </p:nvGraphicFramePr>
        <p:xfrm>
          <a:off xmlns:a="http://schemas.openxmlformats.org/drawingml/2006/main" x="1558200" y="12599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{44AF41CA-1EB3-4AD5-9CCC-BD4EA73E9B7C}</a:tableStyleId>
              </a:tblPr>
              <a:tblGrid>
                <a:gridCol w="1769925"/>
                <a:gridCol w="4257675"/>
              </a:tblGrid>
              <a:tr h="46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200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</a:rPr>
                        <a:t>수익화 축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2000">
                          <a:solidFill>
                            <a:schemeClr val="accent1"/>
                          </a:solidFill>
                          <a:latin typeface="Calistoga"/>
                          <a:ea typeface="Calistoga"/>
                          <a:cs typeface="Calistoga"/>
                        </a:rPr>
                        <a:t>구단이 얻는 가치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6480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60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</a:rPr>
                        <a:t>콘텐츠·데이터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</a:rPr>
                        <a:t>선수별 숏폼·전술 카드 제작 비용 절감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648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</a:rPr>
                        <a:t>팬 반응 대시보드로 선수·장면 관심 확인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6480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60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</a:rPr>
                        <a:t>전환 수익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</a:rPr>
                        <a:t>하이라이트 직후 다음 홈경기 예매 연결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648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</a:rPr>
                        <a:t>선수 관심을 유니폼·MD 구매로 연결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6480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60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</a:rPr>
                        <a:t>스폰서·라이선스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</a:rPr>
                        <a:t>몰입 장면 기반 브랜드 노출 상품화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648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</a:rPr>
                        <a:t>시즌 라이선스 + 성과 쉐어</a:t>
                      </a:r>
                    </a:p>
                  </a:txBody>
                  <a:tcPr marL="91425" marR="91425" marT="91425" marB="91425" anchor="ctr">
                    <a:lnL w="28575" cmpd="sng">
                      <a:solidFill>
                        <a:schemeClr val="lt1"/>
                      </a:solidFill>
                      <a:prstDash val="solid"/>
                    </a:lnL>
                    <a:lnR w="28575" cmpd="sng">
                      <a:solidFill>
                        <a:schemeClr val="lt1"/>
                      </a:solidFill>
                      <a:prstDash val="solid"/>
                    </a:lnR>
                    <a:lnT w="28575" cmpd="sng">
                      <a:solidFill>
                        <a:schemeClr val="lt1"/>
                      </a:solidFill>
                      <a:prstDash val="solid"/>
                    </a:lnT>
                    <a:lnB w="28575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7615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5" name="Google Shape;1135;p43">
            <a:extLst xmlns:a="http://schemas.openxmlformats.org/drawingml/2006/main">
              <a:ext uri="{FF2B5EF4-FFF2-40B4-BE49-F238E27FC236}">
                <a16:creationId xmlns:a16="http://schemas.microsoft.com/office/drawing/2014/main" id="{73F6FE9D-D93A-48F8-B307-FED8E53E8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팬덤 수익화 전략</a:t>
            </a:r>
          </a:p>
        </p:txBody>
      </p:sp>
      <p:sp>
        <p:nvSpPr>
          <p:cNvPr id="1136" name="Google Shape;1136;p43">
            <a:extLst xmlns:a="http://schemas.openxmlformats.org/drawingml/2006/main">
              <a:ext uri="{FF2B5EF4-FFF2-40B4-BE49-F238E27FC236}">
                <a16:creationId xmlns:a16="http://schemas.microsoft.com/office/drawing/2014/main" id="{83718835-56C9-4878-BCD2-6CAE232517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07544" y="2195936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TOP 하이라이트와 쉬운 전술 설명으로 무료 진입</a:t>
            </a:r>
          </a:p>
        </p:txBody>
      </p:sp>
      <p:sp>
        <p:nvSpPr>
          <p:cNvPr id="1137" name="Google Shape;1137;p43">
            <a:extLst xmlns:a="http://schemas.openxmlformats.org/drawingml/2006/main">
              <a:ext uri="{FF2B5EF4-FFF2-40B4-BE49-F238E27FC236}">
                <a16:creationId xmlns:a16="http://schemas.microsoft.com/office/drawing/2014/main" id="{7A05D29E-DEA8-46A5-84B8-45D79F263C4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83846" y="2195936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내 선수 전체 하이라이트와 시즌 아카이브</a:t>
            </a:r>
          </a:p>
        </p:txBody>
      </p:sp>
      <p:sp>
        <p:nvSpPr>
          <p:cNvPr id="1138" name="Google Shape;1138;p43">
            <a:extLst xmlns:a="http://schemas.openxmlformats.org/drawingml/2006/main">
              <a:ext uri="{FF2B5EF4-FFF2-40B4-BE49-F238E27FC236}">
                <a16:creationId xmlns:a16="http://schemas.microsoft.com/office/drawing/2014/main" id="{37F9C142-FC3C-4F1F-9624-24E9919227F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007544" y="3882800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선수 하이라이트에서 유니폼·MD 추천</a:t>
            </a:r>
          </a:p>
        </p:txBody>
      </p:sp>
      <p:sp>
        <p:nvSpPr>
          <p:cNvPr id="1139" name="Google Shape;1139;p43">
            <a:extLst xmlns:a="http://schemas.openxmlformats.org/drawingml/2006/main">
              <a:ext uri="{FF2B5EF4-FFF2-40B4-BE49-F238E27FC236}">
                <a16:creationId xmlns:a16="http://schemas.microsoft.com/office/drawing/2014/main" id="{8D3E22B5-67FE-40A1-942C-23AF12B221B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383846" y="3882800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오늘의 클러치 플레이 같은 브랜드 패키지</a:t>
            </a:r>
          </a:p>
        </p:txBody>
      </p:sp>
      <p:sp>
        <p:nvSpPr>
          <p:cNvPr id="1140" name="Google Shape;1140;p43">
            <a:extLst xmlns:a="http://schemas.openxmlformats.org/drawingml/2006/main">
              <a:ext uri="{FF2B5EF4-FFF2-40B4-BE49-F238E27FC236}">
                <a16:creationId xmlns:a16="http://schemas.microsoft.com/office/drawing/2014/main" id="{2EEEDC75-D488-4410-A52B-BFDFD660AC10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760156" y="2195936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관심 선수의 다음 홈경기 예매 연결</a:t>
            </a:r>
          </a:p>
        </p:txBody>
      </p:sp>
      <p:sp>
        <p:nvSpPr>
          <p:cNvPr id="1141" name="Google Shape;1141;p43">
            <a:extLst xmlns:a="http://schemas.openxmlformats.org/drawingml/2006/main">
              <a:ext uri="{FF2B5EF4-FFF2-40B4-BE49-F238E27FC236}">
                <a16:creationId xmlns:a16="http://schemas.microsoft.com/office/drawing/2014/main" id="{1BBD703C-6D9F-411A-A26E-71B29D4C851F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760156" y="3882800"/>
            <a:ext cx="2376300" cy="6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팬 반응을 구단 CRM과 캠페인에 활용</a:t>
            </a:r>
          </a:p>
        </p:txBody>
      </p:sp>
      <p:sp>
        <p:nvSpPr>
          <p:cNvPr id="1142" name="Google Shape;1142;p43">
            <a:extLst xmlns:a="http://schemas.openxmlformats.org/drawingml/2006/main">
              <a:ext uri="{FF2B5EF4-FFF2-40B4-BE49-F238E27FC236}">
                <a16:creationId xmlns:a16="http://schemas.microsoft.com/office/drawing/2014/main" id="{BC664D45-18BB-4945-962B-A2064A95027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007544" y="1844700"/>
            <a:ext cx="23763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Free</a:t>
            </a:r>
          </a:p>
        </p:txBody>
      </p:sp>
      <p:sp>
        <p:nvSpPr>
          <p:cNvPr id="1143" name="Google Shape;1143;p43">
            <a:extLst xmlns:a="http://schemas.openxmlformats.org/drawingml/2006/main">
              <a:ext uri="{FF2B5EF4-FFF2-40B4-BE49-F238E27FC236}">
                <a16:creationId xmlns:a16="http://schemas.microsoft.com/office/drawing/2014/main" id="{222D0D99-4B70-4633-B231-DDDE1D4B3561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383846" y="1844700"/>
            <a:ext cx="23763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Fan Pass</a:t>
            </a:r>
          </a:p>
        </p:txBody>
      </p:sp>
      <p:sp>
        <p:nvSpPr>
          <p:cNvPr id="1144" name="Google Shape;1144;p43">
            <a:extLst xmlns:a="http://schemas.openxmlformats.org/drawingml/2006/main">
              <a:ext uri="{FF2B5EF4-FFF2-40B4-BE49-F238E27FC236}">
                <a16:creationId xmlns:a16="http://schemas.microsoft.com/office/drawing/2014/main" id="{5817BFEA-760C-49E2-81AC-B5E48FC881CD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007544" y="3533300"/>
            <a:ext cx="23763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Goods</a:t>
            </a:r>
          </a:p>
        </p:txBody>
      </p:sp>
      <p:sp>
        <p:nvSpPr>
          <p:cNvPr id="1145" name="Google Shape;1145;p43">
            <a:extLst xmlns:a="http://schemas.openxmlformats.org/drawingml/2006/main">
              <a:ext uri="{FF2B5EF4-FFF2-40B4-BE49-F238E27FC236}">
                <a16:creationId xmlns:a16="http://schemas.microsoft.com/office/drawing/2014/main" id="{0C8A700B-11A7-4D4B-9EC9-79B665D9E4E7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3383846" y="3533300"/>
            <a:ext cx="23763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Sponsor</a:t>
            </a:r>
          </a:p>
        </p:txBody>
      </p:sp>
      <p:sp>
        <p:nvSpPr>
          <p:cNvPr id="1146" name="Google Shape;1146;p43">
            <a:extLst xmlns:a="http://schemas.openxmlformats.org/drawingml/2006/main">
              <a:ext uri="{FF2B5EF4-FFF2-40B4-BE49-F238E27FC236}">
                <a16:creationId xmlns:a16="http://schemas.microsoft.com/office/drawing/2014/main" id="{A2A88FF6-FA1F-4D6C-AA46-D54025B976E7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760155" y="1844700"/>
            <a:ext cx="23763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Ticket</a:t>
            </a:r>
          </a:p>
        </p:txBody>
      </p:sp>
      <p:sp>
        <p:nvSpPr>
          <p:cNvPr id="1147" name="Google Shape;1147;p43">
            <a:extLst xmlns:a="http://schemas.openxmlformats.org/drawingml/2006/main">
              <a:ext uri="{FF2B5EF4-FFF2-40B4-BE49-F238E27FC236}">
                <a16:creationId xmlns:a16="http://schemas.microsoft.com/office/drawing/2014/main" id="{4C3063E1-25E3-4F18-9591-F94E34549B1B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760155" y="3533300"/>
            <a:ext cx="23763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1732352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6" name="Google Shape;976;p40">
            <a:extLst xmlns:a="http://schemas.openxmlformats.org/drawingml/2006/main">
              <a:ext uri="{FF2B5EF4-FFF2-40B4-BE49-F238E27FC236}">
                <a16:creationId xmlns:a16="http://schemas.microsoft.com/office/drawing/2014/main" id="{DC7F71D9-412E-4644-BF94-640217DA0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AI 구현 파이프라인</a:t>
            </a:r>
          </a:p>
        </p:txBody>
      </p:sp>
      <p:sp>
        <p:nvSpPr>
          <p:cNvPr id="977" name="Google Shape;977;p40">
            <a:extLst xmlns:a="http://schemas.openxmlformats.org/drawingml/2006/main">
              <a:ext uri="{FF2B5EF4-FFF2-40B4-BE49-F238E27FC236}">
                <a16:creationId xmlns:a16="http://schemas.microsoft.com/office/drawing/2014/main" id="{EB3011E8-DC64-4A4F-A64A-1F69362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322" y="1591500"/>
            <a:ext cx="22593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chemeClr val="dk1"/>
                </a:solidFill>
                <a:latin typeface="Calistoga"/>
                <a:ea typeface="Calistoga"/>
                <a:cs typeface="Calistoga"/>
              </a:rPr>
              <a:t>MVP</a:t>
            </a:r>
          </a:p>
        </p:txBody>
      </p:sp>
      <p:sp>
        <p:nvSpPr>
          <p:cNvPr id="978" name="Google Shape;978;p40">
            <a:extLst xmlns:a="http://schemas.openxmlformats.org/drawingml/2006/main">
              <a:ext uri="{FF2B5EF4-FFF2-40B4-BE49-F238E27FC236}">
                <a16:creationId xmlns:a16="http://schemas.microsoft.com/office/drawing/2014/main" id="{0BD0DACA-A9AC-4960-A628-A01C01C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8" y="2857500"/>
            <a:ext cx="16977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stoga"/>
                <a:ea typeface="Calistoga"/>
                <a:cs typeface="Calistoga"/>
              </a:rPr>
              <a:t>기록 데이터</a:t>
            </a:r>
          </a:p>
        </p:txBody>
      </p:sp>
      <p:sp>
        <p:nvSpPr>
          <p:cNvPr id="979" name="Google Shape;979;p40">
            <a:extLst xmlns:a="http://schemas.openxmlformats.org/drawingml/2006/main">
              <a:ext uri="{FF2B5EF4-FFF2-40B4-BE49-F238E27FC236}">
                <a16:creationId xmlns:a16="http://schemas.microsoft.com/office/drawing/2014/main" id="{CCC57150-06AC-4016-918B-64A42EE4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834" y="2857500"/>
            <a:ext cx="16992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stoga"/>
                <a:ea typeface="Calistoga"/>
                <a:cs typeface="Calistoga"/>
              </a:rPr>
              <a:t>영상 동기화</a:t>
            </a:r>
          </a:p>
        </p:txBody>
      </p:sp>
      <p:sp>
        <p:nvSpPr>
          <p:cNvPr id="980" name="Google Shape;980;p40">
            <a:extLst xmlns:a="http://schemas.openxmlformats.org/drawingml/2006/main">
              <a:ext uri="{FF2B5EF4-FFF2-40B4-BE49-F238E27FC236}">
                <a16:creationId xmlns:a16="http://schemas.microsoft.com/office/drawing/2014/main" id="{5CA614BC-97B2-42C2-9A85-3D4781D2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05" y="2857500"/>
            <a:ext cx="16992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stoga"/>
                <a:ea typeface="Calistoga"/>
                <a:cs typeface="Calistoga"/>
              </a:rPr>
              <a:t>클립 생성</a:t>
            </a:r>
          </a:p>
        </p:txBody>
      </p:sp>
      <p:sp>
        <p:nvSpPr>
          <p:cNvPr id="981" name="Google Shape;981;p40">
            <a:extLst xmlns:a="http://schemas.openxmlformats.org/drawingml/2006/main">
              <a:ext uri="{FF2B5EF4-FFF2-40B4-BE49-F238E27FC236}">
                <a16:creationId xmlns:a16="http://schemas.microsoft.com/office/drawing/2014/main" id="{615BBF2C-6D1A-4071-813F-391E3686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102" y="2857500"/>
            <a:ext cx="16992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stoga"/>
                <a:ea typeface="Calistoga"/>
                <a:cs typeface="Calistoga"/>
              </a:rPr>
              <a:t>LLM 해설</a:t>
            </a:r>
          </a:p>
        </p:txBody>
      </p:sp>
      <p:cxnSp>
        <p:nvCxnSpPr>
          <p:cNvPr id="1018" name="Google Shape;982;p40"/>
          <p:cNvCxnSpPr>
            <a:stCxn xmlns:a="http://schemas.openxmlformats.org/drawingml/2006/main" id="977" idx="2"/>
            <a:endCxn xmlns:a="http://schemas.openxmlformats.org/drawingml/2006/main" id="979" idx="0"/>
          </p:cNvCxnSpPr>
          <p:nvPr/>
        </p:nvCxnSpPr>
        <p:spPr>
          <a:xfrm xmlns:a="http://schemas.openxmlformats.org/drawingml/2006/main" rot="5400000">
            <a:off x="3655472" y="1941000"/>
            <a:ext cx="823500" cy="1009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9" name="Google Shape;983;p40"/>
          <p:cNvCxnSpPr>
            <a:stCxn xmlns:a="http://schemas.openxmlformats.org/drawingml/2006/main" id="978" idx="0"/>
            <a:endCxn xmlns:a="http://schemas.openxmlformats.org/drawingml/2006/main" id="977" idx="2"/>
          </p:cNvCxnSpPr>
          <p:nvPr/>
        </p:nvCxnSpPr>
        <p:spPr>
          <a:xfrm xmlns:a="http://schemas.openxmlformats.org/drawingml/2006/main" rot="-5400000">
            <a:off x="2674488" y="960000"/>
            <a:ext cx="823500" cy="29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0" name="Google Shape;984;p40"/>
          <p:cNvCxnSpPr>
            <a:stCxn xmlns:a="http://schemas.openxmlformats.org/drawingml/2006/main" id="977" idx="2"/>
            <a:endCxn xmlns:a="http://schemas.openxmlformats.org/drawingml/2006/main" id="981" idx="0"/>
          </p:cNvCxnSpPr>
          <p:nvPr/>
        </p:nvCxnSpPr>
        <p:spPr>
          <a:xfrm xmlns:a="http://schemas.openxmlformats.org/drawingml/2006/main" rot="-5400000" flipH="1">
            <a:off x="5642072" y="963900"/>
            <a:ext cx="823500" cy="2963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1" name="Google Shape;985;p40"/>
          <p:cNvCxnSpPr>
            <a:stCxn xmlns:a="http://schemas.openxmlformats.org/drawingml/2006/main" id="980" idx="0"/>
            <a:endCxn xmlns:a="http://schemas.openxmlformats.org/drawingml/2006/main" id="977" idx="2"/>
          </p:cNvCxnSpPr>
          <p:nvPr/>
        </p:nvCxnSpPr>
        <p:spPr>
          <a:xfrm xmlns:a="http://schemas.openxmlformats.org/drawingml/2006/main" rot="5400000" flipH="1">
            <a:off x="4649655" y="1956450"/>
            <a:ext cx="823500" cy="97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6" name="Google Shape;986;p40">
            <a:extLst xmlns:a="http://schemas.openxmlformats.org/drawingml/2006/main">
              <a:ext uri="{FF2B5EF4-FFF2-40B4-BE49-F238E27FC236}">
                <a16:creationId xmlns:a16="http://schemas.microsoft.com/office/drawing/2014/main" id="{0B7E4F54-2A9E-4E71-BB87-586DBA8B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8" y="3531800"/>
            <a:ext cx="1697700" cy="6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play-by-play</a:t>
            </a:r>
          </a:p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선수 이벤트</a:t>
            </a:r>
          </a:p>
        </p:txBody>
      </p:sp>
      <p:sp>
        <p:nvSpPr>
          <p:cNvPr id="987" name="Google Shape;987;p40">
            <a:extLst xmlns:a="http://schemas.openxmlformats.org/drawingml/2006/main">
              <a:ext uri="{FF2B5EF4-FFF2-40B4-BE49-F238E27FC236}">
                <a16:creationId xmlns:a16="http://schemas.microsoft.com/office/drawing/2014/main" id="{953EBB9D-9580-4A92-92CC-4B4D2667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902" y="3531800"/>
            <a:ext cx="1695600" cy="6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초보/농잘알</a:t>
            </a:r>
          </a:p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모드 설명</a:t>
            </a:r>
          </a:p>
        </p:txBody>
      </p:sp>
      <p:sp>
        <p:nvSpPr>
          <p:cNvPr id="988" name="Google Shape;988;p40">
            <a:extLst xmlns:a="http://schemas.openxmlformats.org/drawingml/2006/main">
              <a:ext uri="{FF2B5EF4-FFF2-40B4-BE49-F238E27FC236}">
                <a16:creationId xmlns:a16="http://schemas.microsoft.com/office/drawing/2014/main" id="{0794FF6B-4F7E-4378-9D51-C501FDB1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584" y="3531800"/>
            <a:ext cx="1697700" cy="6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경기 시간 OCR</a:t>
            </a:r>
          </a:p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중계 ASR</a:t>
            </a:r>
          </a:p>
        </p:txBody>
      </p:sp>
      <p:sp>
        <p:nvSpPr>
          <p:cNvPr id="989" name="Google Shape;989;p40">
            <a:extLst xmlns:a="http://schemas.openxmlformats.org/drawingml/2006/main">
              <a:ext uri="{FF2B5EF4-FFF2-40B4-BE49-F238E27FC236}">
                <a16:creationId xmlns:a16="http://schemas.microsoft.com/office/drawing/2014/main" id="{305ECE47-0B6B-4A0F-AB05-06B4017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05" y="3531800"/>
            <a:ext cx="1699200" cy="6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이벤트 앞뒤</a:t>
            </a:r>
          </a:p>
          <a:p xmlns:a="http://schemas.openxmlformats.org/drawingml/2006/main"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8~12초 추출</a:t>
            </a:r>
          </a:p>
        </p:txBody>
      </p:sp>
      <p:cxnSp>
        <p:nvCxnSpPr>
          <p:cNvPr id="1026" name="Google Shape;990;p40"/>
          <p:cNvCxnSpPr>
            <a:stCxn xmlns:a="http://schemas.openxmlformats.org/drawingml/2006/main" id="978" idx="2"/>
            <a:endCxn xmlns:a="http://schemas.openxmlformats.org/drawingml/2006/main" id="986" idx="0"/>
          </p:cNvCxnSpPr>
          <p:nvPr/>
        </p:nvCxnSpPr>
        <p:spPr>
          <a:xfrm xmlns:a="http://schemas.openxmlformats.org/drawingml/2006/main">
            <a:off x="1600488" y="3300000"/>
            <a:ext cx="0" cy="231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27" name="Google Shape;991;p40"/>
          <p:cNvCxnSpPr>
            <a:stCxn xmlns:a="http://schemas.openxmlformats.org/drawingml/2006/main" id="979" idx="2"/>
            <a:endCxn xmlns:a="http://schemas.openxmlformats.org/drawingml/2006/main" id="988" idx="0"/>
          </p:cNvCxnSpPr>
          <p:nvPr/>
        </p:nvCxnSpPr>
        <p:spPr>
          <a:xfrm xmlns:a="http://schemas.openxmlformats.org/drawingml/2006/main">
            <a:off x="3562434" y="3300000"/>
            <a:ext cx="0" cy="231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28" name="Google Shape;992;p40"/>
          <p:cNvCxnSpPr>
            <a:stCxn xmlns:a="http://schemas.openxmlformats.org/drawingml/2006/main" id="980" idx="2"/>
            <a:endCxn xmlns:a="http://schemas.openxmlformats.org/drawingml/2006/main" id="989" idx="0"/>
          </p:cNvCxnSpPr>
          <p:nvPr/>
        </p:nvCxnSpPr>
        <p:spPr>
          <a:xfrm xmlns:a="http://schemas.openxmlformats.org/drawingml/2006/main">
            <a:off x="5550705" y="3300000"/>
            <a:ext cx="0" cy="231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29" name="Google Shape;993;p40"/>
          <p:cNvCxnSpPr>
            <a:stCxn xmlns:a="http://schemas.openxmlformats.org/drawingml/2006/main" id="981" idx="2"/>
            <a:endCxn xmlns:a="http://schemas.openxmlformats.org/drawingml/2006/main" id="987" idx="0"/>
          </p:cNvCxnSpPr>
          <p:nvPr/>
        </p:nvCxnSpPr>
        <p:spPr>
          <a:xfrm xmlns:a="http://schemas.openxmlformats.org/drawingml/2006/main">
            <a:off x="7535702" y="3300000"/>
            <a:ext cx="0" cy="231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1078056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4" name="Google Shape;1164;p44">
            <a:extLst xmlns:a="http://schemas.openxmlformats.org/drawingml/2006/main">
              <a:ext uri="{FF2B5EF4-FFF2-40B4-BE49-F238E27FC236}">
                <a16:creationId xmlns:a16="http://schemas.microsoft.com/office/drawing/2014/main" id="{538A23BB-3D62-44B1-AC3C-3CF191FD39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MVP와 리스크 대응</a:t>
            </a:r>
          </a:p>
        </p:txBody>
      </p:sp>
      <p:sp>
        <p:nvSpPr>
          <p:cNvPr id="1165" name="Google Shape;1165;p44">
            <a:extLst xmlns:a="http://schemas.openxmlformats.org/drawingml/2006/main">
              <a:ext uri="{FF2B5EF4-FFF2-40B4-BE49-F238E27FC236}">
                <a16:creationId xmlns:a16="http://schemas.microsoft.com/office/drawing/2014/main" id="{7C218001-EB4A-4575-B788-9DD65911F26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981096" y="2389550"/>
            <a:ext cx="30771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권리·정확도 리스크</a:t>
            </a:r>
          </a:p>
        </p:txBody>
      </p:sp>
      <p:sp>
        <p:nvSpPr>
          <p:cNvPr id="1166" name="Google Shape;1166;p44">
            <a:extLst xmlns:a="http://schemas.openxmlformats.org/drawingml/2006/main">
              <a:ext uri="{FF2B5EF4-FFF2-40B4-BE49-F238E27FC236}">
                <a16:creationId xmlns:a16="http://schemas.microsoft.com/office/drawing/2014/main" id="{9B2F8E72-F9A1-42EF-8BE8-3B8102A3F4E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085802" y="2389550"/>
            <a:ext cx="3077100" cy="4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1차 MVP</a:t>
            </a:r>
          </a:p>
        </p:txBody>
      </p:sp>
      <p:sp>
        <p:nvSpPr>
          <p:cNvPr id="1167" name="Google Shape;1167;p44">
            <a:extLst xmlns:a="http://schemas.openxmlformats.org/drawingml/2006/main">
              <a:ext uri="{FF2B5EF4-FFF2-40B4-BE49-F238E27FC236}">
                <a16:creationId xmlns:a16="http://schemas.microsoft.com/office/drawing/2014/main" id="{CF51F00F-9D07-4C86-8B8E-1711435DF27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85802" y="2667050"/>
            <a:ext cx="3077100" cy="122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KBL 한 팀, 핵심 선수 3~5명으로 시작합니다.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선수별 하이라이트, 전술 카드, 직관 CTA를 먼저 검증합니다.</a:t>
            </a:r>
          </a:p>
        </p:txBody>
      </p:sp>
      <p:sp>
        <p:nvSpPr>
          <p:cNvPr id="1168" name="Google Shape;1168;p44">
            <a:extLst xmlns:a="http://schemas.openxmlformats.org/drawingml/2006/main">
              <a:ext uri="{FF2B5EF4-FFF2-40B4-BE49-F238E27FC236}">
                <a16:creationId xmlns:a16="http://schemas.microsoft.com/office/drawing/2014/main" id="{475C0433-54D8-4B2A-87FD-D4323266C4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81096" y="2667050"/>
            <a:ext cx="3077100" cy="122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무단 클립 앱이 아니라 구단·리그·OTT 제휴형 B2B로 설계합니다.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초기에는 기록 기반, 이후 영상 분석을 고도화합니다.</a:t>
            </a:r>
          </a:p>
        </p:txBody>
      </p:sp>
      <p:sp>
        <p:nvSpPr>
          <p:cNvPr id="1214" name="Google Shape;1214;p44">
            <a:extLst xmlns:a="http://schemas.openxmlformats.org/drawingml/2006/main">
              <a:ext uri="{FF2B5EF4-FFF2-40B4-BE49-F238E27FC236}">
                <a16:creationId xmlns:a16="http://schemas.microsoft.com/office/drawing/2014/main" id="{86D90E17-252E-4596-B70A-211065C9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252" y="1483675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5" name="Google Shape;1215;p44">
            <a:extLst xmlns:a="http://schemas.openxmlformats.org/drawingml/2006/main">
              <a:ext uri="{FF2B5EF4-FFF2-40B4-BE49-F238E27FC236}">
                <a16:creationId xmlns:a16="http://schemas.microsoft.com/office/drawing/2014/main" id="{DA87D23D-D41A-460D-89E8-BD4CCFD9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46" y="1483675"/>
            <a:ext cx="6762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6" name="Google Shape;1216;p44">
            <a:extLst xmlns:a="http://schemas.openxmlformats.org/drawingml/2006/main">
              <a:ext uri="{FF2B5EF4-FFF2-40B4-BE49-F238E27FC236}">
                <a16:creationId xmlns:a16="http://schemas.microsoft.com/office/drawing/2014/main" id="{28392813-7FCA-4434-9A2F-D3DC0B4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450" y="1691844"/>
            <a:ext cx="367805" cy="259871"/>
          </a:xfrm>
          <a:custGeom xmlns:a="http://schemas.openxmlformats.org/drawingml/2006/main">
            <a:rect l="l" t="t" r="r" b="b"/>
            <a:pathLst>
              <a:path w="11610" h="8203">
                <a:moveTo>
                  <a:pt x="8950" y="1"/>
                </a:moveTo>
                <a:cubicBezTo>
                  <a:pt x="8803" y="1"/>
                  <a:pt x="8662" y="36"/>
                  <a:pt x="8597" y="153"/>
                </a:cubicBezTo>
                <a:cubicBezTo>
                  <a:pt x="8276" y="749"/>
                  <a:pt x="7228" y="1975"/>
                  <a:pt x="6633" y="2642"/>
                </a:cubicBezTo>
                <a:cubicBezTo>
                  <a:pt x="6359" y="2939"/>
                  <a:pt x="5978" y="3118"/>
                  <a:pt x="5573" y="3154"/>
                </a:cubicBezTo>
                <a:lnTo>
                  <a:pt x="4978" y="3154"/>
                </a:lnTo>
                <a:lnTo>
                  <a:pt x="4978" y="2999"/>
                </a:lnTo>
                <a:cubicBezTo>
                  <a:pt x="4978" y="2916"/>
                  <a:pt x="4906" y="2832"/>
                  <a:pt x="4811" y="2832"/>
                </a:cubicBezTo>
                <a:lnTo>
                  <a:pt x="3263" y="2832"/>
                </a:lnTo>
                <a:lnTo>
                  <a:pt x="3263" y="2749"/>
                </a:lnTo>
                <a:cubicBezTo>
                  <a:pt x="3263" y="2666"/>
                  <a:pt x="3192" y="2582"/>
                  <a:pt x="3097" y="2582"/>
                </a:cubicBezTo>
                <a:lnTo>
                  <a:pt x="168" y="2582"/>
                </a:lnTo>
                <a:cubicBezTo>
                  <a:pt x="72" y="2582"/>
                  <a:pt x="1" y="2666"/>
                  <a:pt x="1" y="2749"/>
                </a:cubicBezTo>
                <a:lnTo>
                  <a:pt x="1" y="5440"/>
                </a:lnTo>
                <a:cubicBezTo>
                  <a:pt x="1" y="5535"/>
                  <a:pt x="72" y="5606"/>
                  <a:pt x="168" y="5606"/>
                </a:cubicBezTo>
                <a:cubicBezTo>
                  <a:pt x="263" y="5606"/>
                  <a:pt x="334" y="5535"/>
                  <a:pt x="334" y="5440"/>
                </a:cubicBezTo>
                <a:lnTo>
                  <a:pt x="334" y="2916"/>
                </a:lnTo>
                <a:lnTo>
                  <a:pt x="2894" y="2916"/>
                </a:lnTo>
                <a:lnTo>
                  <a:pt x="2894" y="7857"/>
                </a:lnTo>
                <a:lnTo>
                  <a:pt x="334" y="7857"/>
                </a:lnTo>
                <a:lnTo>
                  <a:pt x="334" y="6118"/>
                </a:lnTo>
                <a:cubicBezTo>
                  <a:pt x="334" y="6023"/>
                  <a:pt x="263" y="5952"/>
                  <a:pt x="168" y="5952"/>
                </a:cubicBezTo>
                <a:cubicBezTo>
                  <a:pt x="72" y="5952"/>
                  <a:pt x="1" y="6023"/>
                  <a:pt x="1" y="6118"/>
                </a:cubicBezTo>
                <a:lnTo>
                  <a:pt x="1" y="8035"/>
                </a:lnTo>
                <a:cubicBezTo>
                  <a:pt x="1" y="8119"/>
                  <a:pt x="72" y="8202"/>
                  <a:pt x="168" y="8202"/>
                </a:cubicBezTo>
                <a:lnTo>
                  <a:pt x="3073" y="8202"/>
                </a:lnTo>
                <a:cubicBezTo>
                  <a:pt x="3156" y="8202"/>
                  <a:pt x="3239" y="8119"/>
                  <a:pt x="3239" y="8035"/>
                </a:cubicBezTo>
                <a:lnTo>
                  <a:pt x="3239" y="7964"/>
                </a:lnTo>
                <a:lnTo>
                  <a:pt x="4787" y="7964"/>
                </a:lnTo>
                <a:cubicBezTo>
                  <a:pt x="4871" y="7964"/>
                  <a:pt x="4942" y="7881"/>
                  <a:pt x="4942" y="7797"/>
                </a:cubicBezTo>
                <a:lnTo>
                  <a:pt x="4942" y="7642"/>
                </a:lnTo>
                <a:lnTo>
                  <a:pt x="5859" y="7642"/>
                </a:lnTo>
                <a:cubicBezTo>
                  <a:pt x="5954" y="7642"/>
                  <a:pt x="6061" y="7690"/>
                  <a:pt x="6156" y="7750"/>
                </a:cubicBezTo>
                <a:cubicBezTo>
                  <a:pt x="6287" y="7869"/>
                  <a:pt x="6430" y="7964"/>
                  <a:pt x="6597" y="8023"/>
                </a:cubicBezTo>
                <a:cubicBezTo>
                  <a:pt x="6764" y="8083"/>
                  <a:pt x="6930" y="8107"/>
                  <a:pt x="7109" y="8107"/>
                </a:cubicBezTo>
                <a:lnTo>
                  <a:pt x="7776" y="8107"/>
                </a:lnTo>
                <a:cubicBezTo>
                  <a:pt x="7859" y="8107"/>
                  <a:pt x="7942" y="8035"/>
                  <a:pt x="7942" y="7940"/>
                </a:cubicBezTo>
                <a:cubicBezTo>
                  <a:pt x="7942" y="7857"/>
                  <a:pt x="7859" y="7785"/>
                  <a:pt x="7776" y="7785"/>
                </a:cubicBezTo>
                <a:lnTo>
                  <a:pt x="7109" y="7785"/>
                </a:lnTo>
                <a:cubicBezTo>
                  <a:pt x="6966" y="7785"/>
                  <a:pt x="6835" y="7750"/>
                  <a:pt x="6716" y="7702"/>
                </a:cubicBezTo>
                <a:cubicBezTo>
                  <a:pt x="6597" y="7666"/>
                  <a:pt x="6478" y="7583"/>
                  <a:pt x="6371" y="7500"/>
                </a:cubicBezTo>
                <a:cubicBezTo>
                  <a:pt x="6228" y="7381"/>
                  <a:pt x="6049" y="7309"/>
                  <a:pt x="5859" y="7309"/>
                </a:cubicBezTo>
                <a:lnTo>
                  <a:pt x="4942" y="7309"/>
                </a:lnTo>
                <a:lnTo>
                  <a:pt x="4942" y="4987"/>
                </a:lnTo>
                <a:cubicBezTo>
                  <a:pt x="4942" y="4892"/>
                  <a:pt x="4871" y="4821"/>
                  <a:pt x="4775" y="4821"/>
                </a:cubicBezTo>
                <a:cubicBezTo>
                  <a:pt x="4692" y="4821"/>
                  <a:pt x="4621" y="4892"/>
                  <a:pt x="4621" y="4987"/>
                </a:cubicBezTo>
                <a:lnTo>
                  <a:pt x="4621" y="7619"/>
                </a:lnTo>
                <a:lnTo>
                  <a:pt x="3251" y="7619"/>
                </a:lnTo>
                <a:lnTo>
                  <a:pt x="3251" y="3166"/>
                </a:lnTo>
                <a:lnTo>
                  <a:pt x="4621" y="3166"/>
                </a:lnTo>
                <a:lnTo>
                  <a:pt x="4621" y="4309"/>
                </a:lnTo>
                <a:cubicBezTo>
                  <a:pt x="4621" y="4404"/>
                  <a:pt x="4692" y="4475"/>
                  <a:pt x="4775" y="4475"/>
                </a:cubicBezTo>
                <a:cubicBezTo>
                  <a:pt x="4871" y="4475"/>
                  <a:pt x="4942" y="4404"/>
                  <a:pt x="4942" y="4309"/>
                </a:cubicBezTo>
                <a:lnTo>
                  <a:pt x="4942" y="3475"/>
                </a:lnTo>
                <a:lnTo>
                  <a:pt x="5561" y="3475"/>
                </a:lnTo>
                <a:cubicBezTo>
                  <a:pt x="6049" y="3451"/>
                  <a:pt x="6526" y="3225"/>
                  <a:pt x="6847" y="2868"/>
                </a:cubicBezTo>
                <a:cubicBezTo>
                  <a:pt x="7597" y="2047"/>
                  <a:pt x="8538" y="951"/>
                  <a:pt x="8859" y="344"/>
                </a:cubicBezTo>
                <a:cubicBezTo>
                  <a:pt x="8877" y="337"/>
                  <a:pt x="8900" y="334"/>
                  <a:pt x="8928" y="334"/>
                </a:cubicBezTo>
                <a:cubicBezTo>
                  <a:pt x="8994" y="334"/>
                  <a:pt x="9085" y="351"/>
                  <a:pt x="9169" y="368"/>
                </a:cubicBezTo>
                <a:cubicBezTo>
                  <a:pt x="9443" y="534"/>
                  <a:pt x="9574" y="856"/>
                  <a:pt x="9502" y="1177"/>
                </a:cubicBezTo>
                <a:lnTo>
                  <a:pt x="8812" y="2797"/>
                </a:lnTo>
                <a:cubicBezTo>
                  <a:pt x="8800" y="2856"/>
                  <a:pt x="8800" y="2916"/>
                  <a:pt x="8835" y="2963"/>
                </a:cubicBezTo>
                <a:cubicBezTo>
                  <a:pt x="8859" y="2999"/>
                  <a:pt x="8919" y="3035"/>
                  <a:pt x="8978" y="3035"/>
                </a:cubicBezTo>
                <a:lnTo>
                  <a:pt x="10836" y="3035"/>
                </a:lnTo>
                <a:cubicBezTo>
                  <a:pt x="11074" y="3035"/>
                  <a:pt x="11276" y="3225"/>
                  <a:pt x="11276" y="3463"/>
                </a:cubicBezTo>
                <a:lnTo>
                  <a:pt x="11276" y="3523"/>
                </a:lnTo>
                <a:cubicBezTo>
                  <a:pt x="11276" y="3761"/>
                  <a:pt x="11074" y="3952"/>
                  <a:pt x="10836" y="3952"/>
                </a:cubicBezTo>
                <a:lnTo>
                  <a:pt x="9859" y="3952"/>
                </a:lnTo>
                <a:cubicBezTo>
                  <a:pt x="9764" y="3952"/>
                  <a:pt x="9693" y="4035"/>
                  <a:pt x="9693" y="4118"/>
                </a:cubicBezTo>
                <a:cubicBezTo>
                  <a:pt x="9693" y="4213"/>
                  <a:pt x="9764" y="4285"/>
                  <a:pt x="9859" y="4285"/>
                </a:cubicBezTo>
                <a:lnTo>
                  <a:pt x="10621" y="4285"/>
                </a:lnTo>
                <a:cubicBezTo>
                  <a:pt x="10859" y="4285"/>
                  <a:pt x="11038" y="4475"/>
                  <a:pt x="11038" y="4702"/>
                </a:cubicBezTo>
                <a:lnTo>
                  <a:pt x="11038" y="4785"/>
                </a:lnTo>
                <a:cubicBezTo>
                  <a:pt x="11038" y="5023"/>
                  <a:pt x="10836" y="5202"/>
                  <a:pt x="10621" y="5202"/>
                </a:cubicBezTo>
                <a:lnTo>
                  <a:pt x="9859" y="5202"/>
                </a:lnTo>
                <a:cubicBezTo>
                  <a:pt x="9764" y="5202"/>
                  <a:pt x="9693" y="5285"/>
                  <a:pt x="9693" y="5368"/>
                </a:cubicBezTo>
                <a:cubicBezTo>
                  <a:pt x="9693" y="5464"/>
                  <a:pt x="9764" y="5535"/>
                  <a:pt x="9859" y="5535"/>
                </a:cubicBezTo>
                <a:lnTo>
                  <a:pt x="10443" y="5535"/>
                </a:lnTo>
                <a:cubicBezTo>
                  <a:pt x="10657" y="5535"/>
                  <a:pt x="10859" y="5714"/>
                  <a:pt x="10859" y="5952"/>
                </a:cubicBezTo>
                <a:lnTo>
                  <a:pt x="10859" y="6071"/>
                </a:lnTo>
                <a:cubicBezTo>
                  <a:pt x="10859" y="6297"/>
                  <a:pt x="10681" y="6488"/>
                  <a:pt x="10443" y="6488"/>
                </a:cubicBezTo>
                <a:lnTo>
                  <a:pt x="9859" y="6488"/>
                </a:lnTo>
                <a:cubicBezTo>
                  <a:pt x="9764" y="6488"/>
                  <a:pt x="9693" y="6559"/>
                  <a:pt x="9693" y="6654"/>
                </a:cubicBezTo>
                <a:cubicBezTo>
                  <a:pt x="9693" y="6738"/>
                  <a:pt x="9764" y="6809"/>
                  <a:pt x="9859" y="6809"/>
                </a:cubicBezTo>
                <a:lnTo>
                  <a:pt x="10086" y="6809"/>
                </a:lnTo>
                <a:cubicBezTo>
                  <a:pt x="10288" y="6809"/>
                  <a:pt x="10467" y="6988"/>
                  <a:pt x="10467" y="7202"/>
                </a:cubicBezTo>
                <a:lnTo>
                  <a:pt x="10467" y="7369"/>
                </a:lnTo>
                <a:cubicBezTo>
                  <a:pt x="10467" y="7571"/>
                  <a:pt x="10288" y="7750"/>
                  <a:pt x="10086" y="7750"/>
                </a:cubicBezTo>
                <a:lnTo>
                  <a:pt x="8442" y="7750"/>
                </a:lnTo>
                <a:cubicBezTo>
                  <a:pt x="8359" y="7750"/>
                  <a:pt x="8276" y="7821"/>
                  <a:pt x="8276" y="7916"/>
                </a:cubicBezTo>
                <a:cubicBezTo>
                  <a:pt x="8276" y="8000"/>
                  <a:pt x="8359" y="8083"/>
                  <a:pt x="8442" y="8083"/>
                </a:cubicBezTo>
                <a:lnTo>
                  <a:pt x="10086" y="8083"/>
                </a:lnTo>
                <a:cubicBezTo>
                  <a:pt x="10478" y="8083"/>
                  <a:pt x="10812" y="7750"/>
                  <a:pt x="10812" y="7345"/>
                </a:cubicBezTo>
                <a:lnTo>
                  <a:pt x="10812" y="7214"/>
                </a:lnTo>
                <a:cubicBezTo>
                  <a:pt x="10812" y="7047"/>
                  <a:pt x="10764" y="6904"/>
                  <a:pt x="10681" y="6785"/>
                </a:cubicBezTo>
                <a:cubicBezTo>
                  <a:pt x="10979" y="6678"/>
                  <a:pt x="11181" y="6392"/>
                  <a:pt x="11181" y="6071"/>
                </a:cubicBezTo>
                <a:lnTo>
                  <a:pt x="11181" y="5952"/>
                </a:lnTo>
                <a:cubicBezTo>
                  <a:pt x="11181" y="5761"/>
                  <a:pt x="11109" y="5583"/>
                  <a:pt x="10990" y="5440"/>
                </a:cubicBezTo>
                <a:cubicBezTo>
                  <a:pt x="11217" y="5309"/>
                  <a:pt x="11371" y="5071"/>
                  <a:pt x="11371" y="4785"/>
                </a:cubicBezTo>
                <a:lnTo>
                  <a:pt x="11371" y="4702"/>
                </a:lnTo>
                <a:cubicBezTo>
                  <a:pt x="11371" y="4511"/>
                  <a:pt x="11300" y="4333"/>
                  <a:pt x="11181" y="4190"/>
                </a:cubicBezTo>
                <a:cubicBezTo>
                  <a:pt x="11431" y="4059"/>
                  <a:pt x="11598" y="3809"/>
                  <a:pt x="11598" y="3511"/>
                </a:cubicBezTo>
                <a:lnTo>
                  <a:pt x="11598" y="3451"/>
                </a:lnTo>
                <a:cubicBezTo>
                  <a:pt x="11610" y="3023"/>
                  <a:pt x="11276" y="2678"/>
                  <a:pt x="10836" y="2678"/>
                </a:cubicBezTo>
                <a:lnTo>
                  <a:pt x="9228" y="2678"/>
                </a:lnTo>
                <a:lnTo>
                  <a:pt x="9824" y="1273"/>
                </a:lnTo>
                <a:cubicBezTo>
                  <a:pt x="9824" y="1273"/>
                  <a:pt x="9824" y="1261"/>
                  <a:pt x="9847" y="1261"/>
                </a:cubicBezTo>
                <a:cubicBezTo>
                  <a:pt x="9978" y="784"/>
                  <a:pt x="9764" y="296"/>
                  <a:pt x="9335" y="58"/>
                </a:cubicBezTo>
                <a:cubicBezTo>
                  <a:pt x="9324" y="46"/>
                  <a:pt x="9312" y="46"/>
                  <a:pt x="9288" y="46"/>
                </a:cubicBezTo>
                <a:cubicBezTo>
                  <a:pt x="9196" y="25"/>
                  <a:pt x="9071" y="1"/>
                  <a:pt x="8950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28773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0" name="Google Shape;1670;p59">
            <a:extLst xmlns:a="http://schemas.openxmlformats.org/drawingml/2006/main">
              <a:ext uri="{FF2B5EF4-FFF2-40B4-BE49-F238E27FC236}">
                <a16:creationId xmlns:a16="http://schemas.microsoft.com/office/drawing/2014/main" id="{62D34C8A-6E95-4498-979A-1977A1314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47850" y="540000"/>
            <a:ext cx="44481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CourtLens</a:t>
            </a:r>
          </a:p>
        </p:txBody>
      </p:sp>
      <p:sp>
        <p:nvSpPr>
          <p:cNvPr id="1671" name="Google Shape;1671;p59">
            <a:extLst xmlns:a="http://schemas.openxmlformats.org/drawingml/2006/main">
              <a:ext uri="{FF2B5EF4-FFF2-40B4-BE49-F238E27FC236}">
                <a16:creationId xmlns:a16="http://schemas.microsoft.com/office/drawing/2014/main" id="{15C3186F-CDD3-4AA3-B306-088BEAA6BC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47900" y="1841450"/>
            <a:ext cx="44481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팬에게는 농구를 더 재밌게 보는 렌즈를,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1"/>
                </a:solidFill>
              </a:rPr>
              <a:t>구단에게는 팬을 오래 붙잡는 수익화 도구를 제공합니다.</a:t>
            </a:r>
          </a:p>
        </p:txBody>
      </p:sp>
      <p:sp>
        <p:nvSpPr>
          <p:cNvPr id="1672" name="Google Shape;1672;p59">
            <a:extLst xmlns:a="http://schemas.openxmlformats.org/drawingml/2006/main">
              <a:ext uri="{FF2B5EF4-FFF2-40B4-BE49-F238E27FC236}">
                <a16:creationId xmlns:a16="http://schemas.microsoft.com/office/drawing/2014/main" id="{7B5998A3-5D45-4256-90D5-637CB1E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50" y="3026675"/>
            <a:ext cx="1228800" cy="4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73" name="Google Shape;1673;p59">
            <a:extLst xmlns:a="http://schemas.openxmlformats.org/drawingml/2006/main">
              <a:ext uri="{FF2B5EF4-FFF2-40B4-BE49-F238E27FC236}">
                <a16:creationId xmlns:a16="http://schemas.microsoft.com/office/drawing/2014/main" id="{504FE976-EF38-45D9-86D7-6B6199F4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525" y="3026675"/>
            <a:ext cx="1228800" cy="4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74" name="Google Shape;1674;p59">
            <a:extLst xmlns:a="http://schemas.openxmlformats.org/drawingml/2006/main">
              <a:ext uri="{FF2B5EF4-FFF2-40B4-BE49-F238E27FC236}">
                <a16:creationId xmlns:a16="http://schemas.microsoft.com/office/drawing/2014/main" id="{F4D94A70-2A5D-434F-B428-73296685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500" y="3026675"/>
            <a:ext cx="1228800" cy="4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0" name="Google Shape;1720;p59">
            <a:extLst xmlns:a="http://schemas.openxmlformats.org/drawingml/2006/main">
              <a:ext uri="{FF2B5EF4-FFF2-40B4-BE49-F238E27FC236}">
                <a16:creationId xmlns:a16="http://schemas.microsoft.com/office/drawing/2014/main" id="{803A699E-34E9-4E78-B481-1585092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000" y="4304375"/>
            <a:ext cx="3860100" cy="30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Template: Slidesgo / Freepik. UI mockup generated for concept illustration.</a:t>
            </a:r>
          </a:p>
        </p:txBody>
      </p:sp>
    </p:spTree>
    <p:extLst>
      <p:ext uri="{BB962C8B-B14F-4D97-AF65-F5344CB8AC3E}">
        <p14:creationId xmlns:p14="http://schemas.microsoft.com/office/powerpoint/2010/main" val="71123405"/>
      </p:ext>
    </p:extLst>
  </p:cSld>
</p:sld>
</file>

<file path=ppt/theme/theme1.xml><?xml version="1.0" encoding="utf-8"?>
<a:theme xmlns:a="http://schemas.openxmlformats.org/drawingml/2006/main" name="Basketball Training Center by Slidesgo">
  <a:themeElements>
    <a:clrScheme name="Simple Light">
      <a:dk1>
        <a:srgbClr val="9C2A29"/>
      </a:dk1>
      <a:lt1>
        <a:srgbClr val="EAD1B5"/>
      </a:lt1>
      <a:dk2>
        <a:srgbClr val="DE8558"/>
      </a:dk2>
      <a:lt2>
        <a:srgbClr val="EBAB8A"/>
      </a:lt2>
      <a:accent1>
        <a:srgbClr val="19191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C2A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2026-06-25T13:12:09.2910000Z</dcterms:created>
  <dcterms:modified xsi:type="dcterms:W3CDTF">2026-06-25T13:12:09.2910000Z</dcterms:modified>
</coreProperties>
</file>