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e4b15f6d614974" /><Relationship Type="http://schemas.openxmlformats.org/officeDocument/2006/relationships/extended-properties" Target="/docProps/app.xml" Id="Reda29d5746b744aa" /><Relationship Type="http://schemas.openxmlformats.org/officeDocument/2006/relationships/officeDocument" Target="/ppt/presentation.xml" Id="Re496a41477dc42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309256d68c4180"/>
  </p:sldMasterIdLst>
  <p:notesMasterIdLst>
    <p:notesMasterId xmlns:r="http://schemas.openxmlformats.org/officeDocument/2006/relationships" r:id="R289b4fc22b05447f"/>
  </p:notesMasterIdLst>
  <p:sldIdLst>
    <p:sldId xmlns:r="http://schemas.openxmlformats.org/officeDocument/2006/relationships" id="256" r:id="R6f3c7e3e08914dd2"/>
    <p:sldId xmlns:r="http://schemas.openxmlformats.org/officeDocument/2006/relationships" id="257" r:id="Rf94f37e1dcce47c2"/>
    <p:sldId xmlns:r="http://schemas.openxmlformats.org/officeDocument/2006/relationships" id="258" r:id="R5ec843be844047a5"/>
    <p:sldId xmlns:r="http://schemas.openxmlformats.org/officeDocument/2006/relationships" id="259" r:id="R026a773cf636474f"/>
    <p:sldId xmlns:r="http://schemas.openxmlformats.org/officeDocument/2006/relationships" id="260" r:id="R4112004969e840f3"/>
    <p:sldId xmlns:r="http://schemas.openxmlformats.org/officeDocument/2006/relationships" id="261" r:id="R7ab5c1bbfd764f5c"/>
    <p:sldId xmlns:r="http://schemas.openxmlformats.org/officeDocument/2006/relationships" id="262" r:id="R0f5520b368da4125"/>
    <p:sldId xmlns:r="http://schemas.openxmlformats.org/officeDocument/2006/relationships" id="263" r:id="Rc3d0089e35ba4c1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5f582c3c3a4417" /><Relationship Type="http://schemas.openxmlformats.org/officeDocument/2006/relationships/slideMaster" Target="/ppt/slideMasters/slideMaster1.xml" Id="R4a309256d68c4180" /><Relationship Type="http://schemas.openxmlformats.org/officeDocument/2006/relationships/notesMaster" Target="/ppt/notesMasters/notesMaster1.xml" Id="R289b4fc22b05447f" /><Relationship Type="http://schemas.openxmlformats.org/officeDocument/2006/relationships/presProps" Target="/ppt/presProps.xml" Id="R2d849a2c6f1944b2" /><Relationship Type="http://schemas.openxmlformats.org/officeDocument/2006/relationships/tableStyles" Target="/ppt/tableStyles.xml" Id="Rea35ffaab5194e9b" /><Relationship Type="http://schemas.openxmlformats.org/officeDocument/2006/relationships/slide" Target="/ppt/slides/slide1.xml" Id="R6f3c7e3e08914dd2" /><Relationship Type="http://schemas.openxmlformats.org/officeDocument/2006/relationships/slide" Target="/ppt/slides/slide2.xml" Id="Rf94f37e1dcce47c2" /><Relationship Type="http://schemas.openxmlformats.org/officeDocument/2006/relationships/slide" Target="/ppt/slides/slide3.xml" Id="R5ec843be844047a5" /><Relationship Type="http://schemas.openxmlformats.org/officeDocument/2006/relationships/slide" Target="/ppt/slides/slide4.xml" Id="R026a773cf636474f" /><Relationship Type="http://schemas.openxmlformats.org/officeDocument/2006/relationships/slide" Target="/ppt/slides/slide5.xml" Id="R4112004969e840f3" /><Relationship Type="http://schemas.openxmlformats.org/officeDocument/2006/relationships/slide" Target="/ppt/slides/slide6.xml" Id="R7ab5c1bbfd764f5c" /><Relationship Type="http://schemas.openxmlformats.org/officeDocument/2006/relationships/slide" Target="/ppt/slides/slide7.xml" Id="R0f5520b368da4125" /><Relationship Type="http://schemas.openxmlformats.org/officeDocument/2006/relationships/slide" Target="/ppt/slides/slide8.xml" Id="Rc3d0089e35ba4c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18e1e070f441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fafb2bac884f70" /><Relationship Type="http://schemas.openxmlformats.org/officeDocument/2006/relationships/notesMaster" Target="/ppt/notesMasters/notesMaster1.xml" Id="Rdcf59ae7c4344b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7a01b82e594ca5" /><Relationship Type="http://schemas.openxmlformats.org/officeDocument/2006/relationships/notesMaster" Target="/ppt/notesMasters/notesMaster1.xml" Id="Re4d42db6af354b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822db05de04dce" /><Relationship Type="http://schemas.openxmlformats.org/officeDocument/2006/relationships/notesMaster" Target="/ppt/notesMasters/notesMaster1.xml" Id="R52631704aa4c40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4f2fdf4fac4ee2" /><Relationship Type="http://schemas.openxmlformats.org/officeDocument/2006/relationships/notesMaster" Target="/ppt/notesMasters/notesMaster1.xml" Id="R24152d947f7340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0937ea780e440f" /><Relationship Type="http://schemas.openxmlformats.org/officeDocument/2006/relationships/notesMaster" Target="/ppt/notesMasters/notesMaster1.xml" Id="R9f6f3505e2a749c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02a07b6a404d6d" /><Relationship Type="http://schemas.openxmlformats.org/officeDocument/2006/relationships/notesMaster" Target="/ppt/notesMasters/notesMaster1.xml" Id="R8eaf869fe11345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9494620b3442ef" /><Relationship Type="http://schemas.openxmlformats.org/officeDocument/2006/relationships/notesMaster" Target="/ppt/notesMasters/notesMaster1.xml" Id="R5c7773ac740b4c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28e3d7a1d34cf5" /><Relationship Type="http://schemas.openxmlformats.org/officeDocument/2006/relationships/notesMaster" Target="/ppt/notesMasters/notesMaster1.xml" Id="R08e8da4aa7e742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8d4f1e5e1145a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21dd822f48403c" /><Relationship Type="http://schemas.openxmlformats.org/officeDocument/2006/relationships/slideLayout" Target="/ppt/slideLayouts/slideLayout1.xml" Id="Raad6a8dc4c6d45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d6a8dc4c6d45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f9df03cdf4151" /><Relationship Type="http://schemas.openxmlformats.org/officeDocument/2006/relationships/notesSlide" Target="/ppt/notesSlides/notesSlide1.xml" Id="R1dbd60e2028e4b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36984695154dc5" /><Relationship Type="http://schemas.openxmlformats.org/officeDocument/2006/relationships/notesSlide" Target="/ppt/notesSlides/notesSlide2.xml" Id="Rae2d6037d48f4c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1a523f9a04e26" /><Relationship Type="http://schemas.openxmlformats.org/officeDocument/2006/relationships/image" Target="/ppt/media/image.jpeg" Id="R736eaafae3124322" /><Relationship Type="http://schemas.openxmlformats.org/officeDocument/2006/relationships/notesSlide" Target="/ppt/notesSlides/notesSlide3.xml" Id="R0357bb0af17348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222ca9df44bf4" /><Relationship Type="http://schemas.openxmlformats.org/officeDocument/2006/relationships/image" Target="/ppt/media/image2.jpeg" Id="R0d4add29a592470f" /><Relationship Type="http://schemas.openxmlformats.org/officeDocument/2006/relationships/notesSlide" Target="/ppt/notesSlides/notesSlide4.xml" Id="R31b634fabdea4f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75f155a5394389" /><Relationship Type="http://schemas.openxmlformats.org/officeDocument/2006/relationships/image" Target="/ppt/media/image3.jpeg" Id="R28e779d0ace0432e" /><Relationship Type="http://schemas.openxmlformats.org/officeDocument/2006/relationships/notesSlide" Target="/ppt/notesSlides/notesSlide5.xml" Id="R8ea9aa304d334f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223dcf87c4aca" /><Relationship Type="http://schemas.openxmlformats.org/officeDocument/2006/relationships/notesSlide" Target="/ppt/notesSlides/notesSlide6.xml" Id="Rf210c984773e46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a07fe365e24e0d" /><Relationship Type="http://schemas.openxmlformats.org/officeDocument/2006/relationships/notesSlide" Target="/ppt/notesSlides/notesSlide7.xml" Id="Raa430deef89e46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37350509c4642" /><Relationship Type="http://schemas.openxmlformats.org/officeDocument/2006/relationships/notesSlide" Target="/ppt/notesSlides/notesSlide8.xml" Id="Rb036ea14f14d440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8FD3EA-6769-4FA2-B686-4A4F579D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COURTLENS IR DECK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A53624-A548-49F9-8E10-8CABF352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5E75B3-C5F0-4C45-8A20-E9579F64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14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AI로 스포츠 진입장벽을 낮추면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5DA476-0379-45E2-B212-2C24E8C5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B5563"/>
                </a:solidFill>
              </a:defRPr>
            </a:pPr>
            <a:r>
              <a:rPr sz="1800" b="0">
                <a:solidFill>
                  <a:srgbClr val="4B5563"/>
                </a:solidFill>
              </a:rPr>
              <a:t>팬은 경기를 더 재밌게 보고, 구단은 팬을 더 오래 볼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D7D1B-2767-425F-B6F6-08D5D43C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CourtLens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F15E2E-7BD6-48D2-A9FA-6A2E5348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AB6DC9-7FDD-4FB7-8B6F-1206D128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5B0008"/>
                </a:solidFill>
              </a:defRPr>
            </a:pPr>
            <a:r>
              <a:rPr sz="2550" b="1">
                <a:solidFill>
                  <a:srgbClr val="5B0008"/>
                </a:solidFill>
              </a:rPr>
              <a:t>코트렌즈(CourtLens)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9DF249-1AF7-456E-94C5-EFE2B318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B5563"/>
                </a:solidFill>
              </a:defRPr>
            </a:pPr>
            <a:r>
              <a:rPr sz="1800" b="0">
                <a:solidFill>
                  <a:srgbClr val="4B5563"/>
                </a:solidFill>
              </a:rPr>
              <a:t>AI 하이라이트 · 작전판AI · 직관메이트 · 구단 Revenue Playbook</a:t>
            </a:r>
          </a:p>
        </p:txBody>
      </p:sp>
    </p:spTree>
    <p:extLst>
      <p:ext uri="{BB962C8B-B14F-4D97-AF65-F5344CB8AC3E}">
        <p14:creationId xmlns:p14="http://schemas.microsoft.com/office/powerpoint/2010/main" val="16808538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6B98A6-6103-4197-93C5-96740EBF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277764-86A1-4F34-BA6B-B28FEB3D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5F8FEC-D670-439E-AB89-22F1FFE3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14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팬은 어렵고, 구단은 멀다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BDCA4-FE25-494E-AFE9-CD475646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B5563"/>
                </a:solidFill>
              </a:defRPr>
            </a:pPr>
            <a:r>
              <a:rPr sz="1800" b="0">
                <a:solidFill>
                  <a:srgbClr val="4B5563"/>
                </a:solidFill>
              </a:rPr>
              <a:t>엘리트 스포츠 문화 속에서 팬의 세계와 선수·감독·구단의 세계는 쉽게 연결되지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48DBD1-13B3-4DA5-B35E-39826149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CourtLens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364FF-941E-4146-96CC-6A588A42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83A4B-F2E0-47EB-835F-422543AF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2385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D2F2F6-9399-4039-92BF-3D3A98B7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팬: 장면의 의미를 모른다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123FDA-C79C-4C42-80A4-85666E11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33750"/>
            <a:ext cx="36195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66DDF7-EDF1-465C-908E-02AF2062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4805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구단: 팬 반응을 모으기 어렵다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D75314-D592-488D-A586-8189EA72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33750"/>
            <a:ext cx="32385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2468CA-BCF4-4B8E-B208-13898847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4805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시작점: 내가 좋아하는 농구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593466-84B4-4F03-82BD-F8392FC2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</a:defRPr>
            </a:pPr>
            <a:r>
              <a:rPr sz="2250" b="1">
                <a:solidFill>
                  <a:srgbClr val="111827"/>
                </a:solidFill>
              </a:rPr>
              <a:t>CourtLens는 KBL 농구에서 시작하지만, 목표는 모든 팀 스포츠에서 팬과 구단을 이어주는 플랫폼이다.</a:t>
            </a:r>
          </a:p>
        </p:txBody>
      </p:sp>
    </p:spTree>
    <p:extLst>
      <p:ext uri="{BB962C8B-B14F-4D97-AF65-F5344CB8AC3E}">
        <p14:creationId xmlns:p14="http://schemas.microsoft.com/office/powerpoint/2010/main" val="43123424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6eaafae312432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91502B-CFF6-4762-8C46-6A2070A2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7239000" cy="1571625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11DD3-009E-4A7B-8798-69D7A274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0008"/>
                </a:solidFill>
              </a:defRPr>
            </a:pPr>
            <a:r>
              <a:rPr sz="1200" b="1">
                <a:solidFill>
                  <a:srgbClr val="5B0008"/>
                </a:solidFill>
              </a:rPr>
              <a:t>FAN APP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F770D-94C9-4CBE-BE5F-B08F03DC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8250"/>
            <a:ext cx="647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고른 선수 중심으로 본다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DA4036-BDEE-4066-B27E-FB757EC1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429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B5563"/>
                </a:solidFill>
              </a:defRPr>
            </a:pPr>
            <a:r>
              <a:rPr sz="1575" b="0">
                <a:solidFill>
                  <a:srgbClr val="4B5563"/>
                </a:solidFill>
              </a:rPr>
              <a:t>AI 하이라이트와 작전판AI가 라이트 팬의 이해 장벽을 낮춘다.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702BB9-834E-4705-9165-A3D11321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CourtLens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9D8E5E-90C6-4EAF-9D63-B3877130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5862567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4add29a592470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D72E7B-7F9A-41E1-BC0D-D9A1F2CE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7239000" cy="1571625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B78344-EE19-4B3E-B788-EF321DFA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0008"/>
                </a:solidFill>
              </a:defRPr>
            </a:pPr>
            <a:r>
              <a:rPr sz="1200" b="1">
                <a:solidFill>
                  <a:srgbClr val="5B0008"/>
                </a:solidFill>
              </a:rPr>
              <a:t>CLUB DASHBOARD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7A8BD5-40CC-44F0-A21D-1C356605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8250"/>
            <a:ext cx="647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팬 반응을 매출 기회로 바꾼다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3A063-06D5-4D01-B053-58844F3A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429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B5563"/>
                </a:solidFill>
              </a:defRPr>
            </a:pPr>
            <a:r>
              <a:rPr sz="1575" b="0">
                <a:solidFill>
                  <a:srgbClr val="4B5563"/>
                </a:solidFill>
              </a:rPr>
              <a:t>Fan Insight + Player Context DB → Revenue Playbook → Performance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6E05F3-BEA3-437E-BA30-8504938C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CourtLens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83B2C8-9EF7-46BE-A979-808D2F05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0390385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e779d0ace0432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E0927-1367-4894-A196-AD89D4E8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7239000" cy="1571625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B583F5-4092-4A48-BA2E-BD38E73A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0008"/>
                </a:solidFill>
              </a:defRPr>
            </a:pPr>
            <a:r>
              <a:rPr sz="1200" b="1">
                <a:solidFill>
                  <a:srgbClr val="5B0008"/>
                </a:solidFill>
              </a:rPr>
              <a:t>EVENT BUILDER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100DE0-3D46-49B8-8884-97F9A076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8250"/>
            <a:ext cx="647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추천에서 실행까지 이어진다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17D515-14E1-4392-B792-62497CCA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429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B5563"/>
                </a:solidFill>
              </a:defRPr>
            </a:pPr>
            <a:r>
              <a:rPr sz="1575" b="0">
                <a:solidFill>
                  <a:srgbClr val="4B5563"/>
                </a:solidFill>
              </a:rPr>
              <a:t>단기성 이벤트 · 라운드 이벤트 · 프랜차이즈 스타 장기 마케팅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AC4B0B-596F-4247-9C22-2FE38E7C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CourtLens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6C726-7434-40AC-9F3B-3DBE005B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948507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6510A5-C809-4E04-A156-82955FF7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B2B REVENUE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BEF261-2E76-4BBA-AFD6-5F3B727E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1EA8D6-D848-4164-A5B5-21E26379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14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수익은 팬 구독이 아니라 구단 SaaS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FAABD-FB45-4E82-9439-2E00A502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B5563"/>
                </a:solidFill>
              </a:defRPr>
            </a:pPr>
            <a:r>
              <a:rPr sz="1800" b="0">
                <a:solidFill>
                  <a:srgbClr val="4B5563"/>
                </a:solidFill>
              </a:rPr>
              <a:t>팬 경험이 좋아질수록 구단이 살 수 있는 데이터와 실행 도구가 생긴다.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3C8B38-0987-4818-AE43-DD2920E3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CourtLens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DE520B-6223-479A-80E1-5FE1777F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AD35CD-D709-4DE2-87F9-1B60CBEE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239D10-4456-491C-9441-15848B05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2038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구단 SaaS 사용료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B25139-0660-4491-A262-8AD01C82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33750"/>
            <a:ext cx="2000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C029EC-B4DE-4665-AC98-F9C3D8D1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480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초기 구축비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3A3731-8E83-49C5-83CA-52B58069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33375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29AD23-A1CB-41A2-BD89-6D5DE109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448050"/>
            <a:ext cx="2038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성과형 수수료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4DD7B0-0367-48F1-8D62-974A969E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3375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369386-0EB6-479F-B48E-A71479B5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48050"/>
            <a:ext cx="2038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스폰서 쉐어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87E892-1471-4B71-A02F-BE2BE3DF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Event Builder에서 단기 이벤트 스폰서, 라운드 MVP 스폰서, 프랜차이즈 스타 굿즈 스폰서로 확장</a:t>
            </a:r>
          </a:p>
        </p:txBody>
      </p:sp>
    </p:spTree>
    <p:extLst>
      <p:ext uri="{BB962C8B-B14F-4D97-AF65-F5344CB8AC3E}">
        <p14:creationId xmlns:p14="http://schemas.microsoft.com/office/powerpoint/2010/main" val="16666190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AF9719-B1B1-4D40-A894-CD4A8AB2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CONNECTION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EDD0CE-E835-440C-86A3-74BDBEB6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1D7967-1916-47D7-A3FF-151A9B55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14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팬의 행동이 구단의 실행으로 이어진다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06A066-2B5A-4543-B7BD-A1076D6E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B5563"/>
                </a:solidFill>
              </a:defRPr>
            </a:pPr>
            <a:r>
              <a:rPr sz="1800" b="0">
                <a:solidFill>
                  <a:srgbClr val="4B5563"/>
                </a:solidFill>
              </a:rPr>
              <a:t>CourtLens의 핵심은 팬 앱과 구단 대시보드가 같은 데이터를 바라보게 만드는 것이다.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93E269-5858-4244-A377-589583D0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CourtLens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968F7A-A2EB-4FD8-8779-0255E2D7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86085F-6162-4377-9517-81D90EBD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5B0008"/>
                </a:solidFill>
              </a:defRPr>
            </a:pPr>
            <a:r>
              <a:rPr sz="2550" b="1">
                <a:solidFill>
                  <a:srgbClr val="5B0008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8D3005-CC4A-4F17-AABC-477AB839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팬이 선수를 고른다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61E16E-A659-4A04-BC8F-220B0C0D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3375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5B0008"/>
                </a:solidFill>
              </a:defRPr>
            </a:pPr>
            <a:r>
              <a:rPr sz="2550" b="1">
                <a:solidFill>
                  <a:srgbClr val="5B0008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AEF956-0BA8-469C-B1BF-D3219462A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909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AI가 이해를 돕는다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A2FE85-5B9E-4AF8-AC05-F6C341E8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3375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5B0008"/>
                </a:solidFill>
              </a:defRPr>
            </a:pPr>
            <a:r>
              <a:rPr sz="2550" b="1">
                <a:solidFill>
                  <a:srgbClr val="5B0008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CAF166-2F65-44F5-9561-7F0C6515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90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구단이 실행한다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B152E4-8AD0-42F9-80FB-23037648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팬에게는 더 쉬운 경기 경험을, 구단에게는 단기성 이벤트·라운드 이벤트·장기 마케팅의 근거를 제공한다.</a:t>
            </a:r>
          </a:p>
        </p:txBody>
      </p:sp>
    </p:spTree>
    <p:extLst>
      <p:ext uri="{BB962C8B-B14F-4D97-AF65-F5344CB8AC3E}">
        <p14:creationId xmlns:p14="http://schemas.microsoft.com/office/powerpoint/2010/main" val="18071937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B193DF-FA55-49A9-ADC4-76633828F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VISION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E60F7F-1DF6-45F1-8868-462CDD8A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C821BE-CD75-40A2-A9F7-699A0FE2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14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AI로 스포츠 진입장벽을 낮추는 팬덤 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DDBF7-987A-4EB4-BC42-DBB638F0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B5563"/>
                </a:solidFill>
              </a:defRPr>
            </a:pPr>
            <a:r>
              <a:rPr sz="1800" b="0">
                <a:solidFill>
                  <a:srgbClr val="4B5563"/>
                </a:solidFill>
              </a:rPr>
              <a:t>팬은 더 쉽게 입덕하고, 구단은 팬을 더 오래 볼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0EC6D-6135-4B80-82F8-11BE18CA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CourtLens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DC423D-D42F-4A48-B3A4-83464FA2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9CA3AF"/>
                </a:solidFill>
              </a:defRPr>
            </a:pPr>
            <a:r>
              <a:rPr sz="1125" b="1">
                <a:solidFill>
                  <a:srgbClr val="9CA3AF"/>
                </a:solidFill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223875-C4D3-4A3E-95BD-998267DFE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0008"/>
                </a:solidFill>
              </a:defRPr>
            </a:pPr>
            <a:r>
              <a:rPr sz="1650" b="1">
                <a:solidFill>
                  <a:srgbClr val="5B0008"/>
                </a:solidFill>
              </a:rPr>
              <a:t>한 문장 피치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E08CE1-433B-4258-88F1-95A4A6D2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990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CourtLens는 좋아하는 선수의 장면을 이해 가능한 콘텐츠로 만들고, 그 관심을 직관과 구단 수익화로 연결합니다.</a:t>
            </a:r>
          </a:p>
        </p:txBody>
      </p:sp>
    </p:spTree>
    <p:extLst>
      <p:ext uri="{BB962C8B-B14F-4D97-AF65-F5344CB8AC3E}">
        <p14:creationId xmlns:p14="http://schemas.microsoft.com/office/powerpoint/2010/main" val="5684785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2026-06-26T12:13:25.2000000Z</dcterms:created>
  <dcterms:modified xsi:type="dcterms:W3CDTF">2026-06-26T12:13:25.2000000Z</dcterms:modified>
</coreProperties>
</file>