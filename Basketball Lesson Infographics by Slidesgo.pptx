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5143500" cx="9144000"/>
  <p:notesSz cx="6858000" cy="9144000"/>
  <p:embeddedFontLst>
    <p:embeddedFont>
      <p:font typeface="Dosis"/>
      <p:regular r:id="rId42"/>
      <p:bold r:id="rId43"/>
    </p:embeddedFont>
    <p:embeddedFont>
      <p:font typeface="Bevan"/>
      <p:regular r:id="rId44"/>
      <p:italic r:id="rId45"/>
    </p:embeddedFont>
    <p:embeddedFont>
      <p:font typeface="Proxima Nova"/>
      <p:regular r:id="rId46"/>
      <p:bold r:id="rId47"/>
      <p:italic r:id="rId48"/>
      <p:boldItalic r:id="rId49"/>
    </p:embeddedFont>
    <p:embeddedFont>
      <p:font typeface="Lilita One"/>
      <p:regular r:id="rId50"/>
    </p:embeddedFont>
    <p:embeddedFont>
      <p:font typeface="Voltaire"/>
      <p:regular r:id="rId51"/>
    </p:embeddedFont>
    <p:embeddedFont>
      <p:font typeface="Proxima Nova Semibold"/>
      <p:regular r:id="rId52"/>
      <p:bold r:id="rId53"/>
      <p:boldItalic r:id="rId54"/>
    </p:embeddedFont>
    <p:embeddedFont>
      <p:font typeface="Dosis SemiBold"/>
      <p:regular r:id="rId55"/>
      <p:bold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2F52E1E-71C8-41E8-9905-C88289EF3109}">
  <a:tblStyle styleId="{42F52E1E-71C8-41E8-9905-C88289EF310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font" Target="fonts/Dosis-regular.fntdata"/><Relationship Id="rId41" Type="http://schemas.openxmlformats.org/officeDocument/2006/relationships/slide" Target="slides/slide35.xml"/><Relationship Id="rId44" Type="http://schemas.openxmlformats.org/officeDocument/2006/relationships/font" Target="fonts/Bevan-regular.fntdata"/><Relationship Id="rId43" Type="http://schemas.openxmlformats.org/officeDocument/2006/relationships/font" Target="fonts/Dosis-bold.fntdata"/><Relationship Id="rId46" Type="http://schemas.openxmlformats.org/officeDocument/2006/relationships/font" Target="fonts/ProximaNova-regular.fntdata"/><Relationship Id="rId45" Type="http://schemas.openxmlformats.org/officeDocument/2006/relationships/font" Target="fonts/Bevan-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ProximaNova-italic.fntdata"/><Relationship Id="rId47" Type="http://schemas.openxmlformats.org/officeDocument/2006/relationships/font" Target="fonts/ProximaNova-bold.fntdata"/><Relationship Id="rId49" Type="http://schemas.openxmlformats.org/officeDocument/2006/relationships/font" Target="fonts/ProximaNova-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Voltaire-regular.fntdata"/><Relationship Id="rId50" Type="http://schemas.openxmlformats.org/officeDocument/2006/relationships/font" Target="fonts/LilitaOne-regular.fntdata"/><Relationship Id="rId53" Type="http://schemas.openxmlformats.org/officeDocument/2006/relationships/font" Target="fonts/ProximaNovaSemibold-bold.fntdata"/><Relationship Id="rId52" Type="http://schemas.openxmlformats.org/officeDocument/2006/relationships/font" Target="fonts/ProximaNovaSemibold-regular.fntdata"/><Relationship Id="rId11" Type="http://schemas.openxmlformats.org/officeDocument/2006/relationships/slide" Target="slides/slide5.xml"/><Relationship Id="rId55" Type="http://schemas.openxmlformats.org/officeDocument/2006/relationships/font" Target="fonts/DosisSemiBold-regular.fntdata"/><Relationship Id="rId10" Type="http://schemas.openxmlformats.org/officeDocument/2006/relationships/slide" Target="slides/slide4.xml"/><Relationship Id="rId54" Type="http://schemas.openxmlformats.org/officeDocument/2006/relationships/font" Target="fonts/ProximaNovaSemibold-boldItalic.fntdata"/><Relationship Id="rId13" Type="http://schemas.openxmlformats.org/officeDocument/2006/relationships/slide" Target="slides/slide7.xml"/><Relationship Id="rId12" Type="http://schemas.openxmlformats.org/officeDocument/2006/relationships/slide" Target="slides/slide6.xml"/><Relationship Id="rId56" Type="http://schemas.openxmlformats.org/officeDocument/2006/relationships/font" Target="fonts/DosisSemiBold-bold.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8e8bc3dedf_0_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8e8bc3dedf_0_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8e8bc3dedf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8e8bc3dedf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8e8bc3dedf_0_87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8e8bc3dedf_0_87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06df47af11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06df47af11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06df47af11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06df47af11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06df47af11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06df47af11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06df47af11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06df47af11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06df47af11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06df47af11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06df47af11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06df47af11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08a46f407d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08a46f407d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08a46f407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208a46f407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08a46f407d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208a46f407d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08a46f407d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208a46f407d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208a46f407d_0_1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208a46f407d_0_1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208a46f407d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208a46f407d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208a46f407d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208a46f407d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208a46f407d_0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208a46f407d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208a46f407d_0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208a46f407d_0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208a46f407d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208a46f407d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208a46f407d_0_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208a46f407d_0_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208a46f407d_0_8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208a46f407d_0_8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208a46f407d_0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g208a46f407d_0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208a46f407d_0_17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208a46f407d_0_1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208a46f407d_0_9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5" name="Google Shape;745;g208a46f407d_0_9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208a46f407d_0_9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208a46f407d_0_9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208a46f407d_0_10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5" name="Google Shape;835;g208a46f407d_0_10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208a46f407d_0_10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208a46f407d_0_10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208a46f407d_0_1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208a46f407d_0_1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208a46f407d_0_1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8" name="Google Shape;1018;g208a46f407d_0_1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208a46f407d_0_1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4" name="Google Shape;1024;g208a46f407d_0_1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208a46f407d_0_1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208a46f407d_0_1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208a46f407d_0_17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1" name="Google Shape;1081;g208a46f407d_0_17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205ef4002ad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6" name="Google Shape;1096;g205ef4002ad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205ef4002ad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3" name="Google Shape;1103;g205ef4002ad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205ef4002ad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0" name="Google Shape;1110;g205ef4002ad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1692038" y="1055400"/>
            <a:ext cx="6715800" cy="2534700"/>
          </a:xfrm>
          <a:prstGeom prst="rect">
            <a:avLst/>
          </a:prstGeom>
        </p:spPr>
        <p:txBody>
          <a:bodyPr anchorCtr="0" anchor="b" bIns="91425" lIns="91425" spcFirstLastPara="1" rIns="91425" wrap="square" tIns="91425">
            <a:noAutofit/>
          </a:bodyPr>
          <a:lstStyle>
            <a:lvl1pPr lvl="0" rtl="0" algn="r">
              <a:spcBef>
                <a:spcPts val="0"/>
              </a:spcBef>
              <a:spcAft>
                <a:spcPts val="0"/>
              </a:spcAft>
              <a:buSzPts val="5200"/>
              <a:buFont typeface="Bevan"/>
              <a:buNone/>
              <a:defRPr sz="5200">
                <a:latin typeface="Bevan"/>
                <a:ea typeface="Bevan"/>
                <a:cs typeface="Bevan"/>
                <a:sym typeface="Bevan"/>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 name="Google Shape;10;p2"/>
          <p:cNvSpPr txBox="1"/>
          <p:nvPr>
            <p:ph idx="1" type="subTitle"/>
          </p:nvPr>
        </p:nvSpPr>
        <p:spPr>
          <a:xfrm>
            <a:off x="2541050" y="3575688"/>
            <a:ext cx="5866800" cy="512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2000"/>
              <a:buFont typeface="Dosis SemiBold"/>
              <a:buNone/>
              <a:defRPr sz="2000">
                <a:latin typeface="Dosis SemiBold"/>
                <a:ea typeface="Dosis SemiBold"/>
                <a:cs typeface="Dosis SemiBold"/>
                <a:sym typeface="Dosis SemiBold"/>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 name="Google Shape;11;p2"/>
          <p:cNvSpPr/>
          <p:nvPr/>
        </p:nvSpPr>
        <p:spPr>
          <a:xfrm rot="5400000">
            <a:off x="3364194" y="-3513706"/>
            <a:ext cx="4059824" cy="9384453"/>
          </a:xfrm>
          <a:custGeom>
            <a:rect b="b" l="l" r="r" t="t"/>
            <a:pathLst>
              <a:path extrusionOk="0" h="65590" w="28375">
                <a:moveTo>
                  <a:pt x="0" y="1"/>
                </a:moveTo>
                <a:lnTo>
                  <a:pt x="0" y="65590"/>
                </a:lnTo>
                <a:lnTo>
                  <a:pt x="2979" y="65590"/>
                </a:lnTo>
                <a:cubicBezTo>
                  <a:pt x="7151" y="61603"/>
                  <a:pt x="9082" y="55435"/>
                  <a:pt x="9408" y="49556"/>
                </a:cubicBezTo>
                <a:cubicBezTo>
                  <a:pt x="9790" y="42654"/>
                  <a:pt x="8384" y="35781"/>
                  <a:pt x="8177" y="28872"/>
                </a:cubicBezTo>
                <a:cubicBezTo>
                  <a:pt x="7970" y="21963"/>
                  <a:pt x="9188" y="14551"/>
                  <a:pt x="13902" y="9494"/>
                </a:cubicBezTo>
                <a:cubicBezTo>
                  <a:pt x="17131" y="6027"/>
                  <a:pt x="21883" y="4176"/>
                  <a:pt x="26608" y="4176"/>
                </a:cubicBezTo>
                <a:cubicBezTo>
                  <a:pt x="27198" y="4176"/>
                  <a:pt x="27788" y="4205"/>
                  <a:pt x="28374" y="4263"/>
                </a:cubicBezTo>
                <a:lnTo>
                  <a:pt x="2837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3031283" y="-1650123"/>
            <a:ext cx="3818852" cy="9872798"/>
          </a:xfrm>
          <a:custGeom>
            <a:rect b="b" l="l" r="r" t="t"/>
            <a:pathLst>
              <a:path extrusionOk="0" h="65588" w="28704">
                <a:moveTo>
                  <a:pt x="0" y="0"/>
                </a:moveTo>
                <a:lnTo>
                  <a:pt x="0" y="5968"/>
                </a:lnTo>
                <a:cubicBezTo>
                  <a:pt x="2652" y="4653"/>
                  <a:pt x="5293" y="3317"/>
                  <a:pt x="8108" y="2424"/>
                </a:cubicBezTo>
                <a:cubicBezTo>
                  <a:pt x="10064" y="1804"/>
                  <a:pt x="12152" y="1419"/>
                  <a:pt x="14206" y="1419"/>
                </a:cubicBezTo>
                <a:cubicBezTo>
                  <a:pt x="16383" y="1419"/>
                  <a:pt x="18523" y="1851"/>
                  <a:pt x="20431" y="2892"/>
                </a:cubicBezTo>
                <a:cubicBezTo>
                  <a:pt x="23716" y="4683"/>
                  <a:pt x="25901" y="8086"/>
                  <a:pt x="26919" y="11687"/>
                </a:cubicBezTo>
                <a:cubicBezTo>
                  <a:pt x="28703" y="17997"/>
                  <a:pt x="27234" y="24777"/>
                  <a:pt x="24998" y="30942"/>
                </a:cubicBezTo>
                <a:cubicBezTo>
                  <a:pt x="22760" y="37106"/>
                  <a:pt x="19753" y="43029"/>
                  <a:pt x="18339" y="49433"/>
                </a:cubicBezTo>
                <a:cubicBezTo>
                  <a:pt x="17152" y="54808"/>
                  <a:pt x="17252" y="60766"/>
                  <a:pt x="19716" y="65588"/>
                </a:cubicBezTo>
                <a:lnTo>
                  <a:pt x="28374" y="65588"/>
                </a:lnTo>
                <a:lnTo>
                  <a:pt x="2837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5400000">
            <a:off x="7748672" y="-282175"/>
            <a:ext cx="1782588" cy="1980668"/>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045061">
            <a:off x="6170555" y="3594863"/>
            <a:ext cx="3054854" cy="3088124"/>
          </a:xfrm>
          <a:custGeom>
            <a:rect b="b" l="l" r="r" t="t"/>
            <a:pathLst>
              <a:path extrusionOk="0" h="8861" w="8840">
                <a:moveTo>
                  <a:pt x="5139" y="1"/>
                </a:moveTo>
                <a:cubicBezTo>
                  <a:pt x="4736" y="1"/>
                  <a:pt x="4334" y="100"/>
                  <a:pt x="3967" y="271"/>
                </a:cubicBezTo>
                <a:cubicBezTo>
                  <a:pt x="3960" y="274"/>
                  <a:pt x="3952" y="279"/>
                  <a:pt x="3945" y="282"/>
                </a:cubicBezTo>
                <a:cubicBezTo>
                  <a:pt x="3941" y="280"/>
                  <a:pt x="3936" y="279"/>
                  <a:pt x="3930" y="279"/>
                </a:cubicBezTo>
                <a:cubicBezTo>
                  <a:pt x="3926" y="279"/>
                  <a:pt x="3922" y="280"/>
                  <a:pt x="3919" y="280"/>
                </a:cubicBezTo>
                <a:cubicBezTo>
                  <a:pt x="3641" y="319"/>
                  <a:pt x="3396" y="474"/>
                  <a:pt x="3174" y="638"/>
                </a:cubicBezTo>
                <a:cubicBezTo>
                  <a:pt x="2936" y="818"/>
                  <a:pt x="2720" y="1026"/>
                  <a:pt x="2507" y="1237"/>
                </a:cubicBezTo>
                <a:cubicBezTo>
                  <a:pt x="2270" y="1473"/>
                  <a:pt x="2082" y="1737"/>
                  <a:pt x="1907" y="2021"/>
                </a:cubicBezTo>
                <a:cubicBezTo>
                  <a:pt x="1770" y="2242"/>
                  <a:pt x="1614" y="2456"/>
                  <a:pt x="1501" y="2692"/>
                </a:cubicBezTo>
                <a:cubicBezTo>
                  <a:pt x="1399" y="2907"/>
                  <a:pt x="1315" y="3356"/>
                  <a:pt x="1644" y="3356"/>
                </a:cubicBezTo>
                <a:cubicBezTo>
                  <a:pt x="1662" y="3356"/>
                  <a:pt x="1681" y="3355"/>
                  <a:pt x="1702" y="3352"/>
                </a:cubicBezTo>
                <a:cubicBezTo>
                  <a:pt x="2050" y="3303"/>
                  <a:pt x="2383" y="3058"/>
                  <a:pt x="2673" y="2874"/>
                </a:cubicBezTo>
                <a:cubicBezTo>
                  <a:pt x="2914" y="2723"/>
                  <a:pt x="3154" y="2580"/>
                  <a:pt x="3413" y="2461"/>
                </a:cubicBezTo>
                <a:cubicBezTo>
                  <a:pt x="3490" y="2425"/>
                  <a:pt x="3642" y="2342"/>
                  <a:pt x="3753" y="2342"/>
                </a:cubicBezTo>
                <a:cubicBezTo>
                  <a:pt x="3776" y="2342"/>
                  <a:pt x="3798" y="2346"/>
                  <a:pt x="3817" y="2354"/>
                </a:cubicBezTo>
                <a:cubicBezTo>
                  <a:pt x="3941" y="2413"/>
                  <a:pt x="3641" y="2837"/>
                  <a:pt x="3600" y="2889"/>
                </a:cubicBezTo>
                <a:cubicBezTo>
                  <a:pt x="3415" y="3128"/>
                  <a:pt x="3174" y="3322"/>
                  <a:pt x="2941" y="3513"/>
                </a:cubicBezTo>
                <a:cubicBezTo>
                  <a:pt x="2704" y="3708"/>
                  <a:pt x="2477" y="3912"/>
                  <a:pt x="2257" y="4127"/>
                </a:cubicBezTo>
                <a:cubicBezTo>
                  <a:pt x="1770" y="4599"/>
                  <a:pt x="1351" y="5134"/>
                  <a:pt x="981" y="5699"/>
                </a:cubicBezTo>
                <a:cubicBezTo>
                  <a:pt x="592" y="6295"/>
                  <a:pt x="331" y="6979"/>
                  <a:pt x="182" y="7673"/>
                </a:cubicBezTo>
                <a:cubicBezTo>
                  <a:pt x="137" y="7884"/>
                  <a:pt x="75" y="8094"/>
                  <a:pt x="43" y="8309"/>
                </a:cubicBezTo>
                <a:cubicBezTo>
                  <a:pt x="21" y="8455"/>
                  <a:pt x="0" y="8631"/>
                  <a:pt x="79" y="8764"/>
                </a:cubicBezTo>
                <a:cubicBezTo>
                  <a:pt x="122" y="8835"/>
                  <a:pt x="191" y="8861"/>
                  <a:pt x="264" y="8861"/>
                </a:cubicBezTo>
                <a:cubicBezTo>
                  <a:pt x="328" y="8861"/>
                  <a:pt x="396" y="8841"/>
                  <a:pt x="452" y="8816"/>
                </a:cubicBezTo>
                <a:cubicBezTo>
                  <a:pt x="726" y="8694"/>
                  <a:pt x="982" y="8500"/>
                  <a:pt x="1225" y="8325"/>
                </a:cubicBezTo>
                <a:cubicBezTo>
                  <a:pt x="1750" y="7954"/>
                  <a:pt x="2241" y="7539"/>
                  <a:pt x="2733" y="7128"/>
                </a:cubicBezTo>
                <a:cubicBezTo>
                  <a:pt x="3243" y="6706"/>
                  <a:pt x="3757" y="6289"/>
                  <a:pt x="4312" y="5926"/>
                </a:cubicBezTo>
                <a:cubicBezTo>
                  <a:pt x="4586" y="5747"/>
                  <a:pt x="4870" y="5585"/>
                  <a:pt x="5164" y="5443"/>
                </a:cubicBezTo>
                <a:cubicBezTo>
                  <a:pt x="5189" y="5430"/>
                  <a:pt x="5343" y="5337"/>
                  <a:pt x="5403" y="5337"/>
                </a:cubicBezTo>
                <a:cubicBezTo>
                  <a:pt x="5412" y="5337"/>
                  <a:pt x="5420" y="5339"/>
                  <a:pt x="5424" y="5345"/>
                </a:cubicBezTo>
                <a:cubicBezTo>
                  <a:pt x="5454" y="5392"/>
                  <a:pt x="5427" y="5504"/>
                  <a:pt x="5424" y="5555"/>
                </a:cubicBezTo>
                <a:cubicBezTo>
                  <a:pt x="5413" y="5721"/>
                  <a:pt x="5438" y="5901"/>
                  <a:pt x="5568" y="6018"/>
                </a:cubicBezTo>
                <a:cubicBezTo>
                  <a:pt x="5624" y="6069"/>
                  <a:pt x="5691" y="6088"/>
                  <a:pt x="5761" y="6088"/>
                </a:cubicBezTo>
                <a:cubicBezTo>
                  <a:pt x="5827" y="6088"/>
                  <a:pt x="5894" y="6071"/>
                  <a:pt x="5955" y="6046"/>
                </a:cubicBezTo>
                <a:cubicBezTo>
                  <a:pt x="6289" y="5906"/>
                  <a:pt x="6553" y="5598"/>
                  <a:pt x="6793" y="5339"/>
                </a:cubicBezTo>
                <a:cubicBezTo>
                  <a:pt x="6968" y="5150"/>
                  <a:pt x="7106" y="4927"/>
                  <a:pt x="7269" y="4727"/>
                </a:cubicBezTo>
                <a:cubicBezTo>
                  <a:pt x="7497" y="4449"/>
                  <a:pt x="7743" y="4184"/>
                  <a:pt x="7985" y="3917"/>
                </a:cubicBezTo>
                <a:cubicBezTo>
                  <a:pt x="8197" y="3681"/>
                  <a:pt x="8404" y="3432"/>
                  <a:pt x="8579" y="3166"/>
                </a:cubicBezTo>
                <a:cubicBezTo>
                  <a:pt x="8656" y="3046"/>
                  <a:pt x="8840" y="2746"/>
                  <a:pt x="8631" y="2652"/>
                </a:cubicBezTo>
                <a:cubicBezTo>
                  <a:pt x="8590" y="2633"/>
                  <a:pt x="8546" y="2626"/>
                  <a:pt x="8499" y="2626"/>
                </a:cubicBezTo>
                <a:cubicBezTo>
                  <a:pt x="8375" y="2626"/>
                  <a:pt x="8238" y="2676"/>
                  <a:pt x="8127" y="2691"/>
                </a:cubicBezTo>
                <a:cubicBezTo>
                  <a:pt x="7944" y="2714"/>
                  <a:pt x="7762" y="2746"/>
                  <a:pt x="7580" y="2774"/>
                </a:cubicBezTo>
                <a:cubicBezTo>
                  <a:pt x="7335" y="2810"/>
                  <a:pt x="7075" y="2850"/>
                  <a:pt x="6819" y="2850"/>
                </a:cubicBezTo>
                <a:cubicBezTo>
                  <a:pt x="6654" y="2850"/>
                  <a:pt x="6490" y="2833"/>
                  <a:pt x="6334" y="2789"/>
                </a:cubicBezTo>
                <a:cubicBezTo>
                  <a:pt x="6175" y="2743"/>
                  <a:pt x="6034" y="2647"/>
                  <a:pt x="5977" y="2487"/>
                </a:cubicBezTo>
                <a:cubicBezTo>
                  <a:pt x="5913" y="2301"/>
                  <a:pt x="5958" y="2075"/>
                  <a:pt x="6000" y="1890"/>
                </a:cubicBezTo>
                <a:cubicBezTo>
                  <a:pt x="6088" y="1510"/>
                  <a:pt x="6276" y="1145"/>
                  <a:pt x="6301" y="752"/>
                </a:cubicBezTo>
                <a:cubicBezTo>
                  <a:pt x="6327" y="353"/>
                  <a:pt x="6031" y="145"/>
                  <a:pt x="5674" y="62"/>
                </a:cubicBezTo>
                <a:cubicBezTo>
                  <a:pt x="5497" y="20"/>
                  <a:pt x="5318" y="1"/>
                  <a:pt x="513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2"/>
        </a:solidFill>
      </p:bgPr>
    </p:bg>
    <p:spTree>
      <p:nvGrpSpPr>
        <p:cNvPr id="15" name="Shape 15"/>
        <p:cNvGrpSpPr/>
        <p:nvPr/>
      </p:nvGrpSpPr>
      <p:grpSpPr>
        <a:xfrm>
          <a:off x="0" y="0"/>
          <a:ext cx="0" cy="0"/>
          <a:chOff x="0" y="0"/>
          <a:chExt cx="0" cy="0"/>
        </a:xfrm>
      </p:grpSpPr>
      <p:sp>
        <p:nvSpPr>
          <p:cNvPr id="16" name="Google Shape;16;p3"/>
          <p:cNvSpPr txBox="1"/>
          <p:nvPr>
            <p:ph type="ctrTitle"/>
          </p:nvPr>
        </p:nvSpPr>
        <p:spPr>
          <a:xfrm>
            <a:off x="3798216" y="1361525"/>
            <a:ext cx="4152600" cy="1674900"/>
          </a:xfrm>
          <a:prstGeom prst="rect">
            <a:avLst/>
          </a:prstGeom>
        </p:spPr>
        <p:txBody>
          <a:bodyPr anchorCtr="0" anchor="b" bIns="91425" lIns="91425" spcFirstLastPara="1" rIns="91425" wrap="square" tIns="91425">
            <a:noAutofit/>
          </a:bodyPr>
          <a:lstStyle>
            <a:lvl1pPr lvl="0" rtl="0" algn="l">
              <a:spcBef>
                <a:spcPts val="0"/>
              </a:spcBef>
              <a:spcAft>
                <a:spcPts val="0"/>
              </a:spcAft>
              <a:buSzPts val="5200"/>
              <a:buFont typeface="Bevan"/>
              <a:buNone/>
              <a:defRPr sz="5200">
                <a:latin typeface="Bevan"/>
                <a:ea typeface="Bevan"/>
                <a:cs typeface="Bevan"/>
                <a:sym typeface="Bevan"/>
              </a:defRPr>
            </a:lvl1pPr>
            <a:lvl2pPr lvl="1" rtl="0" algn="l">
              <a:spcBef>
                <a:spcPts val="0"/>
              </a:spcBef>
              <a:spcAft>
                <a:spcPts val="0"/>
              </a:spcAft>
              <a:buSzPts val="5200"/>
              <a:buNone/>
              <a:defRPr sz="5200"/>
            </a:lvl2pPr>
            <a:lvl3pPr lvl="2" rtl="0" algn="l">
              <a:spcBef>
                <a:spcPts val="0"/>
              </a:spcBef>
              <a:spcAft>
                <a:spcPts val="0"/>
              </a:spcAft>
              <a:buSzPts val="5200"/>
              <a:buNone/>
              <a:defRPr sz="5200"/>
            </a:lvl3pPr>
            <a:lvl4pPr lvl="3" rtl="0" algn="l">
              <a:spcBef>
                <a:spcPts val="0"/>
              </a:spcBef>
              <a:spcAft>
                <a:spcPts val="0"/>
              </a:spcAft>
              <a:buSzPts val="5200"/>
              <a:buNone/>
              <a:defRPr sz="5200"/>
            </a:lvl4pPr>
            <a:lvl5pPr lvl="4" rtl="0" algn="l">
              <a:spcBef>
                <a:spcPts val="0"/>
              </a:spcBef>
              <a:spcAft>
                <a:spcPts val="0"/>
              </a:spcAft>
              <a:buSzPts val="5200"/>
              <a:buNone/>
              <a:defRPr sz="5200"/>
            </a:lvl5pPr>
            <a:lvl6pPr lvl="5" rtl="0" algn="l">
              <a:spcBef>
                <a:spcPts val="0"/>
              </a:spcBef>
              <a:spcAft>
                <a:spcPts val="0"/>
              </a:spcAft>
              <a:buSzPts val="5200"/>
              <a:buNone/>
              <a:defRPr sz="5200"/>
            </a:lvl6pPr>
            <a:lvl7pPr lvl="6" rtl="0" algn="l">
              <a:spcBef>
                <a:spcPts val="0"/>
              </a:spcBef>
              <a:spcAft>
                <a:spcPts val="0"/>
              </a:spcAft>
              <a:buSzPts val="5200"/>
              <a:buNone/>
              <a:defRPr sz="5200"/>
            </a:lvl7pPr>
            <a:lvl8pPr lvl="7" rtl="0" algn="l">
              <a:spcBef>
                <a:spcPts val="0"/>
              </a:spcBef>
              <a:spcAft>
                <a:spcPts val="0"/>
              </a:spcAft>
              <a:buSzPts val="5200"/>
              <a:buNone/>
              <a:defRPr sz="5200"/>
            </a:lvl8pPr>
            <a:lvl9pPr lvl="8" rtl="0" algn="l">
              <a:spcBef>
                <a:spcPts val="0"/>
              </a:spcBef>
              <a:spcAft>
                <a:spcPts val="0"/>
              </a:spcAft>
              <a:buSzPts val="5200"/>
              <a:buNone/>
              <a:defRPr sz="5200"/>
            </a:lvl9pPr>
          </a:lstStyle>
          <a:p/>
        </p:txBody>
      </p:sp>
      <p:sp>
        <p:nvSpPr>
          <p:cNvPr id="17" name="Google Shape;17;p3"/>
          <p:cNvSpPr txBox="1"/>
          <p:nvPr>
            <p:ph idx="1" type="subTitle"/>
          </p:nvPr>
        </p:nvSpPr>
        <p:spPr>
          <a:xfrm>
            <a:off x="3798213" y="2820225"/>
            <a:ext cx="4152600" cy="695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000"/>
              <a:buFont typeface="Dosis SemiBold"/>
              <a:buNone/>
              <a:defRPr sz="2000">
                <a:latin typeface="Dosis SemiBold"/>
                <a:ea typeface="Dosis SemiBold"/>
                <a:cs typeface="Dosis SemiBold"/>
                <a:sym typeface="Dosis SemiBold"/>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
        <p:nvSpPr>
          <p:cNvPr id="18" name="Google Shape;18;p3"/>
          <p:cNvSpPr txBox="1"/>
          <p:nvPr>
            <p:ph hasCustomPrompt="1" idx="2" type="title"/>
          </p:nvPr>
        </p:nvSpPr>
        <p:spPr>
          <a:xfrm>
            <a:off x="1660988" y="2091225"/>
            <a:ext cx="1850700" cy="134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7000"/>
              <a:buFont typeface="Bevan"/>
              <a:buNone/>
              <a:defRPr sz="7000">
                <a:latin typeface="Bevan"/>
                <a:ea typeface="Bevan"/>
                <a:cs typeface="Bevan"/>
                <a:sym typeface="Bevan"/>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9" name="Google Shape;19;p3"/>
          <p:cNvSpPr/>
          <p:nvPr/>
        </p:nvSpPr>
        <p:spPr>
          <a:xfrm flipH="1" rot="-5400000">
            <a:off x="1493225" y="-3378006"/>
            <a:ext cx="4059824" cy="9384453"/>
          </a:xfrm>
          <a:custGeom>
            <a:rect b="b" l="l" r="r" t="t"/>
            <a:pathLst>
              <a:path extrusionOk="0" h="65590" w="28375">
                <a:moveTo>
                  <a:pt x="0" y="1"/>
                </a:moveTo>
                <a:lnTo>
                  <a:pt x="0" y="65590"/>
                </a:lnTo>
                <a:lnTo>
                  <a:pt x="2979" y="65590"/>
                </a:lnTo>
                <a:cubicBezTo>
                  <a:pt x="7151" y="61603"/>
                  <a:pt x="9082" y="55435"/>
                  <a:pt x="9408" y="49556"/>
                </a:cubicBezTo>
                <a:cubicBezTo>
                  <a:pt x="9790" y="42654"/>
                  <a:pt x="8384" y="35781"/>
                  <a:pt x="8177" y="28872"/>
                </a:cubicBezTo>
                <a:cubicBezTo>
                  <a:pt x="7970" y="21963"/>
                  <a:pt x="9188" y="14551"/>
                  <a:pt x="13902" y="9494"/>
                </a:cubicBezTo>
                <a:cubicBezTo>
                  <a:pt x="17131" y="6027"/>
                  <a:pt x="21883" y="4176"/>
                  <a:pt x="26608" y="4176"/>
                </a:cubicBezTo>
                <a:cubicBezTo>
                  <a:pt x="27198" y="4176"/>
                  <a:pt x="27788" y="4205"/>
                  <a:pt x="28374" y="4263"/>
                </a:cubicBezTo>
                <a:lnTo>
                  <a:pt x="2837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flipH="1" rot="-5400000">
            <a:off x="1703212" y="-1487838"/>
            <a:ext cx="3818852" cy="11062728"/>
          </a:xfrm>
          <a:custGeom>
            <a:rect b="b" l="l" r="r" t="t"/>
            <a:pathLst>
              <a:path extrusionOk="0" h="65588" w="28704">
                <a:moveTo>
                  <a:pt x="0" y="0"/>
                </a:moveTo>
                <a:lnTo>
                  <a:pt x="0" y="5968"/>
                </a:lnTo>
                <a:cubicBezTo>
                  <a:pt x="2652" y="4653"/>
                  <a:pt x="5293" y="3317"/>
                  <a:pt x="8108" y="2424"/>
                </a:cubicBezTo>
                <a:cubicBezTo>
                  <a:pt x="10064" y="1804"/>
                  <a:pt x="12152" y="1419"/>
                  <a:pt x="14206" y="1419"/>
                </a:cubicBezTo>
                <a:cubicBezTo>
                  <a:pt x="16383" y="1419"/>
                  <a:pt x="18523" y="1851"/>
                  <a:pt x="20431" y="2892"/>
                </a:cubicBezTo>
                <a:cubicBezTo>
                  <a:pt x="23716" y="4683"/>
                  <a:pt x="25901" y="8086"/>
                  <a:pt x="26919" y="11687"/>
                </a:cubicBezTo>
                <a:cubicBezTo>
                  <a:pt x="28703" y="17997"/>
                  <a:pt x="27234" y="24777"/>
                  <a:pt x="24998" y="30942"/>
                </a:cubicBezTo>
                <a:cubicBezTo>
                  <a:pt x="22760" y="37106"/>
                  <a:pt x="19753" y="43029"/>
                  <a:pt x="18339" y="49433"/>
                </a:cubicBezTo>
                <a:cubicBezTo>
                  <a:pt x="17152" y="54808"/>
                  <a:pt x="17252" y="60766"/>
                  <a:pt x="19716" y="65588"/>
                </a:cubicBezTo>
                <a:lnTo>
                  <a:pt x="28374" y="65588"/>
                </a:lnTo>
                <a:lnTo>
                  <a:pt x="2837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flipH="1" rot="-5400000">
            <a:off x="7337272" y="-146475"/>
            <a:ext cx="1782588" cy="1980668"/>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rot="8981331">
            <a:off x="349083" y="3776489"/>
            <a:ext cx="3278070" cy="3285888"/>
          </a:xfrm>
          <a:custGeom>
            <a:rect b="b" l="l" r="r" t="t"/>
            <a:pathLst>
              <a:path extrusionOk="0" h="8861" w="8840">
                <a:moveTo>
                  <a:pt x="5139" y="1"/>
                </a:moveTo>
                <a:cubicBezTo>
                  <a:pt x="4736" y="1"/>
                  <a:pt x="4334" y="100"/>
                  <a:pt x="3967" y="271"/>
                </a:cubicBezTo>
                <a:cubicBezTo>
                  <a:pt x="3960" y="274"/>
                  <a:pt x="3952" y="279"/>
                  <a:pt x="3945" y="282"/>
                </a:cubicBezTo>
                <a:cubicBezTo>
                  <a:pt x="3941" y="280"/>
                  <a:pt x="3936" y="279"/>
                  <a:pt x="3930" y="279"/>
                </a:cubicBezTo>
                <a:cubicBezTo>
                  <a:pt x="3926" y="279"/>
                  <a:pt x="3922" y="280"/>
                  <a:pt x="3919" y="280"/>
                </a:cubicBezTo>
                <a:cubicBezTo>
                  <a:pt x="3641" y="319"/>
                  <a:pt x="3396" y="474"/>
                  <a:pt x="3174" y="638"/>
                </a:cubicBezTo>
                <a:cubicBezTo>
                  <a:pt x="2936" y="818"/>
                  <a:pt x="2720" y="1026"/>
                  <a:pt x="2507" y="1237"/>
                </a:cubicBezTo>
                <a:cubicBezTo>
                  <a:pt x="2270" y="1473"/>
                  <a:pt x="2082" y="1737"/>
                  <a:pt x="1907" y="2021"/>
                </a:cubicBezTo>
                <a:cubicBezTo>
                  <a:pt x="1770" y="2242"/>
                  <a:pt x="1614" y="2456"/>
                  <a:pt x="1501" y="2692"/>
                </a:cubicBezTo>
                <a:cubicBezTo>
                  <a:pt x="1399" y="2907"/>
                  <a:pt x="1315" y="3356"/>
                  <a:pt x="1644" y="3356"/>
                </a:cubicBezTo>
                <a:cubicBezTo>
                  <a:pt x="1662" y="3356"/>
                  <a:pt x="1681" y="3355"/>
                  <a:pt x="1702" y="3352"/>
                </a:cubicBezTo>
                <a:cubicBezTo>
                  <a:pt x="2050" y="3303"/>
                  <a:pt x="2383" y="3058"/>
                  <a:pt x="2673" y="2874"/>
                </a:cubicBezTo>
                <a:cubicBezTo>
                  <a:pt x="2914" y="2723"/>
                  <a:pt x="3154" y="2580"/>
                  <a:pt x="3413" y="2461"/>
                </a:cubicBezTo>
                <a:cubicBezTo>
                  <a:pt x="3490" y="2425"/>
                  <a:pt x="3642" y="2342"/>
                  <a:pt x="3753" y="2342"/>
                </a:cubicBezTo>
                <a:cubicBezTo>
                  <a:pt x="3776" y="2342"/>
                  <a:pt x="3798" y="2346"/>
                  <a:pt x="3817" y="2354"/>
                </a:cubicBezTo>
                <a:cubicBezTo>
                  <a:pt x="3941" y="2413"/>
                  <a:pt x="3641" y="2837"/>
                  <a:pt x="3600" y="2889"/>
                </a:cubicBezTo>
                <a:cubicBezTo>
                  <a:pt x="3415" y="3128"/>
                  <a:pt x="3174" y="3322"/>
                  <a:pt x="2941" y="3513"/>
                </a:cubicBezTo>
                <a:cubicBezTo>
                  <a:pt x="2704" y="3708"/>
                  <a:pt x="2477" y="3912"/>
                  <a:pt x="2257" y="4127"/>
                </a:cubicBezTo>
                <a:cubicBezTo>
                  <a:pt x="1770" y="4599"/>
                  <a:pt x="1351" y="5134"/>
                  <a:pt x="981" y="5699"/>
                </a:cubicBezTo>
                <a:cubicBezTo>
                  <a:pt x="592" y="6295"/>
                  <a:pt x="331" y="6979"/>
                  <a:pt x="182" y="7673"/>
                </a:cubicBezTo>
                <a:cubicBezTo>
                  <a:pt x="137" y="7884"/>
                  <a:pt x="75" y="8094"/>
                  <a:pt x="43" y="8309"/>
                </a:cubicBezTo>
                <a:cubicBezTo>
                  <a:pt x="21" y="8455"/>
                  <a:pt x="0" y="8631"/>
                  <a:pt x="79" y="8764"/>
                </a:cubicBezTo>
                <a:cubicBezTo>
                  <a:pt x="122" y="8835"/>
                  <a:pt x="191" y="8861"/>
                  <a:pt x="264" y="8861"/>
                </a:cubicBezTo>
                <a:cubicBezTo>
                  <a:pt x="328" y="8861"/>
                  <a:pt x="396" y="8841"/>
                  <a:pt x="452" y="8816"/>
                </a:cubicBezTo>
                <a:cubicBezTo>
                  <a:pt x="726" y="8694"/>
                  <a:pt x="982" y="8500"/>
                  <a:pt x="1225" y="8325"/>
                </a:cubicBezTo>
                <a:cubicBezTo>
                  <a:pt x="1750" y="7954"/>
                  <a:pt x="2241" y="7539"/>
                  <a:pt x="2733" y="7128"/>
                </a:cubicBezTo>
                <a:cubicBezTo>
                  <a:pt x="3243" y="6706"/>
                  <a:pt x="3757" y="6289"/>
                  <a:pt x="4312" y="5926"/>
                </a:cubicBezTo>
                <a:cubicBezTo>
                  <a:pt x="4586" y="5747"/>
                  <a:pt x="4870" y="5585"/>
                  <a:pt x="5164" y="5443"/>
                </a:cubicBezTo>
                <a:cubicBezTo>
                  <a:pt x="5189" y="5430"/>
                  <a:pt x="5343" y="5337"/>
                  <a:pt x="5403" y="5337"/>
                </a:cubicBezTo>
                <a:cubicBezTo>
                  <a:pt x="5412" y="5337"/>
                  <a:pt x="5420" y="5339"/>
                  <a:pt x="5424" y="5345"/>
                </a:cubicBezTo>
                <a:cubicBezTo>
                  <a:pt x="5454" y="5392"/>
                  <a:pt x="5427" y="5504"/>
                  <a:pt x="5424" y="5555"/>
                </a:cubicBezTo>
                <a:cubicBezTo>
                  <a:pt x="5413" y="5721"/>
                  <a:pt x="5438" y="5901"/>
                  <a:pt x="5568" y="6018"/>
                </a:cubicBezTo>
                <a:cubicBezTo>
                  <a:pt x="5624" y="6069"/>
                  <a:pt x="5691" y="6088"/>
                  <a:pt x="5761" y="6088"/>
                </a:cubicBezTo>
                <a:cubicBezTo>
                  <a:pt x="5827" y="6088"/>
                  <a:pt x="5894" y="6071"/>
                  <a:pt x="5955" y="6046"/>
                </a:cubicBezTo>
                <a:cubicBezTo>
                  <a:pt x="6289" y="5906"/>
                  <a:pt x="6553" y="5598"/>
                  <a:pt x="6793" y="5339"/>
                </a:cubicBezTo>
                <a:cubicBezTo>
                  <a:pt x="6968" y="5150"/>
                  <a:pt x="7106" y="4927"/>
                  <a:pt x="7269" y="4727"/>
                </a:cubicBezTo>
                <a:cubicBezTo>
                  <a:pt x="7497" y="4449"/>
                  <a:pt x="7743" y="4184"/>
                  <a:pt x="7985" y="3917"/>
                </a:cubicBezTo>
                <a:cubicBezTo>
                  <a:pt x="8197" y="3681"/>
                  <a:pt x="8404" y="3432"/>
                  <a:pt x="8579" y="3166"/>
                </a:cubicBezTo>
                <a:cubicBezTo>
                  <a:pt x="8656" y="3046"/>
                  <a:pt x="8840" y="2746"/>
                  <a:pt x="8631" y="2652"/>
                </a:cubicBezTo>
                <a:cubicBezTo>
                  <a:pt x="8590" y="2633"/>
                  <a:pt x="8546" y="2626"/>
                  <a:pt x="8499" y="2626"/>
                </a:cubicBezTo>
                <a:cubicBezTo>
                  <a:pt x="8375" y="2626"/>
                  <a:pt x="8238" y="2676"/>
                  <a:pt x="8127" y="2691"/>
                </a:cubicBezTo>
                <a:cubicBezTo>
                  <a:pt x="7944" y="2714"/>
                  <a:pt x="7762" y="2746"/>
                  <a:pt x="7580" y="2774"/>
                </a:cubicBezTo>
                <a:cubicBezTo>
                  <a:pt x="7335" y="2810"/>
                  <a:pt x="7075" y="2850"/>
                  <a:pt x="6819" y="2850"/>
                </a:cubicBezTo>
                <a:cubicBezTo>
                  <a:pt x="6654" y="2850"/>
                  <a:pt x="6490" y="2833"/>
                  <a:pt x="6334" y="2789"/>
                </a:cubicBezTo>
                <a:cubicBezTo>
                  <a:pt x="6175" y="2743"/>
                  <a:pt x="6034" y="2647"/>
                  <a:pt x="5977" y="2487"/>
                </a:cubicBezTo>
                <a:cubicBezTo>
                  <a:pt x="5913" y="2301"/>
                  <a:pt x="5958" y="2075"/>
                  <a:pt x="6000" y="1890"/>
                </a:cubicBezTo>
                <a:cubicBezTo>
                  <a:pt x="6088" y="1510"/>
                  <a:pt x="6276" y="1145"/>
                  <a:pt x="6301" y="752"/>
                </a:cubicBezTo>
                <a:cubicBezTo>
                  <a:pt x="6327" y="353"/>
                  <a:pt x="6031" y="145"/>
                  <a:pt x="5674" y="62"/>
                </a:cubicBezTo>
                <a:cubicBezTo>
                  <a:pt x="5497" y="20"/>
                  <a:pt x="5318" y="1"/>
                  <a:pt x="513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2"/>
        </a:solidFill>
      </p:bgPr>
    </p:bg>
    <p:spTree>
      <p:nvGrpSpPr>
        <p:cNvPr id="23" name="Shape 23"/>
        <p:cNvGrpSpPr/>
        <p:nvPr/>
      </p:nvGrpSpPr>
      <p:grpSpPr>
        <a:xfrm>
          <a:off x="0" y="0"/>
          <a:ext cx="0" cy="0"/>
          <a:chOff x="0" y="0"/>
          <a:chExt cx="0" cy="0"/>
        </a:xfrm>
      </p:grpSpPr>
      <p:sp>
        <p:nvSpPr>
          <p:cNvPr id="24" name="Google Shape;24;p4"/>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Font typeface="Bevan"/>
              <a:buNone/>
              <a:defRPr sz="2100">
                <a:latin typeface="Bevan"/>
                <a:ea typeface="Bevan"/>
                <a:cs typeface="Bevan"/>
                <a:sym typeface="Bevan"/>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4"/>
          <p:cNvSpPr txBox="1"/>
          <p:nvPr>
            <p:ph idx="1" type="subTitle"/>
          </p:nvPr>
        </p:nvSpPr>
        <p:spPr>
          <a:xfrm>
            <a:off x="713225" y="1148225"/>
            <a:ext cx="7717500" cy="345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Dosis"/>
              <a:buNone/>
              <a:defRPr sz="1200">
                <a:latin typeface="Dosis"/>
                <a:ea typeface="Dosis"/>
                <a:cs typeface="Dosis"/>
                <a:sym typeface="Dosis"/>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
        <p:nvSpPr>
          <p:cNvPr id="26" name="Google Shape;26;p4"/>
          <p:cNvSpPr/>
          <p:nvPr/>
        </p:nvSpPr>
        <p:spPr>
          <a:xfrm rot="5400000">
            <a:off x="-130625" y="-240425"/>
            <a:ext cx="1782588" cy="1980668"/>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flipH="1" rot="-5400000">
            <a:off x="7468500" y="-240425"/>
            <a:ext cx="1782588" cy="1980668"/>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lt2"/>
        </a:solidFill>
      </p:bgPr>
    </p:bg>
    <p:spTree>
      <p:nvGrpSpPr>
        <p:cNvPr id="28" name="Shape 28"/>
        <p:cNvGrpSpPr/>
        <p:nvPr/>
      </p:nvGrpSpPr>
      <p:grpSpPr>
        <a:xfrm>
          <a:off x="0" y="0"/>
          <a:ext cx="0" cy="0"/>
          <a:chOff x="0" y="0"/>
          <a:chExt cx="0" cy="0"/>
        </a:xfrm>
      </p:grpSpPr>
      <p:sp>
        <p:nvSpPr>
          <p:cNvPr id="29" name="Google Shape;29;p5"/>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Font typeface="Bevan"/>
              <a:buNone/>
              <a:defRPr>
                <a:latin typeface="Bevan"/>
                <a:ea typeface="Bevan"/>
                <a:cs typeface="Bevan"/>
                <a:sym typeface="Bevan"/>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0" name="Google Shape;30;p5"/>
          <p:cNvSpPr txBox="1"/>
          <p:nvPr>
            <p:ph idx="1" type="subTitle"/>
          </p:nvPr>
        </p:nvSpPr>
        <p:spPr>
          <a:xfrm>
            <a:off x="713225" y="1289075"/>
            <a:ext cx="3700200" cy="3310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300"/>
              <a:buFont typeface="Dosis"/>
              <a:buNone/>
              <a:defRPr sz="1300">
                <a:latin typeface="Dosis"/>
                <a:ea typeface="Dosis"/>
                <a:cs typeface="Dosis"/>
                <a:sym typeface="Dosis"/>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31" name="Google Shape;31;p5"/>
          <p:cNvSpPr txBox="1"/>
          <p:nvPr>
            <p:ph idx="2" type="subTitle"/>
          </p:nvPr>
        </p:nvSpPr>
        <p:spPr>
          <a:xfrm>
            <a:off x="4730525" y="1289075"/>
            <a:ext cx="3700200" cy="3310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300"/>
              <a:buFont typeface="Dosis"/>
              <a:buNone/>
              <a:defRPr sz="1300">
                <a:latin typeface="Dosis"/>
                <a:ea typeface="Dosis"/>
                <a:cs typeface="Dosis"/>
                <a:sym typeface="Dosis"/>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32" name="Google Shape;32;p5"/>
          <p:cNvSpPr/>
          <p:nvPr/>
        </p:nvSpPr>
        <p:spPr>
          <a:xfrm flipH="1" rot="-5400000">
            <a:off x="7468500" y="-240425"/>
            <a:ext cx="1782588" cy="1980668"/>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5"/>
          <p:cNvSpPr/>
          <p:nvPr/>
        </p:nvSpPr>
        <p:spPr>
          <a:xfrm rot="5400000">
            <a:off x="3286571" y="-1147652"/>
            <a:ext cx="3818852" cy="10877606"/>
          </a:xfrm>
          <a:custGeom>
            <a:rect b="b" l="l" r="r" t="t"/>
            <a:pathLst>
              <a:path extrusionOk="0" h="65588" w="28704">
                <a:moveTo>
                  <a:pt x="0" y="0"/>
                </a:moveTo>
                <a:lnTo>
                  <a:pt x="0" y="5968"/>
                </a:lnTo>
                <a:cubicBezTo>
                  <a:pt x="2652" y="4653"/>
                  <a:pt x="5293" y="3317"/>
                  <a:pt x="8108" y="2424"/>
                </a:cubicBezTo>
                <a:cubicBezTo>
                  <a:pt x="10064" y="1804"/>
                  <a:pt x="12152" y="1419"/>
                  <a:pt x="14206" y="1419"/>
                </a:cubicBezTo>
                <a:cubicBezTo>
                  <a:pt x="16383" y="1419"/>
                  <a:pt x="18523" y="1851"/>
                  <a:pt x="20431" y="2892"/>
                </a:cubicBezTo>
                <a:cubicBezTo>
                  <a:pt x="23716" y="4683"/>
                  <a:pt x="25901" y="8086"/>
                  <a:pt x="26919" y="11687"/>
                </a:cubicBezTo>
                <a:cubicBezTo>
                  <a:pt x="28703" y="17997"/>
                  <a:pt x="27234" y="24777"/>
                  <a:pt x="24998" y="30942"/>
                </a:cubicBezTo>
                <a:cubicBezTo>
                  <a:pt x="22760" y="37106"/>
                  <a:pt x="19753" y="43029"/>
                  <a:pt x="18339" y="49433"/>
                </a:cubicBezTo>
                <a:cubicBezTo>
                  <a:pt x="17152" y="54808"/>
                  <a:pt x="17252" y="60766"/>
                  <a:pt x="19716" y="65588"/>
                </a:cubicBezTo>
                <a:lnTo>
                  <a:pt x="28374" y="65588"/>
                </a:lnTo>
                <a:lnTo>
                  <a:pt x="2837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lt2"/>
        </a:solidFill>
      </p:bgPr>
    </p:bg>
    <p:spTree>
      <p:nvGrpSpPr>
        <p:cNvPr id="34" name="Shape 34"/>
        <p:cNvGrpSpPr/>
        <p:nvPr/>
      </p:nvGrpSpPr>
      <p:grpSpPr>
        <a:xfrm>
          <a:off x="0" y="0"/>
          <a:ext cx="0" cy="0"/>
          <a:chOff x="0" y="0"/>
          <a:chExt cx="0" cy="0"/>
        </a:xfrm>
      </p:grpSpPr>
      <p:sp>
        <p:nvSpPr>
          <p:cNvPr id="35" name="Google Shape;35;p6"/>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Font typeface="Bevan"/>
              <a:buNone/>
              <a:defRPr>
                <a:latin typeface="Bevan"/>
                <a:ea typeface="Bevan"/>
                <a:cs typeface="Bevan"/>
                <a:sym typeface="Bevan"/>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6"/>
          <p:cNvSpPr/>
          <p:nvPr/>
        </p:nvSpPr>
        <p:spPr>
          <a:xfrm flipH="1" rot="-5400000">
            <a:off x="1856571" y="-1116327"/>
            <a:ext cx="3818852" cy="10877606"/>
          </a:xfrm>
          <a:custGeom>
            <a:rect b="b" l="l" r="r" t="t"/>
            <a:pathLst>
              <a:path extrusionOk="0" h="65588" w="28704">
                <a:moveTo>
                  <a:pt x="0" y="0"/>
                </a:moveTo>
                <a:lnTo>
                  <a:pt x="0" y="5968"/>
                </a:lnTo>
                <a:cubicBezTo>
                  <a:pt x="2652" y="4653"/>
                  <a:pt x="5293" y="3317"/>
                  <a:pt x="8108" y="2424"/>
                </a:cubicBezTo>
                <a:cubicBezTo>
                  <a:pt x="10064" y="1804"/>
                  <a:pt x="12152" y="1419"/>
                  <a:pt x="14206" y="1419"/>
                </a:cubicBezTo>
                <a:cubicBezTo>
                  <a:pt x="16383" y="1419"/>
                  <a:pt x="18523" y="1851"/>
                  <a:pt x="20431" y="2892"/>
                </a:cubicBezTo>
                <a:cubicBezTo>
                  <a:pt x="23716" y="4683"/>
                  <a:pt x="25901" y="8086"/>
                  <a:pt x="26919" y="11687"/>
                </a:cubicBezTo>
                <a:cubicBezTo>
                  <a:pt x="28703" y="17997"/>
                  <a:pt x="27234" y="24777"/>
                  <a:pt x="24998" y="30942"/>
                </a:cubicBezTo>
                <a:cubicBezTo>
                  <a:pt x="22760" y="37106"/>
                  <a:pt x="19753" y="43029"/>
                  <a:pt x="18339" y="49433"/>
                </a:cubicBezTo>
                <a:cubicBezTo>
                  <a:pt x="17152" y="54808"/>
                  <a:pt x="17252" y="60766"/>
                  <a:pt x="19716" y="65588"/>
                </a:cubicBezTo>
                <a:lnTo>
                  <a:pt x="28374" y="65588"/>
                </a:lnTo>
                <a:lnTo>
                  <a:pt x="2837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lt2"/>
        </a:solidFill>
      </p:bgPr>
    </p:bg>
    <p:spTree>
      <p:nvGrpSpPr>
        <p:cNvPr id="37" name="Shape 37"/>
        <p:cNvGrpSpPr/>
        <p:nvPr/>
      </p:nvGrpSpPr>
      <p:grpSpPr>
        <a:xfrm>
          <a:off x="0" y="0"/>
          <a:ext cx="0" cy="0"/>
          <a:chOff x="0" y="0"/>
          <a:chExt cx="0" cy="0"/>
        </a:xfrm>
      </p:grpSpPr>
      <p:sp>
        <p:nvSpPr>
          <p:cNvPr id="38" name="Google Shape;38;p7"/>
          <p:cNvSpPr txBox="1"/>
          <p:nvPr>
            <p:ph type="title"/>
          </p:nvPr>
        </p:nvSpPr>
        <p:spPr>
          <a:xfrm>
            <a:off x="4572000" y="1479550"/>
            <a:ext cx="3858900" cy="478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800"/>
              <a:buFont typeface="Bevan"/>
              <a:buNone/>
              <a:defRPr>
                <a:latin typeface="Bevan"/>
                <a:ea typeface="Bevan"/>
                <a:cs typeface="Bevan"/>
                <a:sym typeface="Bevan"/>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39" name="Google Shape;39;p7"/>
          <p:cNvSpPr txBox="1"/>
          <p:nvPr>
            <p:ph idx="1" type="subTitle"/>
          </p:nvPr>
        </p:nvSpPr>
        <p:spPr>
          <a:xfrm>
            <a:off x="4572000" y="1957750"/>
            <a:ext cx="3858900" cy="861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600"/>
              <a:buFont typeface="Dosis"/>
              <a:buNone/>
              <a:defRPr sz="1600">
                <a:latin typeface="Dosis"/>
                <a:ea typeface="Dosis"/>
                <a:cs typeface="Dosis"/>
                <a:sym typeface="Dosis"/>
              </a:defRPr>
            </a:lvl1pPr>
            <a:lvl2pPr lvl="1" rtl="0" algn="r">
              <a:lnSpc>
                <a:spcPct val="100000"/>
              </a:lnSpc>
              <a:spcBef>
                <a:spcPts val="0"/>
              </a:spcBef>
              <a:spcAft>
                <a:spcPts val="0"/>
              </a:spcAft>
              <a:buSzPts val="2800"/>
              <a:buNone/>
              <a:defRPr sz="2800"/>
            </a:lvl2pPr>
            <a:lvl3pPr lvl="2" rtl="0" algn="r">
              <a:lnSpc>
                <a:spcPct val="100000"/>
              </a:lnSpc>
              <a:spcBef>
                <a:spcPts val="0"/>
              </a:spcBef>
              <a:spcAft>
                <a:spcPts val="0"/>
              </a:spcAft>
              <a:buSzPts val="2800"/>
              <a:buNone/>
              <a:defRPr sz="2800"/>
            </a:lvl3pPr>
            <a:lvl4pPr lvl="3" rtl="0" algn="r">
              <a:lnSpc>
                <a:spcPct val="100000"/>
              </a:lnSpc>
              <a:spcBef>
                <a:spcPts val="0"/>
              </a:spcBef>
              <a:spcAft>
                <a:spcPts val="0"/>
              </a:spcAft>
              <a:buSzPts val="2800"/>
              <a:buNone/>
              <a:defRPr sz="2800"/>
            </a:lvl4pPr>
            <a:lvl5pPr lvl="4" rtl="0" algn="r">
              <a:lnSpc>
                <a:spcPct val="100000"/>
              </a:lnSpc>
              <a:spcBef>
                <a:spcPts val="0"/>
              </a:spcBef>
              <a:spcAft>
                <a:spcPts val="0"/>
              </a:spcAft>
              <a:buSzPts val="2800"/>
              <a:buNone/>
              <a:defRPr sz="2800"/>
            </a:lvl5pPr>
            <a:lvl6pPr lvl="5" rtl="0" algn="r">
              <a:lnSpc>
                <a:spcPct val="100000"/>
              </a:lnSpc>
              <a:spcBef>
                <a:spcPts val="0"/>
              </a:spcBef>
              <a:spcAft>
                <a:spcPts val="0"/>
              </a:spcAft>
              <a:buSzPts val="2800"/>
              <a:buNone/>
              <a:defRPr sz="2800"/>
            </a:lvl6pPr>
            <a:lvl7pPr lvl="6" rtl="0" algn="r">
              <a:lnSpc>
                <a:spcPct val="100000"/>
              </a:lnSpc>
              <a:spcBef>
                <a:spcPts val="0"/>
              </a:spcBef>
              <a:spcAft>
                <a:spcPts val="0"/>
              </a:spcAft>
              <a:buSzPts val="2800"/>
              <a:buNone/>
              <a:defRPr sz="2800"/>
            </a:lvl7pPr>
            <a:lvl8pPr lvl="7" rtl="0" algn="r">
              <a:lnSpc>
                <a:spcPct val="100000"/>
              </a:lnSpc>
              <a:spcBef>
                <a:spcPts val="0"/>
              </a:spcBef>
              <a:spcAft>
                <a:spcPts val="0"/>
              </a:spcAft>
              <a:buSzPts val="2800"/>
              <a:buNone/>
              <a:defRPr sz="2800"/>
            </a:lvl8pPr>
            <a:lvl9pPr lvl="8" rtl="0" algn="r">
              <a:lnSpc>
                <a:spcPct val="100000"/>
              </a:lnSpc>
              <a:spcBef>
                <a:spcPts val="0"/>
              </a:spcBef>
              <a:spcAft>
                <a:spcPts val="0"/>
              </a:spcAft>
              <a:buSzPts val="2800"/>
              <a:buNone/>
              <a:defRPr sz="2800"/>
            </a:lvl9pPr>
          </a:lstStyle>
          <a:p/>
        </p:txBody>
      </p:sp>
      <p:sp>
        <p:nvSpPr>
          <p:cNvPr id="40" name="Google Shape;40;p7"/>
          <p:cNvSpPr/>
          <p:nvPr/>
        </p:nvSpPr>
        <p:spPr>
          <a:xfrm rot="3377950">
            <a:off x="4887814" y="-1238852"/>
            <a:ext cx="2966427" cy="2973492"/>
          </a:xfrm>
          <a:custGeom>
            <a:rect b="b" l="l" r="r" t="t"/>
            <a:pathLst>
              <a:path extrusionOk="0" h="8861" w="8840">
                <a:moveTo>
                  <a:pt x="5139" y="1"/>
                </a:moveTo>
                <a:cubicBezTo>
                  <a:pt x="4736" y="1"/>
                  <a:pt x="4334" y="100"/>
                  <a:pt x="3967" y="271"/>
                </a:cubicBezTo>
                <a:cubicBezTo>
                  <a:pt x="3960" y="274"/>
                  <a:pt x="3952" y="279"/>
                  <a:pt x="3945" y="282"/>
                </a:cubicBezTo>
                <a:cubicBezTo>
                  <a:pt x="3941" y="280"/>
                  <a:pt x="3936" y="279"/>
                  <a:pt x="3930" y="279"/>
                </a:cubicBezTo>
                <a:cubicBezTo>
                  <a:pt x="3926" y="279"/>
                  <a:pt x="3922" y="280"/>
                  <a:pt x="3919" y="280"/>
                </a:cubicBezTo>
                <a:cubicBezTo>
                  <a:pt x="3641" y="319"/>
                  <a:pt x="3396" y="474"/>
                  <a:pt x="3174" y="638"/>
                </a:cubicBezTo>
                <a:cubicBezTo>
                  <a:pt x="2936" y="818"/>
                  <a:pt x="2720" y="1026"/>
                  <a:pt x="2507" y="1237"/>
                </a:cubicBezTo>
                <a:cubicBezTo>
                  <a:pt x="2270" y="1473"/>
                  <a:pt x="2082" y="1737"/>
                  <a:pt x="1907" y="2021"/>
                </a:cubicBezTo>
                <a:cubicBezTo>
                  <a:pt x="1770" y="2242"/>
                  <a:pt x="1614" y="2456"/>
                  <a:pt x="1501" y="2692"/>
                </a:cubicBezTo>
                <a:cubicBezTo>
                  <a:pt x="1399" y="2907"/>
                  <a:pt x="1315" y="3356"/>
                  <a:pt x="1644" y="3356"/>
                </a:cubicBezTo>
                <a:cubicBezTo>
                  <a:pt x="1662" y="3356"/>
                  <a:pt x="1681" y="3355"/>
                  <a:pt x="1702" y="3352"/>
                </a:cubicBezTo>
                <a:cubicBezTo>
                  <a:pt x="2050" y="3303"/>
                  <a:pt x="2383" y="3058"/>
                  <a:pt x="2673" y="2874"/>
                </a:cubicBezTo>
                <a:cubicBezTo>
                  <a:pt x="2914" y="2723"/>
                  <a:pt x="3154" y="2580"/>
                  <a:pt x="3413" y="2461"/>
                </a:cubicBezTo>
                <a:cubicBezTo>
                  <a:pt x="3490" y="2425"/>
                  <a:pt x="3642" y="2342"/>
                  <a:pt x="3753" y="2342"/>
                </a:cubicBezTo>
                <a:cubicBezTo>
                  <a:pt x="3776" y="2342"/>
                  <a:pt x="3798" y="2346"/>
                  <a:pt x="3817" y="2354"/>
                </a:cubicBezTo>
                <a:cubicBezTo>
                  <a:pt x="3941" y="2413"/>
                  <a:pt x="3641" y="2837"/>
                  <a:pt x="3600" y="2889"/>
                </a:cubicBezTo>
                <a:cubicBezTo>
                  <a:pt x="3415" y="3128"/>
                  <a:pt x="3174" y="3322"/>
                  <a:pt x="2941" y="3513"/>
                </a:cubicBezTo>
                <a:cubicBezTo>
                  <a:pt x="2704" y="3708"/>
                  <a:pt x="2477" y="3912"/>
                  <a:pt x="2257" y="4127"/>
                </a:cubicBezTo>
                <a:cubicBezTo>
                  <a:pt x="1770" y="4599"/>
                  <a:pt x="1351" y="5134"/>
                  <a:pt x="981" y="5699"/>
                </a:cubicBezTo>
                <a:cubicBezTo>
                  <a:pt x="592" y="6295"/>
                  <a:pt x="331" y="6979"/>
                  <a:pt x="182" y="7673"/>
                </a:cubicBezTo>
                <a:cubicBezTo>
                  <a:pt x="137" y="7884"/>
                  <a:pt x="75" y="8094"/>
                  <a:pt x="43" y="8309"/>
                </a:cubicBezTo>
                <a:cubicBezTo>
                  <a:pt x="21" y="8455"/>
                  <a:pt x="0" y="8631"/>
                  <a:pt x="79" y="8764"/>
                </a:cubicBezTo>
                <a:cubicBezTo>
                  <a:pt x="122" y="8835"/>
                  <a:pt x="191" y="8861"/>
                  <a:pt x="264" y="8861"/>
                </a:cubicBezTo>
                <a:cubicBezTo>
                  <a:pt x="328" y="8861"/>
                  <a:pt x="396" y="8841"/>
                  <a:pt x="452" y="8816"/>
                </a:cubicBezTo>
                <a:cubicBezTo>
                  <a:pt x="726" y="8694"/>
                  <a:pt x="982" y="8500"/>
                  <a:pt x="1225" y="8325"/>
                </a:cubicBezTo>
                <a:cubicBezTo>
                  <a:pt x="1750" y="7954"/>
                  <a:pt x="2241" y="7539"/>
                  <a:pt x="2733" y="7128"/>
                </a:cubicBezTo>
                <a:cubicBezTo>
                  <a:pt x="3243" y="6706"/>
                  <a:pt x="3757" y="6289"/>
                  <a:pt x="4312" y="5926"/>
                </a:cubicBezTo>
                <a:cubicBezTo>
                  <a:pt x="4586" y="5747"/>
                  <a:pt x="4870" y="5585"/>
                  <a:pt x="5164" y="5443"/>
                </a:cubicBezTo>
                <a:cubicBezTo>
                  <a:pt x="5189" y="5430"/>
                  <a:pt x="5343" y="5337"/>
                  <a:pt x="5403" y="5337"/>
                </a:cubicBezTo>
                <a:cubicBezTo>
                  <a:pt x="5412" y="5337"/>
                  <a:pt x="5420" y="5339"/>
                  <a:pt x="5424" y="5345"/>
                </a:cubicBezTo>
                <a:cubicBezTo>
                  <a:pt x="5454" y="5392"/>
                  <a:pt x="5427" y="5504"/>
                  <a:pt x="5424" y="5555"/>
                </a:cubicBezTo>
                <a:cubicBezTo>
                  <a:pt x="5413" y="5721"/>
                  <a:pt x="5438" y="5901"/>
                  <a:pt x="5568" y="6018"/>
                </a:cubicBezTo>
                <a:cubicBezTo>
                  <a:pt x="5624" y="6069"/>
                  <a:pt x="5691" y="6088"/>
                  <a:pt x="5761" y="6088"/>
                </a:cubicBezTo>
                <a:cubicBezTo>
                  <a:pt x="5827" y="6088"/>
                  <a:pt x="5894" y="6071"/>
                  <a:pt x="5955" y="6046"/>
                </a:cubicBezTo>
                <a:cubicBezTo>
                  <a:pt x="6289" y="5906"/>
                  <a:pt x="6553" y="5598"/>
                  <a:pt x="6793" y="5339"/>
                </a:cubicBezTo>
                <a:cubicBezTo>
                  <a:pt x="6968" y="5150"/>
                  <a:pt x="7106" y="4927"/>
                  <a:pt x="7269" y="4727"/>
                </a:cubicBezTo>
                <a:cubicBezTo>
                  <a:pt x="7497" y="4449"/>
                  <a:pt x="7743" y="4184"/>
                  <a:pt x="7985" y="3917"/>
                </a:cubicBezTo>
                <a:cubicBezTo>
                  <a:pt x="8197" y="3681"/>
                  <a:pt x="8404" y="3432"/>
                  <a:pt x="8579" y="3166"/>
                </a:cubicBezTo>
                <a:cubicBezTo>
                  <a:pt x="8656" y="3046"/>
                  <a:pt x="8840" y="2746"/>
                  <a:pt x="8631" y="2652"/>
                </a:cubicBezTo>
                <a:cubicBezTo>
                  <a:pt x="8590" y="2633"/>
                  <a:pt x="8546" y="2626"/>
                  <a:pt x="8499" y="2626"/>
                </a:cubicBezTo>
                <a:cubicBezTo>
                  <a:pt x="8375" y="2626"/>
                  <a:pt x="8238" y="2676"/>
                  <a:pt x="8127" y="2691"/>
                </a:cubicBezTo>
                <a:cubicBezTo>
                  <a:pt x="7944" y="2714"/>
                  <a:pt x="7762" y="2746"/>
                  <a:pt x="7580" y="2774"/>
                </a:cubicBezTo>
                <a:cubicBezTo>
                  <a:pt x="7335" y="2810"/>
                  <a:pt x="7075" y="2850"/>
                  <a:pt x="6819" y="2850"/>
                </a:cubicBezTo>
                <a:cubicBezTo>
                  <a:pt x="6654" y="2850"/>
                  <a:pt x="6490" y="2833"/>
                  <a:pt x="6334" y="2789"/>
                </a:cubicBezTo>
                <a:cubicBezTo>
                  <a:pt x="6175" y="2743"/>
                  <a:pt x="6034" y="2647"/>
                  <a:pt x="5977" y="2487"/>
                </a:cubicBezTo>
                <a:cubicBezTo>
                  <a:pt x="5913" y="2301"/>
                  <a:pt x="5958" y="2075"/>
                  <a:pt x="6000" y="1890"/>
                </a:cubicBezTo>
                <a:cubicBezTo>
                  <a:pt x="6088" y="1510"/>
                  <a:pt x="6276" y="1145"/>
                  <a:pt x="6301" y="752"/>
                </a:cubicBezTo>
                <a:cubicBezTo>
                  <a:pt x="6327" y="353"/>
                  <a:pt x="6031" y="145"/>
                  <a:pt x="5674" y="62"/>
                </a:cubicBezTo>
                <a:cubicBezTo>
                  <a:pt x="5497" y="20"/>
                  <a:pt x="5318" y="1"/>
                  <a:pt x="513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p:nvPr/>
        </p:nvSpPr>
        <p:spPr>
          <a:xfrm rot="-5400000">
            <a:off x="2196116" y="-1289368"/>
            <a:ext cx="4018751" cy="9877034"/>
          </a:xfrm>
          <a:custGeom>
            <a:rect b="b" l="l" r="r" t="t"/>
            <a:pathLst>
              <a:path extrusionOk="0" h="65590" w="28375">
                <a:moveTo>
                  <a:pt x="0" y="1"/>
                </a:moveTo>
                <a:lnTo>
                  <a:pt x="0" y="65590"/>
                </a:lnTo>
                <a:lnTo>
                  <a:pt x="2979" y="65590"/>
                </a:lnTo>
                <a:cubicBezTo>
                  <a:pt x="7151" y="61603"/>
                  <a:pt x="9082" y="55435"/>
                  <a:pt x="9408" y="49556"/>
                </a:cubicBezTo>
                <a:cubicBezTo>
                  <a:pt x="9790" y="42654"/>
                  <a:pt x="8384" y="35781"/>
                  <a:pt x="8177" y="28872"/>
                </a:cubicBezTo>
                <a:cubicBezTo>
                  <a:pt x="7970" y="21963"/>
                  <a:pt x="9188" y="14551"/>
                  <a:pt x="13902" y="9494"/>
                </a:cubicBezTo>
                <a:cubicBezTo>
                  <a:pt x="17131" y="6027"/>
                  <a:pt x="21883" y="4176"/>
                  <a:pt x="26608" y="4176"/>
                </a:cubicBezTo>
                <a:cubicBezTo>
                  <a:pt x="27198" y="4176"/>
                  <a:pt x="27788" y="4205"/>
                  <a:pt x="28374" y="4263"/>
                </a:cubicBezTo>
                <a:lnTo>
                  <a:pt x="2837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713225" y="743900"/>
            <a:ext cx="4958100" cy="8598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800"/>
              <a:buFont typeface="Bevan"/>
              <a:buNone/>
              <a:defRPr>
                <a:latin typeface="Bevan"/>
                <a:ea typeface="Bevan"/>
                <a:cs typeface="Bevan"/>
                <a:sym typeface="Bevan"/>
              </a:defRPr>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idx="1" type="subTitle"/>
          </p:nvPr>
        </p:nvSpPr>
        <p:spPr>
          <a:xfrm>
            <a:off x="4926575" y="1289075"/>
            <a:ext cx="3504300" cy="1992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Dosis"/>
              <a:buNone/>
              <a:defRPr sz="1600">
                <a:latin typeface="Dosis"/>
                <a:ea typeface="Dosis"/>
                <a:cs typeface="Dosis"/>
                <a:sym typeface="Dosis"/>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
        <p:nvSpPr>
          <p:cNvPr id="47" name="Google Shape;47;p9"/>
          <p:cNvSpPr txBox="1"/>
          <p:nvPr>
            <p:ph type="title"/>
          </p:nvPr>
        </p:nvSpPr>
        <p:spPr>
          <a:xfrm>
            <a:off x="713225" y="1862400"/>
            <a:ext cx="3653400" cy="478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800"/>
              <a:buFont typeface="Bevan"/>
              <a:buNone/>
              <a:defRPr>
                <a:latin typeface="Bevan"/>
                <a:ea typeface="Bevan"/>
                <a:cs typeface="Bevan"/>
                <a:sym typeface="Bevan"/>
              </a:defRPr>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
        <p:nvSpPr>
          <p:cNvPr id="48" name="Google Shape;48;p9"/>
          <p:cNvSpPr txBox="1"/>
          <p:nvPr>
            <p:ph idx="2" type="subTitle"/>
          </p:nvPr>
        </p:nvSpPr>
        <p:spPr>
          <a:xfrm>
            <a:off x="713225" y="2340600"/>
            <a:ext cx="3653400" cy="940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Dosis"/>
              <a:buNone/>
              <a:defRPr sz="1600">
                <a:latin typeface="Dosis"/>
                <a:ea typeface="Dosis"/>
                <a:cs typeface="Dosis"/>
                <a:sym typeface="Dosis"/>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
        <p:nvSpPr>
          <p:cNvPr id="49" name="Google Shape;49;p9"/>
          <p:cNvSpPr/>
          <p:nvPr/>
        </p:nvSpPr>
        <p:spPr>
          <a:xfrm flipH="1" rot="5400000">
            <a:off x="2875291" y="-1310893"/>
            <a:ext cx="4018751" cy="9877034"/>
          </a:xfrm>
          <a:custGeom>
            <a:rect b="b" l="l" r="r" t="t"/>
            <a:pathLst>
              <a:path extrusionOk="0" h="65590" w="28375">
                <a:moveTo>
                  <a:pt x="0" y="1"/>
                </a:moveTo>
                <a:lnTo>
                  <a:pt x="0" y="65590"/>
                </a:lnTo>
                <a:lnTo>
                  <a:pt x="2979" y="65590"/>
                </a:lnTo>
                <a:cubicBezTo>
                  <a:pt x="7151" y="61603"/>
                  <a:pt x="9082" y="55435"/>
                  <a:pt x="9408" y="49556"/>
                </a:cubicBezTo>
                <a:cubicBezTo>
                  <a:pt x="9790" y="42654"/>
                  <a:pt x="8384" y="35781"/>
                  <a:pt x="8177" y="28872"/>
                </a:cubicBezTo>
                <a:cubicBezTo>
                  <a:pt x="7970" y="21963"/>
                  <a:pt x="9188" y="14551"/>
                  <a:pt x="13902" y="9494"/>
                </a:cubicBezTo>
                <a:cubicBezTo>
                  <a:pt x="17131" y="6027"/>
                  <a:pt x="21883" y="4176"/>
                  <a:pt x="26608" y="4176"/>
                </a:cubicBezTo>
                <a:cubicBezTo>
                  <a:pt x="27198" y="4176"/>
                  <a:pt x="27788" y="4205"/>
                  <a:pt x="28374" y="4263"/>
                </a:cubicBezTo>
                <a:lnTo>
                  <a:pt x="2837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lt2"/>
        </a:solidFill>
      </p:bgPr>
    </p:bg>
    <p:spTree>
      <p:nvGrpSpPr>
        <p:cNvPr id="50" name="Shape 50"/>
        <p:cNvGrpSpPr/>
        <p:nvPr/>
      </p:nvGrpSpPr>
      <p:grpSpPr>
        <a:xfrm>
          <a:off x="0" y="0"/>
          <a:ext cx="0" cy="0"/>
          <a:chOff x="0" y="0"/>
          <a:chExt cx="0" cy="0"/>
        </a:xfrm>
      </p:grpSpPr>
      <p:sp>
        <p:nvSpPr>
          <p:cNvPr id="51" name="Google Shape;51;p10"/>
          <p:cNvSpPr/>
          <p:nvPr/>
        </p:nvSpPr>
        <p:spPr>
          <a:xfrm>
            <a:off x="-320825" y="-374325"/>
            <a:ext cx="2254819" cy="5579085"/>
          </a:xfrm>
          <a:custGeom>
            <a:rect b="b" l="l" r="r" t="t"/>
            <a:pathLst>
              <a:path extrusionOk="0" h="65590" w="28375">
                <a:moveTo>
                  <a:pt x="0" y="1"/>
                </a:moveTo>
                <a:lnTo>
                  <a:pt x="0" y="65590"/>
                </a:lnTo>
                <a:lnTo>
                  <a:pt x="2979" y="65590"/>
                </a:lnTo>
                <a:cubicBezTo>
                  <a:pt x="7151" y="61603"/>
                  <a:pt x="9082" y="55435"/>
                  <a:pt x="9408" y="49556"/>
                </a:cubicBezTo>
                <a:cubicBezTo>
                  <a:pt x="9790" y="42654"/>
                  <a:pt x="8384" y="35781"/>
                  <a:pt x="8177" y="28872"/>
                </a:cubicBezTo>
                <a:cubicBezTo>
                  <a:pt x="7970" y="21963"/>
                  <a:pt x="9188" y="14551"/>
                  <a:pt x="13902" y="9494"/>
                </a:cubicBezTo>
                <a:cubicBezTo>
                  <a:pt x="17131" y="6027"/>
                  <a:pt x="21883" y="4176"/>
                  <a:pt x="26608" y="4176"/>
                </a:cubicBezTo>
                <a:cubicBezTo>
                  <a:pt x="27198" y="4176"/>
                  <a:pt x="27788" y="4205"/>
                  <a:pt x="28374" y="4263"/>
                </a:cubicBezTo>
                <a:lnTo>
                  <a:pt x="2837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Font typeface="Bevan"/>
              <a:buNone/>
              <a:defRPr>
                <a:latin typeface="Bevan"/>
                <a:ea typeface="Bevan"/>
                <a:cs typeface="Bevan"/>
                <a:sym typeface="Bevan"/>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lt2"/>
        </a:solidFill>
      </p:bgPr>
    </p:bg>
    <p:spTree>
      <p:nvGrpSpPr>
        <p:cNvPr id="53" name="Shape 53"/>
        <p:cNvGrpSpPr/>
        <p:nvPr/>
      </p:nvGrpSpPr>
      <p:grpSpPr>
        <a:xfrm>
          <a:off x="0" y="0"/>
          <a:ext cx="0" cy="0"/>
          <a:chOff x="0" y="0"/>
          <a:chExt cx="0" cy="0"/>
        </a:xfrm>
      </p:grpSpPr>
      <p:sp>
        <p:nvSpPr>
          <p:cNvPr id="54" name="Google Shape;54;p11"/>
          <p:cNvSpPr txBox="1"/>
          <p:nvPr>
            <p:ph hasCustomPrompt="1" type="title"/>
          </p:nvPr>
        </p:nvSpPr>
        <p:spPr>
          <a:xfrm>
            <a:off x="713225" y="1733350"/>
            <a:ext cx="7717500" cy="1345500"/>
          </a:xfrm>
          <a:prstGeom prst="rect">
            <a:avLst/>
          </a:prstGeom>
        </p:spPr>
        <p:txBody>
          <a:bodyPr anchorCtr="0" anchor="b" bIns="91425" lIns="91425" spcFirstLastPara="1" rIns="91425" wrap="square" tIns="91425">
            <a:noAutofit/>
          </a:bodyPr>
          <a:lstStyle>
            <a:lvl1pPr lvl="0" algn="ctr">
              <a:spcBef>
                <a:spcPts val="0"/>
              </a:spcBef>
              <a:spcAft>
                <a:spcPts val="0"/>
              </a:spcAft>
              <a:buSzPts val="7000"/>
              <a:buFont typeface="Bevan"/>
              <a:buNone/>
              <a:defRPr sz="7000">
                <a:latin typeface="Bevan"/>
                <a:ea typeface="Bevan"/>
                <a:cs typeface="Bevan"/>
                <a:sym typeface="Bevan"/>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5" name="Google Shape;55;p11"/>
          <p:cNvSpPr txBox="1"/>
          <p:nvPr>
            <p:ph idx="1" type="subTitle"/>
          </p:nvPr>
        </p:nvSpPr>
        <p:spPr>
          <a:xfrm>
            <a:off x="713225" y="2944250"/>
            <a:ext cx="7717500" cy="465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Dosis"/>
              <a:buNone/>
              <a:defRPr sz="1600">
                <a:latin typeface="Dosis"/>
                <a:ea typeface="Dosis"/>
                <a:cs typeface="Dosis"/>
                <a:sym typeface="Dosis"/>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6" name="Google Shape;56;p11"/>
          <p:cNvSpPr/>
          <p:nvPr/>
        </p:nvSpPr>
        <p:spPr>
          <a:xfrm rot="5400000">
            <a:off x="3007486" y="-3643281"/>
            <a:ext cx="4059824" cy="9384453"/>
          </a:xfrm>
          <a:custGeom>
            <a:rect b="b" l="l" r="r" t="t"/>
            <a:pathLst>
              <a:path extrusionOk="0" h="65590" w="28375">
                <a:moveTo>
                  <a:pt x="0" y="1"/>
                </a:moveTo>
                <a:lnTo>
                  <a:pt x="0" y="65590"/>
                </a:lnTo>
                <a:lnTo>
                  <a:pt x="2979" y="65590"/>
                </a:lnTo>
                <a:cubicBezTo>
                  <a:pt x="7151" y="61603"/>
                  <a:pt x="9082" y="55435"/>
                  <a:pt x="9408" y="49556"/>
                </a:cubicBezTo>
                <a:cubicBezTo>
                  <a:pt x="9790" y="42654"/>
                  <a:pt x="8384" y="35781"/>
                  <a:pt x="8177" y="28872"/>
                </a:cubicBezTo>
                <a:cubicBezTo>
                  <a:pt x="7970" y="21963"/>
                  <a:pt x="9188" y="14551"/>
                  <a:pt x="13902" y="9494"/>
                </a:cubicBezTo>
                <a:cubicBezTo>
                  <a:pt x="17131" y="6027"/>
                  <a:pt x="21883" y="4176"/>
                  <a:pt x="26608" y="4176"/>
                </a:cubicBezTo>
                <a:cubicBezTo>
                  <a:pt x="27198" y="4176"/>
                  <a:pt x="27788" y="4205"/>
                  <a:pt x="28374" y="4263"/>
                </a:cubicBezTo>
                <a:lnTo>
                  <a:pt x="2837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p:nvPr/>
        </p:nvSpPr>
        <p:spPr>
          <a:xfrm rot="5400000">
            <a:off x="3317621" y="-1261677"/>
            <a:ext cx="3818852" cy="10877606"/>
          </a:xfrm>
          <a:custGeom>
            <a:rect b="b" l="l" r="r" t="t"/>
            <a:pathLst>
              <a:path extrusionOk="0" h="65588" w="28704">
                <a:moveTo>
                  <a:pt x="0" y="0"/>
                </a:moveTo>
                <a:lnTo>
                  <a:pt x="0" y="5968"/>
                </a:lnTo>
                <a:cubicBezTo>
                  <a:pt x="2652" y="4653"/>
                  <a:pt x="5293" y="3317"/>
                  <a:pt x="8108" y="2424"/>
                </a:cubicBezTo>
                <a:cubicBezTo>
                  <a:pt x="10064" y="1804"/>
                  <a:pt x="12152" y="1419"/>
                  <a:pt x="14206" y="1419"/>
                </a:cubicBezTo>
                <a:cubicBezTo>
                  <a:pt x="16383" y="1419"/>
                  <a:pt x="18523" y="1851"/>
                  <a:pt x="20431" y="2892"/>
                </a:cubicBezTo>
                <a:cubicBezTo>
                  <a:pt x="23716" y="4683"/>
                  <a:pt x="25901" y="8086"/>
                  <a:pt x="26919" y="11687"/>
                </a:cubicBezTo>
                <a:cubicBezTo>
                  <a:pt x="28703" y="17997"/>
                  <a:pt x="27234" y="24777"/>
                  <a:pt x="24998" y="30942"/>
                </a:cubicBezTo>
                <a:cubicBezTo>
                  <a:pt x="22760" y="37106"/>
                  <a:pt x="19753" y="43029"/>
                  <a:pt x="18339" y="49433"/>
                </a:cubicBezTo>
                <a:cubicBezTo>
                  <a:pt x="17152" y="54808"/>
                  <a:pt x="17252" y="60766"/>
                  <a:pt x="19716" y="65588"/>
                </a:cubicBezTo>
                <a:lnTo>
                  <a:pt x="28374" y="65588"/>
                </a:lnTo>
                <a:lnTo>
                  <a:pt x="2837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 name="Google Shape;58;p11"/>
          <p:cNvGrpSpPr/>
          <p:nvPr/>
        </p:nvGrpSpPr>
        <p:grpSpPr>
          <a:xfrm rot="-1120833">
            <a:off x="4291544" y="191468"/>
            <a:ext cx="1611654" cy="1243155"/>
            <a:chOff x="7260752" y="1813727"/>
            <a:chExt cx="1883250" cy="1452651"/>
          </a:xfrm>
        </p:grpSpPr>
        <p:grpSp>
          <p:nvGrpSpPr>
            <p:cNvPr id="59" name="Google Shape;59;p11"/>
            <p:cNvGrpSpPr/>
            <p:nvPr/>
          </p:nvGrpSpPr>
          <p:grpSpPr>
            <a:xfrm flipH="1">
              <a:off x="7616906" y="1813727"/>
              <a:ext cx="1527096" cy="1452651"/>
              <a:chOff x="-5" y="1702995"/>
              <a:chExt cx="1474031" cy="1402173"/>
            </a:xfrm>
          </p:grpSpPr>
          <p:sp>
            <p:nvSpPr>
              <p:cNvPr id="60" name="Google Shape;60;p11"/>
              <p:cNvSpPr/>
              <p:nvPr/>
            </p:nvSpPr>
            <p:spPr>
              <a:xfrm>
                <a:off x="-5" y="1702995"/>
                <a:ext cx="468941" cy="466142"/>
              </a:xfrm>
              <a:custGeom>
                <a:rect b="b" l="l" r="r" t="t"/>
                <a:pathLst>
                  <a:path extrusionOk="0" h="4662" w="4690">
                    <a:moveTo>
                      <a:pt x="163" y="1"/>
                    </a:moveTo>
                    <a:cubicBezTo>
                      <a:pt x="85" y="1"/>
                      <a:pt x="17" y="59"/>
                      <a:pt x="9" y="138"/>
                    </a:cubicBezTo>
                    <a:cubicBezTo>
                      <a:pt x="0" y="224"/>
                      <a:pt x="61" y="300"/>
                      <a:pt x="146" y="309"/>
                    </a:cubicBezTo>
                    <a:cubicBezTo>
                      <a:pt x="312" y="328"/>
                      <a:pt x="478" y="353"/>
                      <a:pt x="640" y="386"/>
                    </a:cubicBezTo>
                    <a:cubicBezTo>
                      <a:pt x="650" y="388"/>
                      <a:pt x="660" y="389"/>
                      <a:pt x="670" y="389"/>
                    </a:cubicBezTo>
                    <a:cubicBezTo>
                      <a:pt x="743" y="389"/>
                      <a:pt x="807" y="338"/>
                      <a:pt x="822" y="265"/>
                    </a:cubicBezTo>
                    <a:cubicBezTo>
                      <a:pt x="839" y="181"/>
                      <a:pt x="785" y="99"/>
                      <a:pt x="701" y="83"/>
                    </a:cubicBezTo>
                    <a:cubicBezTo>
                      <a:pt x="530" y="48"/>
                      <a:pt x="354" y="20"/>
                      <a:pt x="179" y="2"/>
                    </a:cubicBezTo>
                    <a:cubicBezTo>
                      <a:pt x="174" y="1"/>
                      <a:pt x="169" y="1"/>
                      <a:pt x="163" y="1"/>
                    </a:cubicBezTo>
                    <a:close/>
                    <a:moveTo>
                      <a:pt x="1168" y="206"/>
                    </a:moveTo>
                    <a:cubicBezTo>
                      <a:pt x="1102" y="206"/>
                      <a:pt x="1040" y="248"/>
                      <a:pt x="1020" y="315"/>
                    </a:cubicBezTo>
                    <a:cubicBezTo>
                      <a:pt x="995" y="396"/>
                      <a:pt x="1040" y="484"/>
                      <a:pt x="1123" y="508"/>
                    </a:cubicBezTo>
                    <a:cubicBezTo>
                      <a:pt x="1282" y="558"/>
                      <a:pt x="1439" y="615"/>
                      <a:pt x="1589" y="679"/>
                    </a:cubicBezTo>
                    <a:cubicBezTo>
                      <a:pt x="1610" y="686"/>
                      <a:pt x="1630" y="691"/>
                      <a:pt x="1651" y="691"/>
                    </a:cubicBezTo>
                    <a:cubicBezTo>
                      <a:pt x="1710" y="691"/>
                      <a:pt x="1767" y="656"/>
                      <a:pt x="1792" y="596"/>
                    </a:cubicBezTo>
                    <a:cubicBezTo>
                      <a:pt x="1825" y="517"/>
                      <a:pt x="1789" y="427"/>
                      <a:pt x="1710" y="393"/>
                    </a:cubicBezTo>
                    <a:cubicBezTo>
                      <a:pt x="1550" y="325"/>
                      <a:pt x="1383" y="265"/>
                      <a:pt x="1214" y="213"/>
                    </a:cubicBezTo>
                    <a:cubicBezTo>
                      <a:pt x="1199" y="208"/>
                      <a:pt x="1183" y="206"/>
                      <a:pt x="1168" y="206"/>
                    </a:cubicBezTo>
                    <a:close/>
                    <a:moveTo>
                      <a:pt x="2112" y="606"/>
                    </a:moveTo>
                    <a:cubicBezTo>
                      <a:pt x="2057" y="606"/>
                      <a:pt x="2004" y="634"/>
                      <a:pt x="1976" y="685"/>
                    </a:cubicBezTo>
                    <a:cubicBezTo>
                      <a:pt x="1935" y="759"/>
                      <a:pt x="1961" y="854"/>
                      <a:pt x="2035" y="896"/>
                    </a:cubicBezTo>
                    <a:cubicBezTo>
                      <a:pt x="2179" y="976"/>
                      <a:pt x="2321" y="1066"/>
                      <a:pt x="2453" y="1161"/>
                    </a:cubicBezTo>
                    <a:cubicBezTo>
                      <a:pt x="2481" y="1181"/>
                      <a:pt x="2512" y="1190"/>
                      <a:pt x="2544" y="1190"/>
                    </a:cubicBezTo>
                    <a:cubicBezTo>
                      <a:pt x="2592" y="1190"/>
                      <a:pt x="2638" y="1168"/>
                      <a:pt x="2669" y="1126"/>
                    </a:cubicBezTo>
                    <a:cubicBezTo>
                      <a:pt x="2720" y="1058"/>
                      <a:pt x="2704" y="960"/>
                      <a:pt x="2634" y="911"/>
                    </a:cubicBezTo>
                    <a:cubicBezTo>
                      <a:pt x="2493" y="809"/>
                      <a:pt x="2341" y="712"/>
                      <a:pt x="2187" y="625"/>
                    </a:cubicBezTo>
                    <a:cubicBezTo>
                      <a:pt x="2163" y="612"/>
                      <a:pt x="2137" y="606"/>
                      <a:pt x="2112" y="606"/>
                    </a:cubicBezTo>
                    <a:close/>
                    <a:moveTo>
                      <a:pt x="2941" y="1205"/>
                    </a:moveTo>
                    <a:cubicBezTo>
                      <a:pt x="2899" y="1205"/>
                      <a:pt x="2858" y="1222"/>
                      <a:pt x="2828" y="1256"/>
                    </a:cubicBezTo>
                    <a:cubicBezTo>
                      <a:pt x="2769" y="1318"/>
                      <a:pt x="2774" y="1416"/>
                      <a:pt x="2836" y="1474"/>
                    </a:cubicBezTo>
                    <a:cubicBezTo>
                      <a:pt x="2957" y="1585"/>
                      <a:pt x="3072" y="1704"/>
                      <a:pt x="3180" y="1828"/>
                    </a:cubicBezTo>
                    <a:cubicBezTo>
                      <a:pt x="3211" y="1863"/>
                      <a:pt x="3254" y="1882"/>
                      <a:pt x="3298" y="1882"/>
                    </a:cubicBezTo>
                    <a:cubicBezTo>
                      <a:pt x="3335" y="1882"/>
                      <a:pt x="3370" y="1870"/>
                      <a:pt x="3399" y="1844"/>
                    </a:cubicBezTo>
                    <a:cubicBezTo>
                      <a:pt x="3464" y="1789"/>
                      <a:pt x="3472" y="1691"/>
                      <a:pt x="3415" y="1626"/>
                    </a:cubicBezTo>
                    <a:cubicBezTo>
                      <a:pt x="3300" y="1492"/>
                      <a:pt x="3176" y="1365"/>
                      <a:pt x="3046" y="1246"/>
                    </a:cubicBezTo>
                    <a:cubicBezTo>
                      <a:pt x="3016" y="1218"/>
                      <a:pt x="2978" y="1205"/>
                      <a:pt x="2941" y="1205"/>
                    </a:cubicBezTo>
                    <a:close/>
                    <a:moveTo>
                      <a:pt x="3611" y="1979"/>
                    </a:moveTo>
                    <a:cubicBezTo>
                      <a:pt x="3581" y="1979"/>
                      <a:pt x="3550" y="1988"/>
                      <a:pt x="3523" y="2006"/>
                    </a:cubicBezTo>
                    <a:cubicBezTo>
                      <a:pt x="3453" y="2054"/>
                      <a:pt x="3435" y="2150"/>
                      <a:pt x="3483" y="2220"/>
                    </a:cubicBezTo>
                    <a:cubicBezTo>
                      <a:pt x="3575" y="2356"/>
                      <a:pt x="3662" y="2497"/>
                      <a:pt x="3741" y="2644"/>
                    </a:cubicBezTo>
                    <a:cubicBezTo>
                      <a:pt x="3769" y="2696"/>
                      <a:pt x="3823" y="2726"/>
                      <a:pt x="3878" y="2726"/>
                    </a:cubicBezTo>
                    <a:cubicBezTo>
                      <a:pt x="3903" y="2726"/>
                      <a:pt x="3927" y="2720"/>
                      <a:pt x="3951" y="2707"/>
                    </a:cubicBezTo>
                    <a:cubicBezTo>
                      <a:pt x="4027" y="2666"/>
                      <a:pt x="4054" y="2573"/>
                      <a:pt x="4013" y="2497"/>
                    </a:cubicBezTo>
                    <a:cubicBezTo>
                      <a:pt x="3929" y="2341"/>
                      <a:pt x="3836" y="2188"/>
                      <a:pt x="3738" y="2045"/>
                    </a:cubicBezTo>
                    <a:cubicBezTo>
                      <a:pt x="3708" y="2002"/>
                      <a:pt x="3660" y="1979"/>
                      <a:pt x="3611" y="1979"/>
                    </a:cubicBezTo>
                    <a:close/>
                    <a:moveTo>
                      <a:pt x="4099" y="2878"/>
                    </a:moveTo>
                    <a:cubicBezTo>
                      <a:pt x="4079" y="2878"/>
                      <a:pt x="4058" y="2882"/>
                      <a:pt x="4038" y="2890"/>
                    </a:cubicBezTo>
                    <a:cubicBezTo>
                      <a:pt x="3960" y="2924"/>
                      <a:pt x="3923" y="3014"/>
                      <a:pt x="3957" y="3093"/>
                    </a:cubicBezTo>
                    <a:cubicBezTo>
                      <a:pt x="4021" y="3243"/>
                      <a:pt x="4079" y="3400"/>
                      <a:pt x="4131" y="3560"/>
                    </a:cubicBezTo>
                    <a:cubicBezTo>
                      <a:pt x="4152" y="3626"/>
                      <a:pt x="4213" y="3668"/>
                      <a:pt x="4279" y="3668"/>
                    </a:cubicBezTo>
                    <a:cubicBezTo>
                      <a:pt x="4295" y="3668"/>
                      <a:pt x="4311" y="3665"/>
                      <a:pt x="4327" y="3659"/>
                    </a:cubicBezTo>
                    <a:cubicBezTo>
                      <a:pt x="4407" y="3633"/>
                      <a:pt x="4452" y="3546"/>
                      <a:pt x="4426" y="3464"/>
                    </a:cubicBezTo>
                    <a:cubicBezTo>
                      <a:pt x="4370" y="3295"/>
                      <a:pt x="4308" y="3131"/>
                      <a:pt x="4242" y="2972"/>
                    </a:cubicBezTo>
                    <a:cubicBezTo>
                      <a:pt x="4217" y="2913"/>
                      <a:pt x="4159" y="2878"/>
                      <a:pt x="4099" y="2878"/>
                    </a:cubicBezTo>
                    <a:close/>
                    <a:moveTo>
                      <a:pt x="4419" y="3851"/>
                    </a:moveTo>
                    <a:cubicBezTo>
                      <a:pt x="4407" y="3851"/>
                      <a:pt x="4394" y="3853"/>
                      <a:pt x="4382" y="3856"/>
                    </a:cubicBezTo>
                    <a:cubicBezTo>
                      <a:pt x="4299" y="3876"/>
                      <a:pt x="4248" y="3959"/>
                      <a:pt x="4268" y="4042"/>
                    </a:cubicBezTo>
                    <a:cubicBezTo>
                      <a:pt x="4306" y="4201"/>
                      <a:pt x="4341" y="4366"/>
                      <a:pt x="4370" y="4533"/>
                    </a:cubicBezTo>
                    <a:cubicBezTo>
                      <a:pt x="4383" y="4609"/>
                      <a:pt x="4449" y="4661"/>
                      <a:pt x="4522" y="4661"/>
                    </a:cubicBezTo>
                    <a:cubicBezTo>
                      <a:pt x="4532" y="4661"/>
                      <a:pt x="4541" y="4661"/>
                      <a:pt x="4550" y="4660"/>
                    </a:cubicBezTo>
                    <a:cubicBezTo>
                      <a:pt x="4634" y="4645"/>
                      <a:pt x="4689" y="4565"/>
                      <a:pt x="4675" y="4481"/>
                    </a:cubicBezTo>
                    <a:cubicBezTo>
                      <a:pt x="4644" y="4306"/>
                      <a:pt x="4609" y="4134"/>
                      <a:pt x="4568" y="3970"/>
                    </a:cubicBezTo>
                    <a:cubicBezTo>
                      <a:pt x="4551" y="3899"/>
                      <a:pt x="4488" y="3851"/>
                      <a:pt x="4419" y="385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1"/>
              <p:cNvSpPr/>
              <p:nvPr/>
            </p:nvSpPr>
            <p:spPr>
              <a:xfrm>
                <a:off x="468986" y="1926967"/>
                <a:ext cx="607624" cy="983977"/>
              </a:xfrm>
              <a:custGeom>
                <a:rect b="b" l="l" r="r" t="t"/>
                <a:pathLst>
                  <a:path extrusionOk="0" h="9841" w="6077">
                    <a:moveTo>
                      <a:pt x="2105" y="0"/>
                    </a:moveTo>
                    <a:cubicBezTo>
                      <a:pt x="2086" y="0"/>
                      <a:pt x="2067" y="0"/>
                      <a:pt x="2049" y="1"/>
                    </a:cubicBezTo>
                    <a:cubicBezTo>
                      <a:pt x="1963" y="4"/>
                      <a:pt x="1896" y="75"/>
                      <a:pt x="1899" y="161"/>
                    </a:cubicBezTo>
                    <a:cubicBezTo>
                      <a:pt x="1900" y="244"/>
                      <a:pt x="1969" y="311"/>
                      <a:pt x="2052" y="311"/>
                    </a:cubicBezTo>
                    <a:cubicBezTo>
                      <a:pt x="2054" y="311"/>
                      <a:pt x="2056" y="311"/>
                      <a:pt x="2057" y="311"/>
                    </a:cubicBezTo>
                    <a:cubicBezTo>
                      <a:pt x="2075" y="311"/>
                      <a:pt x="2093" y="310"/>
                      <a:pt x="2110" y="310"/>
                    </a:cubicBezTo>
                    <a:cubicBezTo>
                      <a:pt x="2257" y="310"/>
                      <a:pt x="2406" y="327"/>
                      <a:pt x="2553" y="358"/>
                    </a:cubicBezTo>
                    <a:cubicBezTo>
                      <a:pt x="2564" y="361"/>
                      <a:pt x="2575" y="362"/>
                      <a:pt x="2586" y="362"/>
                    </a:cubicBezTo>
                    <a:cubicBezTo>
                      <a:pt x="2658" y="362"/>
                      <a:pt x="2722" y="313"/>
                      <a:pt x="2738" y="241"/>
                    </a:cubicBezTo>
                    <a:cubicBezTo>
                      <a:pt x="2755" y="157"/>
                      <a:pt x="2703" y="75"/>
                      <a:pt x="2620" y="56"/>
                    </a:cubicBezTo>
                    <a:cubicBezTo>
                      <a:pt x="2449" y="18"/>
                      <a:pt x="2275" y="0"/>
                      <a:pt x="2105" y="0"/>
                    </a:cubicBezTo>
                    <a:close/>
                    <a:moveTo>
                      <a:pt x="1524" y="82"/>
                    </a:moveTo>
                    <a:cubicBezTo>
                      <a:pt x="1510" y="82"/>
                      <a:pt x="1496" y="84"/>
                      <a:pt x="1482" y="88"/>
                    </a:cubicBezTo>
                    <a:cubicBezTo>
                      <a:pt x="1306" y="138"/>
                      <a:pt x="1128" y="208"/>
                      <a:pt x="955" y="300"/>
                    </a:cubicBezTo>
                    <a:cubicBezTo>
                      <a:pt x="879" y="339"/>
                      <a:pt x="850" y="432"/>
                      <a:pt x="889" y="508"/>
                    </a:cubicBezTo>
                    <a:cubicBezTo>
                      <a:pt x="917" y="560"/>
                      <a:pt x="971" y="591"/>
                      <a:pt x="1026" y="591"/>
                    </a:cubicBezTo>
                    <a:cubicBezTo>
                      <a:pt x="1049" y="591"/>
                      <a:pt x="1074" y="585"/>
                      <a:pt x="1097" y="573"/>
                    </a:cubicBezTo>
                    <a:cubicBezTo>
                      <a:pt x="1252" y="493"/>
                      <a:pt x="1409" y="431"/>
                      <a:pt x="1565" y="387"/>
                    </a:cubicBezTo>
                    <a:cubicBezTo>
                      <a:pt x="1648" y="364"/>
                      <a:pt x="1696" y="278"/>
                      <a:pt x="1673" y="196"/>
                    </a:cubicBezTo>
                    <a:cubicBezTo>
                      <a:pt x="1654" y="127"/>
                      <a:pt x="1592" y="82"/>
                      <a:pt x="1524" y="82"/>
                    </a:cubicBezTo>
                    <a:close/>
                    <a:moveTo>
                      <a:pt x="3094" y="225"/>
                    </a:moveTo>
                    <a:cubicBezTo>
                      <a:pt x="3035" y="225"/>
                      <a:pt x="2979" y="258"/>
                      <a:pt x="2953" y="316"/>
                    </a:cubicBezTo>
                    <a:cubicBezTo>
                      <a:pt x="2917" y="393"/>
                      <a:pt x="2952" y="485"/>
                      <a:pt x="3029" y="519"/>
                    </a:cubicBezTo>
                    <a:cubicBezTo>
                      <a:pt x="3176" y="588"/>
                      <a:pt x="3325" y="672"/>
                      <a:pt x="3472" y="773"/>
                    </a:cubicBezTo>
                    <a:cubicBezTo>
                      <a:pt x="3500" y="790"/>
                      <a:pt x="3529" y="799"/>
                      <a:pt x="3559" y="799"/>
                    </a:cubicBezTo>
                    <a:cubicBezTo>
                      <a:pt x="3609" y="799"/>
                      <a:pt x="3657" y="776"/>
                      <a:pt x="3688" y="732"/>
                    </a:cubicBezTo>
                    <a:cubicBezTo>
                      <a:pt x="3736" y="661"/>
                      <a:pt x="3717" y="565"/>
                      <a:pt x="3647" y="517"/>
                    </a:cubicBezTo>
                    <a:cubicBezTo>
                      <a:pt x="3485" y="407"/>
                      <a:pt x="3320" y="314"/>
                      <a:pt x="3159" y="238"/>
                    </a:cubicBezTo>
                    <a:cubicBezTo>
                      <a:pt x="3138" y="229"/>
                      <a:pt x="3116" y="225"/>
                      <a:pt x="3094" y="225"/>
                    </a:cubicBezTo>
                    <a:close/>
                    <a:moveTo>
                      <a:pt x="574" y="570"/>
                    </a:moveTo>
                    <a:cubicBezTo>
                      <a:pt x="541" y="570"/>
                      <a:pt x="508" y="581"/>
                      <a:pt x="480" y="603"/>
                    </a:cubicBezTo>
                    <a:cubicBezTo>
                      <a:pt x="337" y="710"/>
                      <a:pt x="196" y="834"/>
                      <a:pt x="60" y="970"/>
                    </a:cubicBezTo>
                    <a:cubicBezTo>
                      <a:pt x="1" y="1031"/>
                      <a:pt x="1" y="1128"/>
                      <a:pt x="60" y="1188"/>
                    </a:cubicBezTo>
                    <a:cubicBezTo>
                      <a:pt x="91" y="1219"/>
                      <a:pt x="130" y="1233"/>
                      <a:pt x="171" y="1233"/>
                    </a:cubicBezTo>
                    <a:cubicBezTo>
                      <a:pt x="210" y="1233"/>
                      <a:pt x="250" y="1219"/>
                      <a:pt x="280" y="1188"/>
                    </a:cubicBezTo>
                    <a:cubicBezTo>
                      <a:pt x="404" y="1063"/>
                      <a:pt x="535" y="949"/>
                      <a:pt x="668" y="849"/>
                    </a:cubicBezTo>
                    <a:cubicBezTo>
                      <a:pt x="735" y="796"/>
                      <a:pt x="749" y="700"/>
                      <a:pt x="697" y="632"/>
                    </a:cubicBezTo>
                    <a:cubicBezTo>
                      <a:pt x="666" y="591"/>
                      <a:pt x="620" y="570"/>
                      <a:pt x="574" y="570"/>
                    </a:cubicBezTo>
                    <a:close/>
                    <a:moveTo>
                      <a:pt x="3982" y="821"/>
                    </a:moveTo>
                    <a:cubicBezTo>
                      <a:pt x="3939" y="821"/>
                      <a:pt x="3897" y="839"/>
                      <a:pt x="3867" y="872"/>
                    </a:cubicBezTo>
                    <a:cubicBezTo>
                      <a:pt x="3810" y="936"/>
                      <a:pt x="3814" y="1034"/>
                      <a:pt x="3878" y="1091"/>
                    </a:cubicBezTo>
                    <a:cubicBezTo>
                      <a:pt x="3998" y="1200"/>
                      <a:pt x="4114" y="1325"/>
                      <a:pt x="4224" y="1465"/>
                    </a:cubicBezTo>
                    <a:cubicBezTo>
                      <a:pt x="4254" y="1504"/>
                      <a:pt x="4299" y="1525"/>
                      <a:pt x="4346" y="1525"/>
                    </a:cubicBezTo>
                    <a:cubicBezTo>
                      <a:pt x="4379" y="1525"/>
                      <a:pt x="4413" y="1513"/>
                      <a:pt x="4441" y="1491"/>
                    </a:cubicBezTo>
                    <a:cubicBezTo>
                      <a:pt x="4508" y="1439"/>
                      <a:pt x="4521" y="1341"/>
                      <a:pt x="4467" y="1274"/>
                    </a:cubicBezTo>
                    <a:cubicBezTo>
                      <a:pt x="4347" y="1120"/>
                      <a:pt x="4218" y="981"/>
                      <a:pt x="4085" y="862"/>
                    </a:cubicBezTo>
                    <a:cubicBezTo>
                      <a:pt x="4056" y="835"/>
                      <a:pt x="4019" y="821"/>
                      <a:pt x="3982" y="821"/>
                    </a:cubicBezTo>
                    <a:close/>
                    <a:moveTo>
                      <a:pt x="4647" y="1658"/>
                    </a:moveTo>
                    <a:cubicBezTo>
                      <a:pt x="4620" y="1658"/>
                      <a:pt x="4593" y="1665"/>
                      <a:pt x="4569" y="1679"/>
                    </a:cubicBezTo>
                    <a:cubicBezTo>
                      <a:pt x="4495" y="1723"/>
                      <a:pt x="4470" y="1817"/>
                      <a:pt x="4513" y="1892"/>
                    </a:cubicBezTo>
                    <a:cubicBezTo>
                      <a:pt x="4598" y="2034"/>
                      <a:pt x="4678" y="2190"/>
                      <a:pt x="4755" y="2353"/>
                    </a:cubicBezTo>
                    <a:cubicBezTo>
                      <a:pt x="4781" y="2410"/>
                      <a:pt x="4837" y="2444"/>
                      <a:pt x="4895" y="2444"/>
                    </a:cubicBezTo>
                    <a:cubicBezTo>
                      <a:pt x="4917" y="2444"/>
                      <a:pt x="4939" y="2439"/>
                      <a:pt x="4961" y="2429"/>
                    </a:cubicBezTo>
                    <a:cubicBezTo>
                      <a:pt x="5038" y="2393"/>
                      <a:pt x="5071" y="2301"/>
                      <a:pt x="5035" y="2224"/>
                    </a:cubicBezTo>
                    <a:cubicBezTo>
                      <a:pt x="4955" y="2050"/>
                      <a:pt x="4869" y="1886"/>
                      <a:pt x="4780" y="1734"/>
                    </a:cubicBezTo>
                    <a:cubicBezTo>
                      <a:pt x="4751" y="1685"/>
                      <a:pt x="4699" y="1658"/>
                      <a:pt x="4647" y="1658"/>
                    </a:cubicBezTo>
                    <a:close/>
                    <a:moveTo>
                      <a:pt x="5101" y="2630"/>
                    </a:moveTo>
                    <a:cubicBezTo>
                      <a:pt x="5083" y="2630"/>
                      <a:pt x="5065" y="2634"/>
                      <a:pt x="5047" y="2640"/>
                    </a:cubicBezTo>
                    <a:cubicBezTo>
                      <a:pt x="4966" y="2670"/>
                      <a:pt x="4926" y="2758"/>
                      <a:pt x="4955" y="2839"/>
                    </a:cubicBezTo>
                    <a:cubicBezTo>
                      <a:pt x="5015" y="2997"/>
                      <a:pt x="5070" y="3165"/>
                      <a:pt x="5124" y="3340"/>
                    </a:cubicBezTo>
                    <a:cubicBezTo>
                      <a:pt x="5144" y="3407"/>
                      <a:pt x="5205" y="3449"/>
                      <a:pt x="5271" y="3449"/>
                    </a:cubicBezTo>
                    <a:cubicBezTo>
                      <a:pt x="5286" y="3449"/>
                      <a:pt x="5302" y="3447"/>
                      <a:pt x="5316" y="3443"/>
                    </a:cubicBezTo>
                    <a:cubicBezTo>
                      <a:pt x="5398" y="3418"/>
                      <a:pt x="5444" y="3331"/>
                      <a:pt x="5420" y="3249"/>
                    </a:cubicBezTo>
                    <a:cubicBezTo>
                      <a:pt x="5366" y="3070"/>
                      <a:pt x="5307" y="2895"/>
                      <a:pt x="5246" y="2731"/>
                    </a:cubicBezTo>
                    <a:cubicBezTo>
                      <a:pt x="5222" y="2669"/>
                      <a:pt x="5164" y="2630"/>
                      <a:pt x="5101" y="2630"/>
                    </a:cubicBezTo>
                    <a:close/>
                    <a:moveTo>
                      <a:pt x="5415" y="3658"/>
                    </a:moveTo>
                    <a:cubicBezTo>
                      <a:pt x="5402" y="3658"/>
                      <a:pt x="5389" y="3660"/>
                      <a:pt x="5376" y="3663"/>
                    </a:cubicBezTo>
                    <a:cubicBezTo>
                      <a:pt x="5293" y="3683"/>
                      <a:pt x="5243" y="3766"/>
                      <a:pt x="5264" y="3849"/>
                    </a:cubicBezTo>
                    <a:cubicBezTo>
                      <a:pt x="5304" y="4016"/>
                      <a:pt x="5344" y="4190"/>
                      <a:pt x="5380" y="4368"/>
                    </a:cubicBezTo>
                    <a:cubicBezTo>
                      <a:pt x="5395" y="4441"/>
                      <a:pt x="5460" y="4492"/>
                      <a:pt x="5532" y="4492"/>
                    </a:cubicBezTo>
                    <a:cubicBezTo>
                      <a:pt x="5542" y="4492"/>
                      <a:pt x="5552" y="4490"/>
                      <a:pt x="5562" y="4488"/>
                    </a:cubicBezTo>
                    <a:cubicBezTo>
                      <a:pt x="5647" y="4471"/>
                      <a:pt x="5701" y="4390"/>
                      <a:pt x="5683" y="4305"/>
                    </a:cubicBezTo>
                    <a:cubicBezTo>
                      <a:pt x="5647" y="4123"/>
                      <a:pt x="5606" y="3946"/>
                      <a:pt x="5564" y="3775"/>
                    </a:cubicBezTo>
                    <a:cubicBezTo>
                      <a:pt x="5547" y="3705"/>
                      <a:pt x="5484" y="3658"/>
                      <a:pt x="5415" y="3658"/>
                    </a:cubicBezTo>
                    <a:close/>
                    <a:moveTo>
                      <a:pt x="5629" y="4710"/>
                    </a:moveTo>
                    <a:cubicBezTo>
                      <a:pt x="5621" y="4710"/>
                      <a:pt x="5613" y="4711"/>
                      <a:pt x="5605" y="4712"/>
                    </a:cubicBezTo>
                    <a:cubicBezTo>
                      <a:pt x="5520" y="4726"/>
                      <a:pt x="5463" y="4807"/>
                      <a:pt x="5478" y="4891"/>
                    </a:cubicBezTo>
                    <a:cubicBezTo>
                      <a:pt x="5505" y="5061"/>
                      <a:pt x="5533" y="5238"/>
                      <a:pt x="5556" y="5417"/>
                    </a:cubicBezTo>
                    <a:cubicBezTo>
                      <a:pt x="5568" y="5496"/>
                      <a:pt x="5634" y="5551"/>
                      <a:pt x="5711" y="5551"/>
                    </a:cubicBezTo>
                    <a:cubicBezTo>
                      <a:pt x="5717" y="5551"/>
                      <a:pt x="5724" y="5551"/>
                      <a:pt x="5731" y="5549"/>
                    </a:cubicBezTo>
                    <a:cubicBezTo>
                      <a:pt x="5816" y="5538"/>
                      <a:pt x="5875" y="5461"/>
                      <a:pt x="5864" y="5376"/>
                    </a:cubicBezTo>
                    <a:cubicBezTo>
                      <a:pt x="5839" y="5194"/>
                      <a:pt x="5811" y="5013"/>
                      <a:pt x="5782" y="4840"/>
                    </a:cubicBezTo>
                    <a:cubicBezTo>
                      <a:pt x="5769" y="4764"/>
                      <a:pt x="5704" y="4710"/>
                      <a:pt x="5629" y="4710"/>
                    </a:cubicBezTo>
                    <a:close/>
                    <a:moveTo>
                      <a:pt x="5777" y="5776"/>
                    </a:moveTo>
                    <a:cubicBezTo>
                      <a:pt x="5771" y="5776"/>
                      <a:pt x="5765" y="5776"/>
                      <a:pt x="5759" y="5777"/>
                    </a:cubicBezTo>
                    <a:cubicBezTo>
                      <a:pt x="5674" y="5785"/>
                      <a:pt x="5612" y="5861"/>
                      <a:pt x="5622" y="5947"/>
                    </a:cubicBezTo>
                    <a:cubicBezTo>
                      <a:pt x="5641" y="6119"/>
                      <a:pt x="5658" y="6298"/>
                      <a:pt x="5673" y="6477"/>
                    </a:cubicBezTo>
                    <a:cubicBezTo>
                      <a:pt x="5680" y="6559"/>
                      <a:pt x="5747" y="6620"/>
                      <a:pt x="5827" y="6620"/>
                    </a:cubicBezTo>
                    <a:cubicBezTo>
                      <a:pt x="5832" y="6620"/>
                      <a:pt x="5836" y="6620"/>
                      <a:pt x="5841" y="6619"/>
                    </a:cubicBezTo>
                    <a:cubicBezTo>
                      <a:pt x="5925" y="6611"/>
                      <a:pt x="5989" y="6537"/>
                      <a:pt x="5982" y="6451"/>
                    </a:cubicBezTo>
                    <a:cubicBezTo>
                      <a:pt x="5966" y="6269"/>
                      <a:pt x="5948" y="6088"/>
                      <a:pt x="5929" y="5914"/>
                    </a:cubicBezTo>
                    <a:cubicBezTo>
                      <a:pt x="5921" y="5834"/>
                      <a:pt x="5854" y="5776"/>
                      <a:pt x="5777" y="5776"/>
                    </a:cubicBezTo>
                    <a:close/>
                    <a:moveTo>
                      <a:pt x="5865" y="6846"/>
                    </a:moveTo>
                    <a:cubicBezTo>
                      <a:pt x="5862" y="6846"/>
                      <a:pt x="5859" y="6846"/>
                      <a:pt x="5857" y="6846"/>
                    </a:cubicBezTo>
                    <a:cubicBezTo>
                      <a:pt x="5772" y="6852"/>
                      <a:pt x="5706" y="6925"/>
                      <a:pt x="5712" y="7011"/>
                    </a:cubicBezTo>
                    <a:cubicBezTo>
                      <a:pt x="5723" y="7185"/>
                      <a:pt x="5733" y="7364"/>
                      <a:pt x="5740" y="7544"/>
                    </a:cubicBezTo>
                    <a:cubicBezTo>
                      <a:pt x="5744" y="7628"/>
                      <a:pt x="5813" y="7692"/>
                      <a:pt x="5894" y="7692"/>
                    </a:cubicBezTo>
                    <a:lnTo>
                      <a:pt x="5902" y="7692"/>
                    </a:lnTo>
                    <a:cubicBezTo>
                      <a:pt x="5988" y="7688"/>
                      <a:pt x="6053" y="7616"/>
                      <a:pt x="6050" y="7531"/>
                    </a:cubicBezTo>
                    <a:cubicBezTo>
                      <a:pt x="6042" y="7350"/>
                      <a:pt x="6033" y="7168"/>
                      <a:pt x="6021" y="6992"/>
                    </a:cubicBezTo>
                    <a:cubicBezTo>
                      <a:pt x="6016" y="6908"/>
                      <a:pt x="5947" y="6846"/>
                      <a:pt x="5865" y="6846"/>
                    </a:cubicBezTo>
                    <a:close/>
                    <a:moveTo>
                      <a:pt x="5912" y="7919"/>
                    </a:moveTo>
                    <a:cubicBezTo>
                      <a:pt x="5911" y="7919"/>
                      <a:pt x="5910" y="7919"/>
                      <a:pt x="5909" y="7919"/>
                    </a:cubicBezTo>
                    <a:cubicBezTo>
                      <a:pt x="5823" y="7922"/>
                      <a:pt x="5756" y="7992"/>
                      <a:pt x="5757" y="8078"/>
                    </a:cubicBezTo>
                    <a:cubicBezTo>
                      <a:pt x="5762" y="8255"/>
                      <a:pt x="5765" y="8435"/>
                      <a:pt x="5766" y="8613"/>
                    </a:cubicBezTo>
                    <a:cubicBezTo>
                      <a:pt x="5766" y="8699"/>
                      <a:pt x="5836" y="8767"/>
                      <a:pt x="5921" y="8767"/>
                    </a:cubicBezTo>
                    <a:lnTo>
                      <a:pt x="5922" y="8767"/>
                    </a:lnTo>
                    <a:cubicBezTo>
                      <a:pt x="6008" y="8766"/>
                      <a:pt x="6076" y="8696"/>
                      <a:pt x="6075" y="8611"/>
                    </a:cubicBezTo>
                    <a:cubicBezTo>
                      <a:pt x="6075" y="8431"/>
                      <a:pt x="6072" y="8249"/>
                      <a:pt x="6068" y="8071"/>
                    </a:cubicBezTo>
                    <a:cubicBezTo>
                      <a:pt x="6065" y="7986"/>
                      <a:pt x="5996" y="7919"/>
                      <a:pt x="5912" y="7919"/>
                    </a:cubicBezTo>
                    <a:close/>
                    <a:moveTo>
                      <a:pt x="5922" y="8995"/>
                    </a:moveTo>
                    <a:cubicBezTo>
                      <a:pt x="5836" y="8995"/>
                      <a:pt x="5766" y="9063"/>
                      <a:pt x="5765" y="9147"/>
                    </a:cubicBezTo>
                    <a:cubicBezTo>
                      <a:pt x="5763" y="9327"/>
                      <a:pt x="5760" y="9507"/>
                      <a:pt x="5755" y="9682"/>
                    </a:cubicBezTo>
                    <a:cubicBezTo>
                      <a:pt x="5752" y="9767"/>
                      <a:pt x="5820" y="9839"/>
                      <a:pt x="5905" y="9841"/>
                    </a:cubicBezTo>
                    <a:lnTo>
                      <a:pt x="5909" y="9841"/>
                    </a:lnTo>
                    <a:cubicBezTo>
                      <a:pt x="5993" y="9841"/>
                      <a:pt x="6062" y="9775"/>
                      <a:pt x="6065" y="9691"/>
                    </a:cubicBezTo>
                    <a:cubicBezTo>
                      <a:pt x="6069" y="9513"/>
                      <a:pt x="6072" y="9332"/>
                      <a:pt x="6075" y="9150"/>
                    </a:cubicBezTo>
                    <a:cubicBezTo>
                      <a:pt x="6075" y="9066"/>
                      <a:pt x="6007" y="8996"/>
                      <a:pt x="5922" y="8995"/>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1"/>
              <p:cNvSpPr/>
              <p:nvPr/>
            </p:nvSpPr>
            <p:spPr>
              <a:xfrm>
                <a:off x="1131965" y="2850148"/>
                <a:ext cx="211574" cy="158680"/>
              </a:xfrm>
              <a:custGeom>
                <a:rect b="b" l="l" r="r" t="t"/>
                <a:pathLst>
                  <a:path extrusionOk="0" h="1587" w="2116">
                    <a:moveTo>
                      <a:pt x="648" y="0"/>
                    </a:moveTo>
                    <a:cubicBezTo>
                      <a:pt x="647" y="0"/>
                      <a:pt x="646" y="0"/>
                      <a:pt x="645" y="0"/>
                    </a:cubicBezTo>
                    <a:cubicBezTo>
                      <a:pt x="475" y="3"/>
                      <a:pt x="297" y="42"/>
                      <a:pt x="115" y="118"/>
                    </a:cubicBezTo>
                    <a:cubicBezTo>
                      <a:pt x="36" y="150"/>
                      <a:pt x="0" y="242"/>
                      <a:pt x="32" y="321"/>
                    </a:cubicBezTo>
                    <a:cubicBezTo>
                      <a:pt x="57" y="380"/>
                      <a:pt x="115" y="415"/>
                      <a:pt x="175" y="415"/>
                    </a:cubicBezTo>
                    <a:cubicBezTo>
                      <a:pt x="195" y="415"/>
                      <a:pt x="216" y="412"/>
                      <a:pt x="235" y="404"/>
                    </a:cubicBezTo>
                    <a:cubicBezTo>
                      <a:pt x="379" y="344"/>
                      <a:pt x="519" y="312"/>
                      <a:pt x="650" y="309"/>
                    </a:cubicBezTo>
                    <a:cubicBezTo>
                      <a:pt x="736" y="309"/>
                      <a:pt x="804" y="238"/>
                      <a:pt x="803" y="153"/>
                    </a:cubicBezTo>
                    <a:cubicBezTo>
                      <a:pt x="801" y="68"/>
                      <a:pt x="731" y="0"/>
                      <a:pt x="648" y="0"/>
                    </a:cubicBezTo>
                    <a:close/>
                    <a:moveTo>
                      <a:pt x="1117" y="112"/>
                    </a:moveTo>
                    <a:cubicBezTo>
                      <a:pt x="1061" y="112"/>
                      <a:pt x="1006" y="142"/>
                      <a:pt x="979" y="195"/>
                    </a:cubicBezTo>
                    <a:cubicBezTo>
                      <a:pt x="938" y="270"/>
                      <a:pt x="967" y="364"/>
                      <a:pt x="1043" y="404"/>
                    </a:cubicBezTo>
                    <a:cubicBezTo>
                      <a:pt x="1158" y="465"/>
                      <a:pt x="1267" y="557"/>
                      <a:pt x="1368" y="676"/>
                    </a:cubicBezTo>
                    <a:cubicBezTo>
                      <a:pt x="1398" y="713"/>
                      <a:pt x="1442" y="731"/>
                      <a:pt x="1486" y="731"/>
                    </a:cubicBezTo>
                    <a:cubicBezTo>
                      <a:pt x="1521" y="731"/>
                      <a:pt x="1556" y="720"/>
                      <a:pt x="1585" y="696"/>
                    </a:cubicBezTo>
                    <a:cubicBezTo>
                      <a:pt x="1650" y="641"/>
                      <a:pt x="1659" y="544"/>
                      <a:pt x="1605" y="478"/>
                    </a:cubicBezTo>
                    <a:cubicBezTo>
                      <a:pt x="1479" y="326"/>
                      <a:pt x="1339" y="210"/>
                      <a:pt x="1187" y="130"/>
                    </a:cubicBezTo>
                    <a:cubicBezTo>
                      <a:pt x="1165" y="118"/>
                      <a:pt x="1141" y="112"/>
                      <a:pt x="1117" y="112"/>
                    </a:cubicBezTo>
                    <a:close/>
                    <a:moveTo>
                      <a:pt x="1750" y="829"/>
                    </a:moveTo>
                    <a:cubicBezTo>
                      <a:pt x="1726" y="829"/>
                      <a:pt x="1702" y="835"/>
                      <a:pt x="1680" y="847"/>
                    </a:cubicBezTo>
                    <a:cubicBezTo>
                      <a:pt x="1604" y="886"/>
                      <a:pt x="1573" y="979"/>
                      <a:pt x="1613" y="1055"/>
                    </a:cubicBezTo>
                    <a:cubicBezTo>
                      <a:pt x="1677" y="1182"/>
                      <a:pt x="1738" y="1326"/>
                      <a:pt x="1795" y="1483"/>
                    </a:cubicBezTo>
                    <a:cubicBezTo>
                      <a:pt x="1817" y="1547"/>
                      <a:pt x="1876" y="1587"/>
                      <a:pt x="1940" y="1587"/>
                    </a:cubicBezTo>
                    <a:cubicBezTo>
                      <a:pt x="1958" y="1587"/>
                      <a:pt x="1975" y="1584"/>
                      <a:pt x="1991" y="1578"/>
                    </a:cubicBezTo>
                    <a:cubicBezTo>
                      <a:pt x="2073" y="1549"/>
                      <a:pt x="2115" y="1461"/>
                      <a:pt x="2086" y="1380"/>
                    </a:cubicBezTo>
                    <a:cubicBezTo>
                      <a:pt x="2026" y="1209"/>
                      <a:pt x="1959" y="1053"/>
                      <a:pt x="1888" y="914"/>
                    </a:cubicBezTo>
                    <a:cubicBezTo>
                      <a:pt x="1860" y="860"/>
                      <a:pt x="1806" y="829"/>
                      <a:pt x="1750" y="829"/>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1"/>
              <p:cNvSpPr/>
              <p:nvPr/>
            </p:nvSpPr>
            <p:spPr>
              <a:xfrm>
                <a:off x="1343542" y="2947887"/>
                <a:ext cx="130484" cy="157280"/>
              </a:xfrm>
              <a:custGeom>
                <a:rect b="b" l="l" r="r" t="t"/>
                <a:pathLst>
                  <a:path extrusionOk="0" h="1573" w="1305">
                    <a:moveTo>
                      <a:pt x="1127" y="1"/>
                    </a:moveTo>
                    <a:cubicBezTo>
                      <a:pt x="1098" y="1"/>
                      <a:pt x="1068" y="9"/>
                      <a:pt x="1042" y="26"/>
                    </a:cubicBezTo>
                    <a:cubicBezTo>
                      <a:pt x="891" y="128"/>
                      <a:pt x="746" y="257"/>
                      <a:pt x="614" y="407"/>
                    </a:cubicBezTo>
                    <a:cubicBezTo>
                      <a:pt x="557" y="471"/>
                      <a:pt x="563" y="568"/>
                      <a:pt x="627" y="625"/>
                    </a:cubicBezTo>
                    <a:cubicBezTo>
                      <a:pt x="656" y="651"/>
                      <a:pt x="693" y="665"/>
                      <a:pt x="729" y="665"/>
                    </a:cubicBezTo>
                    <a:cubicBezTo>
                      <a:pt x="773" y="665"/>
                      <a:pt x="815" y="646"/>
                      <a:pt x="845" y="612"/>
                    </a:cubicBezTo>
                    <a:cubicBezTo>
                      <a:pt x="961" y="481"/>
                      <a:pt x="1086" y="372"/>
                      <a:pt x="1214" y="284"/>
                    </a:cubicBezTo>
                    <a:cubicBezTo>
                      <a:pt x="1285" y="236"/>
                      <a:pt x="1304" y="140"/>
                      <a:pt x="1256" y="69"/>
                    </a:cubicBezTo>
                    <a:cubicBezTo>
                      <a:pt x="1226" y="25"/>
                      <a:pt x="1177" y="1"/>
                      <a:pt x="1127" y="1"/>
                    </a:cubicBezTo>
                    <a:close/>
                    <a:moveTo>
                      <a:pt x="417" y="787"/>
                    </a:moveTo>
                    <a:cubicBezTo>
                      <a:pt x="365" y="787"/>
                      <a:pt x="314" y="814"/>
                      <a:pt x="285" y="863"/>
                    </a:cubicBezTo>
                    <a:cubicBezTo>
                      <a:pt x="193" y="1014"/>
                      <a:pt x="108" y="1180"/>
                      <a:pt x="34" y="1358"/>
                    </a:cubicBezTo>
                    <a:cubicBezTo>
                      <a:pt x="1" y="1435"/>
                      <a:pt x="37" y="1527"/>
                      <a:pt x="116" y="1560"/>
                    </a:cubicBezTo>
                    <a:cubicBezTo>
                      <a:pt x="135" y="1569"/>
                      <a:pt x="155" y="1572"/>
                      <a:pt x="175" y="1572"/>
                    </a:cubicBezTo>
                    <a:cubicBezTo>
                      <a:pt x="237" y="1572"/>
                      <a:pt x="293" y="1537"/>
                      <a:pt x="318" y="1479"/>
                    </a:cubicBezTo>
                    <a:cubicBezTo>
                      <a:pt x="388" y="1314"/>
                      <a:pt x="467" y="1161"/>
                      <a:pt x="550" y="1021"/>
                    </a:cubicBezTo>
                    <a:cubicBezTo>
                      <a:pt x="593" y="947"/>
                      <a:pt x="570" y="852"/>
                      <a:pt x="497" y="809"/>
                    </a:cubicBezTo>
                    <a:cubicBezTo>
                      <a:pt x="472" y="794"/>
                      <a:pt x="444" y="787"/>
                      <a:pt x="417" y="787"/>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 name="Google Shape;64;p11"/>
            <p:cNvSpPr/>
            <p:nvPr/>
          </p:nvSpPr>
          <p:spPr>
            <a:xfrm>
              <a:off x="7260752" y="2708950"/>
              <a:ext cx="356100" cy="3561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65" name="Shape 6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9" name="Shape 6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539525"/>
            <a:ext cx="7717500" cy="4782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dk2"/>
              </a:buClr>
              <a:buSzPts val="2800"/>
              <a:buFont typeface="Bevan"/>
              <a:buNone/>
              <a:defRPr sz="2800">
                <a:solidFill>
                  <a:schemeClr val="dk2"/>
                </a:solidFill>
                <a:latin typeface="Bevan"/>
                <a:ea typeface="Bevan"/>
                <a:cs typeface="Bevan"/>
                <a:sym typeface="Bevan"/>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713250" y="1183025"/>
            <a:ext cx="77175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1"/>
              </a:buClr>
              <a:buSzPts val="1800"/>
              <a:buFont typeface="Dosis"/>
              <a:buChar char="●"/>
              <a:defRPr sz="1800">
                <a:solidFill>
                  <a:schemeClr val="lt1"/>
                </a:solidFill>
                <a:latin typeface="Dosis"/>
                <a:ea typeface="Dosis"/>
                <a:cs typeface="Dosis"/>
                <a:sym typeface="Dosis"/>
              </a:defRPr>
            </a:lvl1pPr>
            <a:lvl2pPr indent="-317500" lvl="1" marL="914400">
              <a:lnSpc>
                <a:spcPct val="115000"/>
              </a:lnSpc>
              <a:spcBef>
                <a:spcPts val="1600"/>
              </a:spcBef>
              <a:spcAft>
                <a:spcPts val="0"/>
              </a:spcAft>
              <a:buClr>
                <a:schemeClr val="lt1"/>
              </a:buClr>
              <a:buSzPts val="1400"/>
              <a:buFont typeface="Dosis"/>
              <a:buChar char="○"/>
              <a:defRPr>
                <a:solidFill>
                  <a:schemeClr val="lt1"/>
                </a:solidFill>
                <a:latin typeface="Dosis"/>
                <a:ea typeface="Dosis"/>
                <a:cs typeface="Dosis"/>
                <a:sym typeface="Dosis"/>
              </a:defRPr>
            </a:lvl2pPr>
            <a:lvl3pPr indent="-317500" lvl="2" marL="1371600">
              <a:lnSpc>
                <a:spcPct val="115000"/>
              </a:lnSpc>
              <a:spcBef>
                <a:spcPts val="1600"/>
              </a:spcBef>
              <a:spcAft>
                <a:spcPts val="0"/>
              </a:spcAft>
              <a:buClr>
                <a:schemeClr val="lt1"/>
              </a:buClr>
              <a:buSzPts val="1400"/>
              <a:buFont typeface="Dosis"/>
              <a:buChar char="■"/>
              <a:defRPr>
                <a:solidFill>
                  <a:schemeClr val="lt1"/>
                </a:solidFill>
                <a:latin typeface="Dosis"/>
                <a:ea typeface="Dosis"/>
                <a:cs typeface="Dosis"/>
                <a:sym typeface="Dosis"/>
              </a:defRPr>
            </a:lvl3pPr>
            <a:lvl4pPr indent="-317500" lvl="3" marL="1828800">
              <a:lnSpc>
                <a:spcPct val="115000"/>
              </a:lnSpc>
              <a:spcBef>
                <a:spcPts val="1600"/>
              </a:spcBef>
              <a:spcAft>
                <a:spcPts val="0"/>
              </a:spcAft>
              <a:buClr>
                <a:schemeClr val="lt1"/>
              </a:buClr>
              <a:buSzPts val="1400"/>
              <a:buFont typeface="Dosis"/>
              <a:buChar char="●"/>
              <a:defRPr>
                <a:solidFill>
                  <a:schemeClr val="lt1"/>
                </a:solidFill>
                <a:latin typeface="Dosis"/>
                <a:ea typeface="Dosis"/>
                <a:cs typeface="Dosis"/>
                <a:sym typeface="Dosis"/>
              </a:defRPr>
            </a:lvl4pPr>
            <a:lvl5pPr indent="-317500" lvl="4" marL="2286000">
              <a:lnSpc>
                <a:spcPct val="115000"/>
              </a:lnSpc>
              <a:spcBef>
                <a:spcPts val="1600"/>
              </a:spcBef>
              <a:spcAft>
                <a:spcPts val="0"/>
              </a:spcAft>
              <a:buClr>
                <a:schemeClr val="lt1"/>
              </a:buClr>
              <a:buSzPts val="1400"/>
              <a:buFont typeface="Dosis"/>
              <a:buChar char="○"/>
              <a:defRPr>
                <a:solidFill>
                  <a:schemeClr val="lt1"/>
                </a:solidFill>
                <a:latin typeface="Dosis"/>
                <a:ea typeface="Dosis"/>
                <a:cs typeface="Dosis"/>
                <a:sym typeface="Dosis"/>
              </a:defRPr>
            </a:lvl5pPr>
            <a:lvl6pPr indent="-317500" lvl="5" marL="2743200">
              <a:lnSpc>
                <a:spcPct val="115000"/>
              </a:lnSpc>
              <a:spcBef>
                <a:spcPts val="1600"/>
              </a:spcBef>
              <a:spcAft>
                <a:spcPts val="0"/>
              </a:spcAft>
              <a:buClr>
                <a:schemeClr val="lt1"/>
              </a:buClr>
              <a:buSzPts val="1400"/>
              <a:buFont typeface="Dosis"/>
              <a:buChar char="■"/>
              <a:defRPr>
                <a:solidFill>
                  <a:schemeClr val="lt1"/>
                </a:solidFill>
                <a:latin typeface="Dosis"/>
                <a:ea typeface="Dosis"/>
                <a:cs typeface="Dosis"/>
                <a:sym typeface="Dosis"/>
              </a:defRPr>
            </a:lvl6pPr>
            <a:lvl7pPr indent="-317500" lvl="6" marL="3200400">
              <a:lnSpc>
                <a:spcPct val="115000"/>
              </a:lnSpc>
              <a:spcBef>
                <a:spcPts val="1600"/>
              </a:spcBef>
              <a:spcAft>
                <a:spcPts val="0"/>
              </a:spcAft>
              <a:buClr>
                <a:schemeClr val="lt1"/>
              </a:buClr>
              <a:buSzPts val="1400"/>
              <a:buFont typeface="Dosis"/>
              <a:buChar char="●"/>
              <a:defRPr>
                <a:solidFill>
                  <a:schemeClr val="lt1"/>
                </a:solidFill>
                <a:latin typeface="Dosis"/>
                <a:ea typeface="Dosis"/>
                <a:cs typeface="Dosis"/>
                <a:sym typeface="Dosis"/>
              </a:defRPr>
            </a:lvl7pPr>
            <a:lvl8pPr indent="-317500" lvl="7" marL="3657600">
              <a:lnSpc>
                <a:spcPct val="115000"/>
              </a:lnSpc>
              <a:spcBef>
                <a:spcPts val="1600"/>
              </a:spcBef>
              <a:spcAft>
                <a:spcPts val="0"/>
              </a:spcAft>
              <a:buClr>
                <a:schemeClr val="lt1"/>
              </a:buClr>
              <a:buSzPts val="1400"/>
              <a:buFont typeface="Dosis"/>
              <a:buChar char="○"/>
              <a:defRPr>
                <a:solidFill>
                  <a:schemeClr val="lt1"/>
                </a:solidFill>
                <a:latin typeface="Dosis"/>
                <a:ea typeface="Dosis"/>
                <a:cs typeface="Dosis"/>
                <a:sym typeface="Dosis"/>
              </a:defRPr>
            </a:lvl8pPr>
            <a:lvl9pPr indent="-317500" lvl="8" marL="4114800">
              <a:lnSpc>
                <a:spcPct val="115000"/>
              </a:lnSpc>
              <a:spcBef>
                <a:spcPts val="1600"/>
              </a:spcBef>
              <a:spcAft>
                <a:spcPts val="1600"/>
              </a:spcAft>
              <a:buClr>
                <a:schemeClr val="lt1"/>
              </a:buClr>
              <a:buSzPts val="1400"/>
              <a:buFont typeface="Dosis"/>
              <a:buChar char="■"/>
              <a:defRPr>
                <a:solidFill>
                  <a:schemeClr val="lt1"/>
                </a:solidFill>
                <a:latin typeface="Dosis"/>
                <a:ea typeface="Dosis"/>
                <a:cs typeface="Dosis"/>
                <a:sym typeface="Dosi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66" name="Shape 66"/>
        <p:cNvGrpSpPr/>
        <p:nvPr/>
      </p:nvGrpSpPr>
      <p:grpSpPr>
        <a:xfrm>
          <a:off x="0" y="0"/>
          <a:ext cx="0" cy="0"/>
          <a:chOff x="0" y="0"/>
          <a:chExt cx="0" cy="0"/>
        </a:xfrm>
      </p:grpSpPr>
      <p:sp>
        <p:nvSpPr>
          <p:cNvPr id="67" name="Google Shape;67;p13"/>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68" name="Google Shape;68;p13"/>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slidesgo.com/theme/basketball-lesson#position-123&amp;results-8598/?utm_source=slidesgo_template_infographics&amp;utm_medium=referral-link&amp;utm_campaign=sg_credits&amp;utm_content=templat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hyperlink" Target="https://docs.google.com/spreadsheets/d/1gjYK_dyoGEBsubR15gDmqNpxVM38MTPUGHJ8ChTIU1Y/copy" TargetMode="External"/><Relationship Id="rId4" Type="http://schemas.openxmlformats.org/officeDocument/2006/relationships/image" Target="../media/image1.png"/><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hyperlink" Target="https://docs.google.com/spreadsheets/d/1gjYK_dyoGEBsubR15gDmqNpxVM38MTPUGHJ8ChTIU1Y/copy" TargetMode="External"/><Relationship Id="rId4" Type="http://schemas.openxmlformats.org/officeDocument/2006/relationships/image" Target="../media/image2.png"/><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hyperlink" Target="https://docs.google.com/spreadsheets/d/1gjYK_dyoGEBsubR15gDmqNpxVM38MTPUGHJ8ChTIU1Y/copy" TargetMode="External"/><Relationship Id="rId4" Type="http://schemas.openxmlformats.org/officeDocument/2006/relationships/image" Target="../media/image3.png"/><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hyperlink" Target="http://bit.ly/33VAFh3" TargetMode="External"/><Relationship Id="rId4" Type="http://schemas.openxmlformats.org/officeDocument/2006/relationships/hyperlink" Target="http://bit.ly/30B07Gq" TargetMode="External"/><Relationship Id="rId5" Type="http://schemas.openxmlformats.org/officeDocument/2006/relationships/hyperlink" Target="http://bit.ly/2PfT4lq"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hyperlink" Target="http://bit.ly/2PfT4lq" TargetMode="External"/><Relationship Id="rId4" Type="http://schemas.openxmlformats.org/officeDocument/2006/relationships/hyperlink" Target="http://bit.ly/33VAFh3" TargetMode="External"/><Relationship Id="rId5" Type="http://schemas.openxmlformats.org/officeDocument/2006/relationships/hyperlink" Target="http://bit.ly/30B07Gq"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hyperlink" Target="https://bit.ly/2ZjL1pd" TargetMode="External"/><Relationship Id="rId4" Type="http://schemas.openxmlformats.org/officeDocument/2006/relationships/hyperlink" Target="https://bit.ly/2ZjL1pd" TargetMode="External"/><Relationship Id="rId5" Type="http://schemas.openxmlformats.org/officeDocument/2006/relationships/hyperlink" Target="http://bit.ly/30B07Gq"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p:nvPr/>
        </p:nvSpPr>
        <p:spPr>
          <a:xfrm>
            <a:off x="4869475" y="1923775"/>
            <a:ext cx="3713633" cy="742252"/>
          </a:xfrm>
          <a:custGeom>
            <a:rect b="b" l="l" r="r" t="t"/>
            <a:pathLst>
              <a:path extrusionOk="0" h="2907" w="12767">
                <a:moveTo>
                  <a:pt x="0" y="1"/>
                </a:moveTo>
                <a:lnTo>
                  <a:pt x="739" y="1454"/>
                </a:lnTo>
                <a:lnTo>
                  <a:pt x="0" y="2907"/>
                </a:lnTo>
                <a:lnTo>
                  <a:pt x="12767" y="2907"/>
                </a:lnTo>
                <a:lnTo>
                  <a:pt x="12030" y="1454"/>
                </a:lnTo>
                <a:lnTo>
                  <a:pt x="12767" y="1"/>
                </a:lnTo>
                <a:close/>
              </a:path>
            </a:pathLst>
          </a:custGeom>
          <a:solidFill>
            <a:schemeClr val="lt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a:p>
        </p:txBody>
      </p:sp>
      <p:sp>
        <p:nvSpPr>
          <p:cNvPr id="75" name="Google Shape;75;p15"/>
          <p:cNvSpPr txBox="1"/>
          <p:nvPr>
            <p:ph type="ctrTitle"/>
          </p:nvPr>
        </p:nvSpPr>
        <p:spPr>
          <a:xfrm>
            <a:off x="1692038" y="1055400"/>
            <a:ext cx="6715800" cy="25347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BASKETBALL LESSON INFOGRAPHICS</a:t>
            </a:r>
            <a:endParaRPr/>
          </a:p>
        </p:txBody>
      </p:sp>
      <p:sp>
        <p:nvSpPr>
          <p:cNvPr id="76" name="Google Shape;76;p15"/>
          <p:cNvSpPr txBox="1"/>
          <p:nvPr>
            <p:ph idx="1" type="subTitle"/>
          </p:nvPr>
        </p:nvSpPr>
        <p:spPr>
          <a:xfrm>
            <a:off x="2541050" y="3575688"/>
            <a:ext cx="5866800" cy="5124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t/>
            </a:r>
            <a:endParaRPr/>
          </a:p>
          <a:p>
            <a:pPr indent="0" lvl="0" marL="0" rtl="0" algn="r">
              <a:spcBef>
                <a:spcPts val="0"/>
              </a:spcBef>
              <a:spcAft>
                <a:spcPts val="0"/>
              </a:spcAft>
              <a:buNone/>
            </a:pPr>
            <a:r>
              <a:rPr lang="en"/>
              <a:t>Here is where this template begins</a:t>
            </a:r>
            <a:endParaRPr/>
          </a:p>
          <a:p>
            <a:pPr indent="0" lvl="0" marL="0" rtl="0" algn="r">
              <a:spcBef>
                <a:spcPts val="0"/>
              </a:spcBef>
              <a:spcAft>
                <a:spcPts val="0"/>
              </a:spcAft>
              <a:buNone/>
            </a:pPr>
            <a:r>
              <a:t/>
            </a:r>
            <a:endParaRPr/>
          </a:p>
        </p:txBody>
      </p:sp>
      <p:grpSp>
        <p:nvGrpSpPr>
          <p:cNvPr id="77" name="Google Shape;77;p15"/>
          <p:cNvGrpSpPr/>
          <p:nvPr/>
        </p:nvGrpSpPr>
        <p:grpSpPr>
          <a:xfrm>
            <a:off x="671754" y="711317"/>
            <a:ext cx="1654393" cy="3167179"/>
            <a:chOff x="5706925" y="1649570"/>
            <a:chExt cx="1510309" cy="2891345"/>
          </a:xfrm>
        </p:grpSpPr>
        <p:sp>
          <p:nvSpPr>
            <p:cNvPr id="78" name="Google Shape;78;p15"/>
            <p:cNvSpPr/>
            <p:nvPr/>
          </p:nvSpPr>
          <p:spPr>
            <a:xfrm>
              <a:off x="5706925" y="3376315"/>
              <a:ext cx="248700" cy="1164600"/>
            </a:xfrm>
            <a:prstGeom prst="rect">
              <a:avLst/>
            </a:pr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 name="Google Shape;79;p15"/>
            <p:cNvGrpSpPr/>
            <p:nvPr/>
          </p:nvGrpSpPr>
          <p:grpSpPr>
            <a:xfrm>
              <a:off x="5706935" y="1649570"/>
              <a:ext cx="1510299" cy="2348918"/>
              <a:chOff x="5706935" y="1649570"/>
              <a:chExt cx="1510299" cy="2348918"/>
            </a:xfrm>
          </p:grpSpPr>
          <p:grpSp>
            <p:nvGrpSpPr>
              <p:cNvPr id="80" name="Google Shape;80;p15"/>
              <p:cNvGrpSpPr/>
              <p:nvPr/>
            </p:nvGrpSpPr>
            <p:grpSpPr>
              <a:xfrm>
                <a:off x="5706935" y="1649570"/>
                <a:ext cx="1510299" cy="2348918"/>
                <a:chOff x="6986238" y="3112350"/>
                <a:chExt cx="346725" cy="539225"/>
              </a:xfrm>
            </p:grpSpPr>
            <p:sp>
              <p:nvSpPr>
                <p:cNvPr id="81" name="Google Shape;81;p15"/>
                <p:cNvSpPr/>
                <p:nvPr/>
              </p:nvSpPr>
              <p:spPr>
                <a:xfrm>
                  <a:off x="7041013" y="3112350"/>
                  <a:ext cx="268575" cy="264275"/>
                </a:xfrm>
                <a:custGeom>
                  <a:rect b="b" l="l" r="r" t="t"/>
                  <a:pathLst>
                    <a:path extrusionOk="0" h="10571" w="10743">
                      <a:moveTo>
                        <a:pt x="416" y="1"/>
                      </a:moveTo>
                      <a:lnTo>
                        <a:pt x="0" y="8148"/>
                      </a:lnTo>
                      <a:lnTo>
                        <a:pt x="10497" y="10570"/>
                      </a:lnTo>
                      <a:lnTo>
                        <a:pt x="10742" y="3817"/>
                      </a:lnTo>
                      <a:lnTo>
                        <a:pt x="416" y="1"/>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5"/>
                <p:cNvSpPr/>
                <p:nvPr/>
              </p:nvSpPr>
              <p:spPr>
                <a:xfrm>
                  <a:off x="7052638" y="3133150"/>
                  <a:ext cx="244075" cy="231225"/>
                </a:xfrm>
                <a:custGeom>
                  <a:rect b="b" l="l" r="r" t="t"/>
                  <a:pathLst>
                    <a:path extrusionOk="0" h="9249" w="9763">
                      <a:moveTo>
                        <a:pt x="514" y="0"/>
                      </a:moveTo>
                      <a:lnTo>
                        <a:pt x="0" y="6826"/>
                      </a:lnTo>
                      <a:lnTo>
                        <a:pt x="9543" y="9249"/>
                      </a:lnTo>
                      <a:lnTo>
                        <a:pt x="9763" y="3279"/>
                      </a:lnTo>
                      <a:lnTo>
                        <a:pt x="514" y="0"/>
                      </a:lnTo>
                      <a:close/>
                    </a:path>
                  </a:pathLst>
                </a:custGeom>
                <a:solidFill>
                  <a:srgbClr val="5438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5"/>
                <p:cNvSpPr/>
                <p:nvPr/>
              </p:nvSpPr>
              <p:spPr>
                <a:xfrm>
                  <a:off x="7174963" y="3303350"/>
                  <a:ext cx="41575" cy="41300"/>
                </a:xfrm>
                <a:custGeom>
                  <a:rect b="b" l="l" r="r" t="t"/>
                  <a:pathLst>
                    <a:path extrusionOk="0" h="1652" w="1663">
                      <a:moveTo>
                        <a:pt x="120" y="1"/>
                      </a:moveTo>
                      <a:lnTo>
                        <a:pt x="0" y="1386"/>
                      </a:lnTo>
                      <a:lnTo>
                        <a:pt x="1065" y="1651"/>
                      </a:lnTo>
                      <a:lnTo>
                        <a:pt x="1662" y="633"/>
                      </a:lnTo>
                      <a:lnTo>
                        <a:pt x="1607" y="304"/>
                      </a:lnTo>
                      <a:lnTo>
                        <a:pt x="120" y="1"/>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5"/>
                <p:cNvSpPr/>
                <p:nvPr/>
              </p:nvSpPr>
              <p:spPr>
                <a:xfrm>
                  <a:off x="7141338" y="3220000"/>
                  <a:ext cx="91150" cy="105850"/>
                </a:xfrm>
                <a:custGeom>
                  <a:rect b="b" l="l" r="r" t="t"/>
                  <a:pathLst>
                    <a:path extrusionOk="0" h="4234" w="3646">
                      <a:moveTo>
                        <a:pt x="146" y="1"/>
                      </a:moveTo>
                      <a:lnTo>
                        <a:pt x="1" y="3402"/>
                      </a:lnTo>
                      <a:lnTo>
                        <a:pt x="3548" y="4234"/>
                      </a:lnTo>
                      <a:lnTo>
                        <a:pt x="3645" y="1102"/>
                      </a:lnTo>
                      <a:lnTo>
                        <a:pt x="146" y="1"/>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5"/>
                <p:cNvSpPr/>
                <p:nvPr/>
              </p:nvSpPr>
              <p:spPr>
                <a:xfrm>
                  <a:off x="7151088" y="3232850"/>
                  <a:ext cx="73450" cy="78325"/>
                </a:xfrm>
                <a:custGeom>
                  <a:rect b="b" l="l" r="r" t="t"/>
                  <a:pathLst>
                    <a:path extrusionOk="0" h="3133" w="2938">
                      <a:moveTo>
                        <a:pt x="123" y="1"/>
                      </a:moveTo>
                      <a:lnTo>
                        <a:pt x="1" y="2521"/>
                      </a:lnTo>
                      <a:lnTo>
                        <a:pt x="2815" y="3133"/>
                      </a:lnTo>
                      <a:lnTo>
                        <a:pt x="2938" y="905"/>
                      </a:lnTo>
                      <a:lnTo>
                        <a:pt x="123" y="1"/>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5"/>
                <p:cNvSpPr/>
                <p:nvPr/>
              </p:nvSpPr>
              <p:spPr>
                <a:xfrm>
                  <a:off x="6986238" y="3271375"/>
                  <a:ext cx="215075" cy="380200"/>
                </a:xfrm>
                <a:custGeom>
                  <a:rect b="b" l="l" r="r" t="t"/>
                  <a:pathLst>
                    <a:path extrusionOk="0" h="15208" w="8603">
                      <a:moveTo>
                        <a:pt x="7452" y="1"/>
                      </a:moveTo>
                      <a:lnTo>
                        <a:pt x="7243" y="62"/>
                      </a:lnTo>
                      <a:lnTo>
                        <a:pt x="7243" y="429"/>
                      </a:lnTo>
                      <a:lnTo>
                        <a:pt x="344" y="4222"/>
                      </a:lnTo>
                      <a:lnTo>
                        <a:pt x="344" y="6204"/>
                      </a:lnTo>
                      <a:lnTo>
                        <a:pt x="344" y="8601"/>
                      </a:lnTo>
                      <a:lnTo>
                        <a:pt x="245" y="8601"/>
                      </a:lnTo>
                      <a:cubicBezTo>
                        <a:pt x="0" y="8601"/>
                        <a:pt x="25" y="9152"/>
                        <a:pt x="25" y="9152"/>
                      </a:cubicBezTo>
                      <a:lnTo>
                        <a:pt x="25" y="15207"/>
                      </a:lnTo>
                      <a:lnTo>
                        <a:pt x="2295" y="15207"/>
                      </a:lnTo>
                      <a:lnTo>
                        <a:pt x="2295" y="8926"/>
                      </a:lnTo>
                      <a:cubicBezTo>
                        <a:pt x="2295" y="8633"/>
                        <a:pt x="2108" y="8598"/>
                        <a:pt x="2019" y="8598"/>
                      </a:cubicBezTo>
                      <a:cubicBezTo>
                        <a:pt x="1990" y="8598"/>
                        <a:pt x="1971" y="8601"/>
                        <a:pt x="1971" y="8601"/>
                      </a:cubicBezTo>
                      <a:lnTo>
                        <a:pt x="2056" y="6204"/>
                      </a:lnTo>
                      <a:lnTo>
                        <a:pt x="2815" y="4504"/>
                      </a:lnTo>
                      <a:lnTo>
                        <a:pt x="8492" y="1603"/>
                      </a:lnTo>
                      <a:lnTo>
                        <a:pt x="8602" y="368"/>
                      </a:lnTo>
                      <a:lnTo>
                        <a:pt x="7452" y="1"/>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5"/>
                <p:cNvSpPr/>
                <p:nvPr/>
              </p:nvSpPr>
              <p:spPr>
                <a:xfrm>
                  <a:off x="7191238" y="3285450"/>
                  <a:ext cx="91100" cy="40175"/>
                </a:xfrm>
                <a:custGeom>
                  <a:rect b="b" l="l" r="r" t="t"/>
                  <a:pathLst>
                    <a:path extrusionOk="0" h="1607" w="3644">
                      <a:moveTo>
                        <a:pt x="1823" y="0"/>
                      </a:moveTo>
                      <a:cubicBezTo>
                        <a:pt x="816" y="0"/>
                        <a:pt x="0" y="360"/>
                        <a:pt x="0" y="804"/>
                      </a:cubicBezTo>
                      <a:cubicBezTo>
                        <a:pt x="0" y="1247"/>
                        <a:pt x="816" y="1607"/>
                        <a:pt x="1823" y="1607"/>
                      </a:cubicBezTo>
                      <a:cubicBezTo>
                        <a:pt x="2828" y="1607"/>
                        <a:pt x="3644" y="1247"/>
                        <a:pt x="3644" y="804"/>
                      </a:cubicBezTo>
                      <a:cubicBezTo>
                        <a:pt x="3644" y="360"/>
                        <a:pt x="2828" y="0"/>
                        <a:pt x="1823"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5"/>
                <p:cNvSpPr/>
                <p:nvPr/>
              </p:nvSpPr>
              <p:spPr>
                <a:xfrm>
                  <a:off x="7196588" y="3288200"/>
                  <a:ext cx="81150" cy="34275"/>
                </a:xfrm>
                <a:custGeom>
                  <a:rect b="b" l="l" r="r" t="t"/>
                  <a:pathLst>
                    <a:path extrusionOk="0" h="1371" w="3246">
                      <a:moveTo>
                        <a:pt x="1623" y="1"/>
                      </a:moveTo>
                      <a:cubicBezTo>
                        <a:pt x="727" y="1"/>
                        <a:pt x="0" y="307"/>
                        <a:pt x="0" y="686"/>
                      </a:cubicBezTo>
                      <a:cubicBezTo>
                        <a:pt x="0" y="1064"/>
                        <a:pt x="727" y="1370"/>
                        <a:pt x="1623" y="1370"/>
                      </a:cubicBezTo>
                      <a:cubicBezTo>
                        <a:pt x="2521" y="1370"/>
                        <a:pt x="3246" y="1064"/>
                        <a:pt x="3246" y="686"/>
                      </a:cubicBezTo>
                      <a:cubicBezTo>
                        <a:pt x="3246" y="307"/>
                        <a:pt x="2521" y="1"/>
                        <a:pt x="1623"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5"/>
                <p:cNvSpPr/>
                <p:nvPr/>
              </p:nvSpPr>
              <p:spPr>
                <a:xfrm>
                  <a:off x="7232888" y="3287650"/>
                  <a:ext cx="16425" cy="36000"/>
                </a:xfrm>
                <a:custGeom>
                  <a:rect b="b" l="l" r="r" t="t"/>
                  <a:pathLst>
                    <a:path extrusionOk="0" h="1440" w="657">
                      <a:moveTo>
                        <a:pt x="428" y="0"/>
                      </a:moveTo>
                      <a:cubicBezTo>
                        <a:pt x="365" y="0"/>
                        <a:pt x="295" y="54"/>
                        <a:pt x="229" y="215"/>
                      </a:cubicBezTo>
                      <a:lnTo>
                        <a:pt x="1" y="1335"/>
                      </a:lnTo>
                      <a:cubicBezTo>
                        <a:pt x="1" y="1335"/>
                        <a:pt x="9" y="1424"/>
                        <a:pt x="32" y="1424"/>
                      </a:cubicBezTo>
                      <a:cubicBezTo>
                        <a:pt x="42" y="1424"/>
                        <a:pt x="54" y="1408"/>
                        <a:pt x="69" y="1362"/>
                      </a:cubicBezTo>
                      <a:cubicBezTo>
                        <a:pt x="120" y="1206"/>
                        <a:pt x="304" y="234"/>
                        <a:pt x="304" y="234"/>
                      </a:cubicBezTo>
                      <a:cubicBezTo>
                        <a:pt x="304" y="234"/>
                        <a:pt x="363" y="61"/>
                        <a:pt x="444" y="61"/>
                      </a:cubicBezTo>
                      <a:cubicBezTo>
                        <a:pt x="485" y="61"/>
                        <a:pt x="531" y="104"/>
                        <a:pt x="579" y="234"/>
                      </a:cubicBezTo>
                      <a:lnTo>
                        <a:pt x="551" y="1405"/>
                      </a:lnTo>
                      <a:cubicBezTo>
                        <a:pt x="551" y="1405"/>
                        <a:pt x="573" y="1440"/>
                        <a:pt x="599" y="1440"/>
                      </a:cubicBezTo>
                      <a:cubicBezTo>
                        <a:pt x="612" y="1440"/>
                        <a:pt x="626" y="1431"/>
                        <a:pt x="639" y="1405"/>
                      </a:cubicBezTo>
                      <a:lnTo>
                        <a:pt x="656" y="215"/>
                      </a:lnTo>
                      <a:cubicBezTo>
                        <a:pt x="656" y="215"/>
                        <a:pt x="555" y="0"/>
                        <a:pt x="428"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5"/>
                <p:cNvSpPr/>
                <p:nvPr/>
              </p:nvSpPr>
              <p:spPr>
                <a:xfrm>
                  <a:off x="7215188" y="3289100"/>
                  <a:ext cx="18525" cy="37125"/>
                </a:xfrm>
                <a:custGeom>
                  <a:rect b="b" l="l" r="r" t="t"/>
                  <a:pathLst>
                    <a:path extrusionOk="0" h="1485" w="741">
                      <a:moveTo>
                        <a:pt x="163" y="1"/>
                      </a:moveTo>
                      <a:cubicBezTo>
                        <a:pt x="87" y="1"/>
                        <a:pt x="19" y="63"/>
                        <a:pt x="1" y="269"/>
                      </a:cubicBezTo>
                      <a:lnTo>
                        <a:pt x="110" y="1409"/>
                      </a:lnTo>
                      <a:cubicBezTo>
                        <a:pt x="110" y="1409"/>
                        <a:pt x="142" y="1484"/>
                        <a:pt x="163" y="1484"/>
                      </a:cubicBezTo>
                      <a:cubicBezTo>
                        <a:pt x="174" y="1484"/>
                        <a:pt x="182" y="1466"/>
                        <a:pt x="183" y="1413"/>
                      </a:cubicBezTo>
                      <a:cubicBezTo>
                        <a:pt x="186" y="1250"/>
                        <a:pt x="77" y="266"/>
                        <a:pt x="77" y="266"/>
                      </a:cubicBezTo>
                      <a:cubicBezTo>
                        <a:pt x="77" y="266"/>
                        <a:pt x="83" y="58"/>
                        <a:pt x="178" y="58"/>
                      </a:cubicBezTo>
                      <a:cubicBezTo>
                        <a:pt x="216" y="58"/>
                        <a:pt x="268" y="92"/>
                        <a:pt x="340" y="186"/>
                      </a:cubicBezTo>
                      <a:lnTo>
                        <a:pt x="658" y="1314"/>
                      </a:lnTo>
                      <a:cubicBezTo>
                        <a:pt x="658" y="1314"/>
                        <a:pt x="681" y="1333"/>
                        <a:pt x="703" y="1333"/>
                      </a:cubicBezTo>
                      <a:cubicBezTo>
                        <a:pt x="719" y="1333"/>
                        <a:pt x="735" y="1323"/>
                        <a:pt x="741" y="1288"/>
                      </a:cubicBezTo>
                      <a:lnTo>
                        <a:pt x="409" y="144"/>
                      </a:lnTo>
                      <a:cubicBezTo>
                        <a:pt x="409" y="144"/>
                        <a:pt x="277" y="1"/>
                        <a:pt x="163"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5"/>
                <p:cNvSpPr/>
                <p:nvPr/>
              </p:nvSpPr>
              <p:spPr>
                <a:xfrm>
                  <a:off x="7198213" y="3295675"/>
                  <a:ext cx="21000" cy="33450"/>
                </a:xfrm>
                <a:custGeom>
                  <a:rect b="b" l="l" r="r" t="t"/>
                  <a:pathLst>
                    <a:path extrusionOk="0" h="1338" w="840">
                      <a:moveTo>
                        <a:pt x="124" y="0"/>
                      </a:moveTo>
                      <a:cubicBezTo>
                        <a:pt x="54" y="0"/>
                        <a:pt x="0" y="58"/>
                        <a:pt x="29" y="263"/>
                      </a:cubicBezTo>
                      <a:lnTo>
                        <a:pt x="345" y="1275"/>
                      </a:lnTo>
                      <a:cubicBezTo>
                        <a:pt x="345" y="1275"/>
                        <a:pt x="384" y="1337"/>
                        <a:pt x="402" y="1337"/>
                      </a:cubicBezTo>
                      <a:cubicBezTo>
                        <a:pt x="412" y="1337"/>
                        <a:pt x="416" y="1321"/>
                        <a:pt x="406" y="1271"/>
                      </a:cubicBezTo>
                      <a:cubicBezTo>
                        <a:pt x="375" y="1124"/>
                        <a:pt x="90" y="251"/>
                        <a:pt x="90" y="251"/>
                      </a:cubicBezTo>
                      <a:cubicBezTo>
                        <a:pt x="90" y="251"/>
                        <a:pt x="51" y="51"/>
                        <a:pt x="138" y="51"/>
                      </a:cubicBezTo>
                      <a:cubicBezTo>
                        <a:pt x="170" y="51"/>
                        <a:pt x="218" y="77"/>
                        <a:pt x="289" y="148"/>
                      </a:cubicBezTo>
                      <a:lnTo>
                        <a:pt x="774" y="1124"/>
                      </a:lnTo>
                      <a:cubicBezTo>
                        <a:pt x="774" y="1124"/>
                        <a:pt x="794" y="1137"/>
                        <a:pt x="811" y="1137"/>
                      </a:cubicBezTo>
                      <a:cubicBezTo>
                        <a:pt x="826" y="1137"/>
                        <a:pt x="840" y="1127"/>
                        <a:pt x="837" y="1090"/>
                      </a:cubicBezTo>
                      <a:lnTo>
                        <a:pt x="337" y="101"/>
                      </a:lnTo>
                      <a:cubicBezTo>
                        <a:pt x="337" y="101"/>
                        <a:pt x="217" y="0"/>
                        <a:pt x="124"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5"/>
                <p:cNvSpPr/>
                <p:nvPr/>
              </p:nvSpPr>
              <p:spPr>
                <a:xfrm>
                  <a:off x="7249013" y="3292075"/>
                  <a:ext cx="19050" cy="34225"/>
                </a:xfrm>
                <a:custGeom>
                  <a:rect b="b" l="l" r="r" t="t"/>
                  <a:pathLst>
                    <a:path extrusionOk="0" h="1369" w="762">
                      <a:moveTo>
                        <a:pt x="599" y="1"/>
                      </a:moveTo>
                      <a:cubicBezTo>
                        <a:pt x="549" y="1"/>
                        <a:pt x="488" y="45"/>
                        <a:pt x="412" y="169"/>
                      </a:cubicBezTo>
                      <a:lnTo>
                        <a:pt x="11" y="1172"/>
                      </a:lnTo>
                      <a:cubicBezTo>
                        <a:pt x="11" y="1172"/>
                        <a:pt x="1" y="1259"/>
                        <a:pt x="21" y="1259"/>
                      </a:cubicBezTo>
                      <a:cubicBezTo>
                        <a:pt x="29" y="1259"/>
                        <a:pt x="42" y="1245"/>
                        <a:pt x="62" y="1206"/>
                      </a:cubicBezTo>
                      <a:cubicBezTo>
                        <a:pt x="134" y="1071"/>
                        <a:pt x="469" y="200"/>
                        <a:pt x="469" y="200"/>
                      </a:cubicBezTo>
                      <a:cubicBezTo>
                        <a:pt x="469" y="200"/>
                        <a:pt x="543" y="63"/>
                        <a:pt x="608" y="63"/>
                      </a:cubicBezTo>
                      <a:cubicBezTo>
                        <a:pt x="645" y="63"/>
                        <a:pt x="679" y="107"/>
                        <a:pt x="694" y="247"/>
                      </a:cubicBezTo>
                      <a:lnTo>
                        <a:pt x="450" y="1329"/>
                      </a:lnTo>
                      <a:cubicBezTo>
                        <a:pt x="449" y="1329"/>
                        <a:pt x="462" y="1369"/>
                        <a:pt x="485" y="1369"/>
                      </a:cubicBezTo>
                      <a:cubicBezTo>
                        <a:pt x="495" y="1369"/>
                        <a:pt x="507" y="1362"/>
                        <a:pt x="520" y="1343"/>
                      </a:cubicBezTo>
                      <a:lnTo>
                        <a:pt x="761" y="241"/>
                      </a:lnTo>
                      <a:cubicBezTo>
                        <a:pt x="761" y="241"/>
                        <a:pt x="714" y="1"/>
                        <a:pt x="599"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5"/>
                <p:cNvSpPr/>
                <p:nvPr/>
              </p:nvSpPr>
              <p:spPr>
                <a:xfrm>
                  <a:off x="7239188" y="3322525"/>
                  <a:ext cx="11000" cy="9700"/>
                </a:xfrm>
                <a:custGeom>
                  <a:rect b="b" l="l" r="r" t="t"/>
                  <a:pathLst>
                    <a:path extrusionOk="0" h="388" w="440">
                      <a:moveTo>
                        <a:pt x="397" y="0"/>
                      </a:moveTo>
                      <a:cubicBezTo>
                        <a:pt x="391" y="0"/>
                        <a:pt x="386" y="2"/>
                        <a:pt x="382" y="6"/>
                      </a:cubicBezTo>
                      <a:lnTo>
                        <a:pt x="11" y="329"/>
                      </a:lnTo>
                      <a:cubicBezTo>
                        <a:pt x="1" y="338"/>
                        <a:pt x="2" y="358"/>
                        <a:pt x="14" y="373"/>
                      </a:cubicBezTo>
                      <a:cubicBezTo>
                        <a:pt x="22" y="382"/>
                        <a:pt x="33" y="387"/>
                        <a:pt x="42" y="387"/>
                      </a:cubicBezTo>
                      <a:cubicBezTo>
                        <a:pt x="48" y="387"/>
                        <a:pt x="53" y="386"/>
                        <a:pt x="58" y="382"/>
                      </a:cubicBezTo>
                      <a:lnTo>
                        <a:pt x="429" y="58"/>
                      </a:lnTo>
                      <a:cubicBezTo>
                        <a:pt x="439" y="50"/>
                        <a:pt x="438" y="29"/>
                        <a:pt x="425" y="15"/>
                      </a:cubicBezTo>
                      <a:cubicBezTo>
                        <a:pt x="416" y="6"/>
                        <a:pt x="406" y="0"/>
                        <a:pt x="397"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5"/>
                <p:cNvSpPr/>
                <p:nvPr/>
              </p:nvSpPr>
              <p:spPr>
                <a:xfrm>
                  <a:off x="7250488" y="3325350"/>
                  <a:ext cx="11025" cy="9675"/>
                </a:xfrm>
                <a:custGeom>
                  <a:rect b="b" l="l" r="r" t="t"/>
                  <a:pathLst>
                    <a:path extrusionOk="0" h="387" w="441">
                      <a:moveTo>
                        <a:pt x="397" y="1"/>
                      </a:moveTo>
                      <a:cubicBezTo>
                        <a:pt x="392" y="1"/>
                        <a:pt x="387" y="2"/>
                        <a:pt x="383" y="5"/>
                      </a:cubicBezTo>
                      <a:lnTo>
                        <a:pt x="12" y="330"/>
                      </a:lnTo>
                      <a:cubicBezTo>
                        <a:pt x="0" y="339"/>
                        <a:pt x="2" y="358"/>
                        <a:pt x="15" y="372"/>
                      </a:cubicBezTo>
                      <a:cubicBezTo>
                        <a:pt x="23" y="382"/>
                        <a:pt x="35" y="387"/>
                        <a:pt x="44" y="387"/>
                      </a:cubicBezTo>
                      <a:cubicBezTo>
                        <a:pt x="49" y="387"/>
                        <a:pt x="54" y="385"/>
                        <a:pt x="57" y="382"/>
                      </a:cubicBezTo>
                      <a:lnTo>
                        <a:pt x="429" y="59"/>
                      </a:lnTo>
                      <a:cubicBezTo>
                        <a:pt x="440" y="49"/>
                        <a:pt x="439" y="30"/>
                        <a:pt x="426" y="15"/>
                      </a:cubicBezTo>
                      <a:cubicBezTo>
                        <a:pt x="417" y="6"/>
                        <a:pt x="406" y="1"/>
                        <a:pt x="397"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5"/>
                <p:cNvSpPr/>
                <p:nvPr/>
              </p:nvSpPr>
              <p:spPr>
                <a:xfrm>
                  <a:off x="7240688" y="3333525"/>
                  <a:ext cx="11025" cy="9700"/>
                </a:xfrm>
                <a:custGeom>
                  <a:rect b="b" l="l" r="r" t="t"/>
                  <a:pathLst>
                    <a:path extrusionOk="0" h="388" w="441">
                      <a:moveTo>
                        <a:pt x="398" y="1"/>
                      </a:moveTo>
                      <a:cubicBezTo>
                        <a:pt x="392" y="1"/>
                        <a:pt x="387" y="3"/>
                        <a:pt x="384" y="6"/>
                      </a:cubicBezTo>
                      <a:lnTo>
                        <a:pt x="12" y="329"/>
                      </a:lnTo>
                      <a:cubicBezTo>
                        <a:pt x="0" y="339"/>
                        <a:pt x="3" y="358"/>
                        <a:pt x="15" y="373"/>
                      </a:cubicBezTo>
                      <a:cubicBezTo>
                        <a:pt x="24" y="382"/>
                        <a:pt x="35" y="388"/>
                        <a:pt x="45" y="388"/>
                      </a:cubicBezTo>
                      <a:cubicBezTo>
                        <a:pt x="50" y="388"/>
                        <a:pt x="55" y="386"/>
                        <a:pt x="59" y="383"/>
                      </a:cubicBezTo>
                      <a:lnTo>
                        <a:pt x="429" y="58"/>
                      </a:lnTo>
                      <a:cubicBezTo>
                        <a:pt x="440" y="50"/>
                        <a:pt x="439" y="31"/>
                        <a:pt x="426" y="15"/>
                      </a:cubicBezTo>
                      <a:cubicBezTo>
                        <a:pt x="418" y="6"/>
                        <a:pt x="407" y="1"/>
                        <a:pt x="398"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5"/>
                <p:cNvSpPr/>
                <p:nvPr/>
              </p:nvSpPr>
              <p:spPr>
                <a:xfrm>
                  <a:off x="7244513" y="3344350"/>
                  <a:ext cx="13650" cy="11975"/>
                </a:xfrm>
                <a:custGeom>
                  <a:rect b="b" l="l" r="r" t="t"/>
                  <a:pathLst>
                    <a:path extrusionOk="0" h="479" w="546">
                      <a:moveTo>
                        <a:pt x="506" y="1"/>
                      </a:moveTo>
                      <a:cubicBezTo>
                        <a:pt x="499" y="1"/>
                        <a:pt x="491" y="3"/>
                        <a:pt x="486" y="8"/>
                      </a:cubicBezTo>
                      <a:lnTo>
                        <a:pt x="15" y="418"/>
                      </a:lnTo>
                      <a:cubicBezTo>
                        <a:pt x="2" y="429"/>
                        <a:pt x="0" y="451"/>
                        <a:pt x="14" y="466"/>
                      </a:cubicBezTo>
                      <a:cubicBezTo>
                        <a:pt x="21" y="474"/>
                        <a:pt x="31" y="479"/>
                        <a:pt x="41" y="479"/>
                      </a:cubicBezTo>
                      <a:cubicBezTo>
                        <a:pt x="49" y="479"/>
                        <a:pt x="56" y="476"/>
                        <a:pt x="62" y="470"/>
                      </a:cubicBezTo>
                      <a:lnTo>
                        <a:pt x="531" y="62"/>
                      </a:lnTo>
                      <a:cubicBezTo>
                        <a:pt x="545" y="49"/>
                        <a:pt x="545" y="29"/>
                        <a:pt x="534" y="14"/>
                      </a:cubicBezTo>
                      <a:cubicBezTo>
                        <a:pt x="526" y="5"/>
                        <a:pt x="516" y="1"/>
                        <a:pt x="506"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a:off x="7243888" y="3351300"/>
                  <a:ext cx="13650" cy="11975"/>
                </a:xfrm>
                <a:custGeom>
                  <a:rect b="b" l="l" r="r" t="t"/>
                  <a:pathLst>
                    <a:path extrusionOk="0" h="479" w="546">
                      <a:moveTo>
                        <a:pt x="507" y="1"/>
                      </a:moveTo>
                      <a:cubicBezTo>
                        <a:pt x="499" y="1"/>
                        <a:pt x="491" y="3"/>
                        <a:pt x="484" y="9"/>
                      </a:cubicBezTo>
                      <a:lnTo>
                        <a:pt x="15" y="418"/>
                      </a:lnTo>
                      <a:cubicBezTo>
                        <a:pt x="2" y="430"/>
                        <a:pt x="1" y="451"/>
                        <a:pt x="14" y="466"/>
                      </a:cubicBezTo>
                      <a:cubicBezTo>
                        <a:pt x="21" y="474"/>
                        <a:pt x="31" y="478"/>
                        <a:pt x="40" y="478"/>
                      </a:cubicBezTo>
                      <a:cubicBezTo>
                        <a:pt x="48" y="478"/>
                        <a:pt x="55" y="476"/>
                        <a:pt x="62" y="470"/>
                      </a:cubicBezTo>
                      <a:lnTo>
                        <a:pt x="531" y="61"/>
                      </a:lnTo>
                      <a:cubicBezTo>
                        <a:pt x="545" y="49"/>
                        <a:pt x="545" y="28"/>
                        <a:pt x="532" y="13"/>
                      </a:cubicBezTo>
                      <a:cubicBezTo>
                        <a:pt x="526" y="5"/>
                        <a:pt x="516" y="1"/>
                        <a:pt x="507"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5"/>
                <p:cNvSpPr/>
                <p:nvPr/>
              </p:nvSpPr>
              <p:spPr>
                <a:xfrm>
                  <a:off x="7231913" y="3355250"/>
                  <a:ext cx="13650" cy="11975"/>
                </a:xfrm>
                <a:custGeom>
                  <a:rect b="b" l="l" r="r" t="t"/>
                  <a:pathLst>
                    <a:path extrusionOk="0" h="479" w="546">
                      <a:moveTo>
                        <a:pt x="504" y="1"/>
                      </a:moveTo>
                      <a:cubicBezTo>
                        <a:pt x="497" y="1"/>
                        <a:pt x="490" y="3"/>
                        <a:pt x="484" y="8"/>
                      </a:cubicBezTo>
                      <a:lnTo>
                        <a:pt x="15" y="417"/>
                      </a:lnTo>
                      <a:cubicBezTo>
                        <a:pt x="2" y="429"/>
                        <a:pt x="0" y="451"/>
                        <a:pt x="14" y="465"/>
                      </a:cubicBezTo>
                      <a:cubicBezTo>
                        <a:pt x="21" y="474"/>
                        <a:pt x="31" y="478"/>
                        <a:pt x="41" y="478"/>
                      </a:cubicBezTo>
                      <a:cubicBezTo>
                        <a:pt x="48" y="478"/>
                        <a:pt x="56" y="476"/>
                        <a:pt x="62" y="471"/>
                      </a:cubicBezTo>
                      <a:lnTo>
                        <a:pt x="531" y="62"/>
                      </a:lnTo>
                      <a:cubicBezTo>
                        <a:pt x="544" y="50"/>
                        <a:pt x="545" y="28"/>
                        <a:pt x="532" y="14"/>
                      </a:cubicBezTo>
                      <a:cubicBezTo>
                        <a:pt x="524" y="5"/>
                        <a:pt x="514" y="1"/>
                        <a:pt x="504"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5"/>
                <p:cNvSpPr/>
                <p:nvPr/>
              </p:nvSpPr>
              <p:spPr>
                <a:xfrm>
                  <a:off x="7223838" y="3353725"/>
                  <a:ext cx="13625" cy="11950"/>
                </a:xfrm>
                <a:custGeom>
                  <a:rect b="b" l="l" r="r" t="t"/>
                  <a:pathLst>
                    <a:path extrusionOk="0" h="478" w="545">
                      <a:moveTo>
                        <a:pt x="505" y="0"/>
                      </a:moveTo>
                      <a:cubicBezTo>
                        <a:pt x="498" y="0"/>
                        <a:pt x="490" y="3"/>
                        <a:pt x="484" y="8"/>
                      </a:cubicBezTo>
                      <a:lnTo>
                        <a:pt x="15" y="417"/>
                      </a:lnTo>
                      <a:cubicBezTo>
                        <a:pt x="1" y="429"/>
                        <a:pt x="0" y="451"/>
                        <a:pt x="13" y="465"/>
                      </a:cubicBezTo>
                      <a:cubicBezTo>
                        <a:pt x="20" y="473"/>
                        <a:pt x="30" y="477"/>
                        <a:pt x="39" y="477"/>
                      </a:cubicBezTo>
                      <a:cubicBezTo>
                        <a:pt x="47" y="477"/>
                        <a:pt x="55" y="475"/>
                        <a:pt x="61" y="470"/>
                      </a:cubicBezTo>
                      <a:lnTo>
                        <a:pt x="530" y="60"/>
                      </a:lnTo>
                      <a:cubicBezTo>
                        <a:pt x="543" y="49"/>
                        <a:pt x="545" y="27"/>
                        <a:pt x="532" y="12"/>
                      </a:cubicBezTo>
                      <a:cubicBezTo>
                        <a:pt x="524" y="4"/>
                        <a:pt x="515" y="0"/>
                        <a:pt x="505"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5"/>
                <p:cNvSpPr/>
                <p:nvPr/>
              </p:nvSpPr>
              <p:spPr>
                <a:xfrm>
                  <a:off x="7231188" y="3341900"/>
                  <a:ext cx="11025" cy="9700"/>
                </a:xfrm>
                <a:custGeom>
                  <a:rect b="b" l="l" r="r" t="t"/>
                  <a:pathLst>
                    <a:path extrusionOk="0" h="388" w="441">
                      <a:moveTo>
                        <a:pt x="398" y="1"/>
                      </a:moveTo>
                      <a:cubicBezTo>
                        <a:pt x="392" y="1"/>
                        <a:pt x="387" y="3"/>
                        <a:pt x="383" y="6"/>
                      </a:cubicBezTo>
                      <a:lnTo>
                        <a:pt x="12" y="329"/>
                      </a:lnTo>
                      <a:cubicBezTo>
                        <a:pt x="0" y="339"/>
                        <a:pt x="2" y="358"/>
                        <a:pt x="15" y="373"/>
                      </a:cubicBezTo>
                      <a:cubicBezTo>
                        <a:pt x="23" y="382"/>
                        <a:pt x="34" y="387"/>
                        <a:pt x="43" y="387"/>
                      </a:cubicBezTo>
                      <a:cubicBezTo>
                        <a:pt x="48" y="387"/>
                        <a:pt x="53" y="386"/>
                        <a:pt x="57" y="382"/>
                      </a:cubicBezTo>
                      <a:lnTo>
                        <a:pt x="429" y="58"/>
                      </a:lnTo>
                      <a:cubicBezTo>
                        <a:pt x="440" y="50"/>
                        <a:pt x="439" y="31"/>
                        <a:pt x="426" y="15"/>
                      </a:cubicBezTo>
                      <a:cubicBezTo>
                        <a:pt x="417" y="6"/>
                        <a:pt x="407" y="1"/>
                        <a:pt x="398"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5"/>
                <p:cNvSpPr/>
                <p:nvPr/>
              </p:nvSpPr>
              <p:spPr>
                <a:xfrm>
                  <a:off x="7221163" y="3350025"/>
                  <a:ext cx="11950" cy="8450"/>
                </a:xfrm>
                <a:custGeom>
                  <a:rect b="b" l="l" r="r" t="t"/>
                  <a:pathLst>
                    <a:path extrusionOk="0" h="338" w="478">
                      <a:moveTo>
                        <a:pt x="437" y="1"/>
                      </a:moveTo>
                      <a:cubicBezTo>
                        <a:pt x="433" y="1"/>
                        <a:pt x="428" y="2"/>
                        <a:pt x="425" y="4"/>
                      </a:cubicBezTo>
                      <a:lnTo>
                        <a:pt x="14" y="275"/>
                      </a:lnTo>
                      <a:cubicBezTo>
                        <a:pt x="2" y="283"/>
                        <a:pt x="1" y="303"/>
                        <a:pt x="12" y="319"/>
                      </a:cubicBezTo>
                      <a:cubicBezTo>
                        <a:pt x="20" y="330"/>
                        <a:pt x="31" y="337"/>
                        <a:pt x="41" y="337"/>
                      </a:cubicBezTo>
                      <a:cubicBezTo>
                        <a:pt x="46" y="337"/>
                        <a:pt x="50" y="336"/>
                        <a:pt x="53" y="334"/>
                      </a:cubicBezTo>
                      <a:lnTo>
                        <a:pt x="464" y="63"/>
                      </a:lnTo>
                      <a:cubicBezTo>
                        <a:pt x="476" y="54"/>
                        <a:pt x="477" y="35"/>
                        <a:pt x="465" y="19"/>
                      </a:cubicBezTo>
                      <a:cubicBezTo>
                        <a:pt x="458" y="8"/>
                        <a:pt x="447" y="1"/>
                        <a:pt x="437"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5"/>
                <p:cNvSpPr/>
                <p:nvPr/>
              </p:nvSpPr>
              <p:spPr>
                <a:xfrm>
                  <a:off x="7210363" y="3356600"/>
                  <a:ext cx="12750" cy="6900"/>
                </a:xfrm>
                <a:custGeom>
                  <a:rect b="b" l="l" r="r" t="t"/>
                  <a:pathLst>
                    <a:path extrusionOk="0" h="276" w="510">
                      <a:moveTo>
                        <a:pt x="471" y="0"/>
                      </a:moveTo>
                      <a:cubicBezTo>
                        <a:pt x="468" y="0"/>
                        <a:pt x="466" y="1"/>
                        <a:pt x="463" y="2"/>
                      </a:cubicBezTo>
                      <a:lnTo>
                        <a:pt x="18" y="210"/>
                      </a:lnTo>
                      <a:cubicBezTo>
                        <a:pt x="4" y="216"/>
                        <a:pt x="0" y="235"/>
                        <a:pt x="9" y="253"/>
                      </a:cubicBezTo>
                      <a:cubicBezTo>
                        <a:pt x="14" y="266"/>
                        <a:pt x="26" y="275"/>
                        <a:pt x="37" y="275"/>
                      </a:cubicBezTo>
                      <a:cubicBezTo>
                        <a:pt x="41" y="275"/>
                        <a:pt x="44" y="275"/>
                        <a:pt x="47" y="273"/>
                      </a:cubicBezTo>
                      <a:lnTo>
                        <a:pt x="494" y="66"/>
                      </a:lnTo>
                      <a:cubicBezTo>
                        <a:pt x="507" y="60"/>
                        <a:pt x="510" y="41"/>
                        <a:pt x="503" y="24"/>
                      </a:cubicBezTo>
                      <a:cubicBezTo>
                        <a:pt x="496" y="10"/>
                        <a:pt x="483" y="0"/>
                        <a:pt x="471"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5"/>
                <p:cNvSpPr/>
                <p:nvPr/>
              </p:nvSpPr>
              <p:spPr>
                <a:xfrm>
                  <a:off x="7224763" y="3321325"/>
                  <a:ext cx="9250" cy="11350"/>
                </a:xfrm>
                <a:custGeom>
                  <a:rect b="b" l="l" r="r" t="t"/>
                  <a:pathLst>
                    <a:path extrusionOk="0" h="454" w="370">
                      <a:moveTo>
                        <a:pt x="323" y="0"/>
                      </a:moveTo>
                      <a:cubicBezTo>
                        <a:pt x="315" y="0"/>
                        <a:pt x="308" y="3"/>
                        <a:pt x="304" y="9"/>
                      </a:cubicBezTo>
                      <a:lnTo>
                        <a:pt x="10" y="404"/>
                      </a:lnTo>
                      <a:cubicBezTo>
                        <a:pt x="1" y="415"/>
                        <a:pt x="7" y="433"/>
                        <a:pt x="23" y="444"/>
                      </a:cubicBezTo>
                      <a:cubicBezTo>
                        <a:pt x="30" y="450"/>
                        <a:pt x="39" y="453"/>
                        <a:pt x="47" y="453"/>
                      </a:cubicBezTo>
                      <a:cubicBezTo>
                        <a:pt x="55" y="453"/>
                        <a:pt x="62" y="450"/>
                        <a:pt x="66" y="444"/>
                      </a:cubicBezTo>
                      <a:lnTo>
                        <a:pt x="361" y="50"/>
                      </a:lnTo>
                      <a:cubicBezTo>
                        <a:pt x="369" y="38"/>
                        <a:pt x="364" y="20"/>
                        <a:pt x="348" y="9"/>
                      </a:cubicBezTo>
                      <a:cubicBezTo>
                        <a:pt x="340" y="3"/>
                        <a:pt x="331" y="0"/>
                        <a:pt x="323"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5"/>
                <p:cNvSpPr/>
                <p:nvPr/>
              </p:nvSpPr>
              <p:spPr>
                <a:xfrm>
                  <a:off x="7232213" y="3321300"/>
                  <a:ext cx="9875" cy="11225"/>
                </a:xfrm>
                <a:custGeom>
                  <a:rect b="b" l="l" r="r" t="t"/>
                  <a:pathLst>
                    <a:path extrusionOk="0" h="449" w="395">
                      <a:moveTo>
                        <a:pt x="57" y="1"/>
                      </a:moveTo>
                      <a:cubicBezTo>
                        <a:pt x="47" y="1"/>
                        <a:pt x="35" y="5"/>
                        <a:pt x="25" y="14"/>
                      </a:cubicBezTo>
                      <a:cubicBezTo>
                        <a:pt x="7" y="29"/>
                        <a:pt x="0" y="49"/>
                        <a:pt x="9" y="61"/>
                      </a:cubicBezTo>
                      <a:lnTo>
                        <a:pt x="322" y="441"/>
                      </a:lnTo>
                      <a:cubicBezTo>
                        <a:pt x="326" y="446"/>
                        <a:pt x="332" y="448"/>
                        <a:pt x="339" y="448"/>
                      </a:cubicBezTo>
                      <a:cubicBezTo>
                        <a:pt x="348" y="448"/>
                        <a:pt x="360" y="444"/>
                        <a:pt x="370" y="435"/>
                      </a:cubicBezTo>
                      <a:cubicBezTo>
                        <a:pt x="388" y="421"/>
                        <a:pt x="395" y="399"/>
                        <a:pt x="386" y="389"/>
                      </a:cubicBezTo>
                      <a:lnTo>
                        <a:pt x="73" y="7"/>
                      </a:lnTo>
                      <a:cubicBezTo>
                        <a:pt x="69" y="3"/>
                        <a:pt x="64" y="1"/>
                        <a:pt x="57"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5"/>
                <p:cNvSpPr/>
                <p:nvPr/>
              </p:nvSpPr>
              <p:spPr>
                <a:xfrm>
                  <a:off x="7239738" y="3330800"/>
                  <a:ext cx="7300" cy="12700"/>
                </a:xfrm>
                <a:custGeom>
                  <a:rect b="b" l="l" r="r" t="t"/>
                  <a:pathLst>
                    <a:path extrusionOk="0" h="508" w="292">
                      <a:moveTo>
                        <a:pt x="57" y="1"/>
                      </a:moveTo>
                      <a:cubicBezTo>
                        <a:pt x="50" y="1"/>
                        <a:pt x="42" y="2"/>
                        <a:pt x="34" y="6"/>
                      </a:cubicBezTo>
                      <a:cubicBezTo>
                        <a:pt x="14" y="16"/>
                        <a:pt x="1" y="33"/>
                        <a:pt x="8" y="46"/>
                      </a:cubicBezTo>
                      <a:lnTo>
                        <a:pt x="210" y="495"/>
                      </a:lnTo>
                      <a:cubicBezTo>
                        <a:pt x="214" y="503"/>
                        <a:pt x="224" y="507"/>
                        <a:pt x="235" y="507"/>
                      </a:cubicBezTo>
                      <a:cubicBezTo>
                        <a:pt x="243" y="507"/>
                        <a:pt x="251" y="506"/>
                        <a:pt x="258" y="502"/>
                      </a:cubicBezTo>
                      <a:cubicBezTo>
                        <a:pt x="280" y="492"/>
                        <a:pt x="292" y="475"/>
                        <a:pt x="286" y="462"/>
                      </a:cubicBezTo>
                      <a:lnTo>
                        <a:pt x="82" y="13"/>
                      </a:lnTo>
                      <a:cubicBezTo>
                        <a:pt x="79" y="5"/>
                        <a:pt x="69" y="1"/>
                        <a:pt x="57"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5"/>
                <p:cNvSpPr/>
                <p:nvPr/>
              </p:nvSpPr>
              <p:spPr>
                <a:xfrm>
                  <a:off x="7246188" y="3322600"/>
                  <a:ext cx="7275" cy="12700"/>
                </a:xfrm>
                <a:custGeom>
                  <a:rect b="b" l="l" r="r" t="t"/>
                  <a:pathLst>
                    <a:path extrusionOk="0" h="508" w="291">
                      <a:moveTo>
                        <a:pt x="57" y="1"/>
                      </a:moveTo>
                      <a:cubicBezTo>
                        <a:pt x="49" y="1"/>
                        <a:pt x="41" y="3"/>
                        <a:pt x="33" y="6"/>
                      </a:cubicBezTo>
                      <a:cubicBezTo>
                        <a:pt x="12" y="16"/>
                        <a:pt x="0" y="34"/>
                        <a:pt x="6" y="47"/>
                      </a:cubicBezTo>
                      <a:lnTo>
                        <a:pt x="209" y="495"/>
                      </a:lnTo>
                      <a:cubicBezTo>
                        <a:pt x="212" y="503"/>
                        <a:pt x="222" y="508"/>
                        <a:pt x="234" y="508"/>
                      </a:cubicBezTo>
                      <a:cubicBezTo>
                        <a:pt x="241" y="508"/>
                        <a:pt x="250" y="506"/>
                        <a:pt x="258" y="503"/>
                      </a:cubicBezTo>
                      <a:cubicBezTo>
                        <a:pt x="279" y="492"/>
                        <a:pt x="290" y="475"/>
                        <a:pt x="285" y="462"/>
                      </a:cubicBezTo>
                      <a:lnTo>
                        <a:pt x="82" y="13"/>
                      </a:lnTo>
                      <a:cubicBezTo>
                        <a:pt x="78" y="5"/>
                        <a:pt x="69" y="1"/>
                        <a:pt x="57"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5"/>
                <p:cNvSpPr/>
                <p:nvPr/>
              </p:nvSpPr>
              <p:spPr>
                <a:xfrm>
                  <a:off x="7250763" y="3333000"/>
                  <a:ext cx="7275" cy="12700"/>
                </a:xfrm>
                <a:custGeom>
                  <a:rect b="b" l="l" r="r" t="t"/>
                  <a:pathLst>
                    <a:path extrusionOk="0" h="508" w="291">
                      <a:moveTo>
                        <a:pt x="59" y="0"/>
                      </a:moveTo>
                      <a:cubicBezTo>
                        <a:pt x="51" y="0"/>
                        <a:pt x="42" y="2"/>
                        <a:pt x="33" y="6"/>
                      </a:cubicBezTo>
                      <a:cubicBezTo>
                        <a:pt x="13" y="15"/>
                        <a:pt x="1" y="34"/>
                        <a:pt x="7" y="47"/>
                      </a:cubicBezTo>
                      <a:lnTo>
                        <a:pt x="209" y="496"/>
                      </a:lnTo>
                      <a:cubicBezTo>
                        <a:pt x="213" y="504"/>
                        <a:pt x="222" y="508"/>
                        <a:pt x="233" y="508"/>
                      </a:cubicBezTo>
                      <a:cubicBezTo>
                        <a:pt x="241" y="508"/>
                        <a:pt x="250" y="506"/>
                        <a:pt x="259" y="502"/>
                      </a:cubicBezTo>
                      <a:cubicBezTo>
                        <a:pt x="279" y="493"/>
                        <a:pt x="291" y="474"/>
                        <a:pt x="285" y="462"/>
                      </a:cubicBezTo>
                      <a:lnTo>
                        <a:pt x="83" y="12"/>
                      </a:lnTo>
                      <a:cubicBezTo>
                        <a:pt x="79" y="5"/>
                        <a:pt x="70" y="0"/>
                        <a:pt x="59"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5"/>
                <p:cNvSpPr/>
                <p:nvPr/>
              </p:nvSpPr>
              <p:spPr>
                <a:xfrm>
                  <a:off x="7245163" y="3342500"/>
                  <a:ext cx="7300" cy="12675"/>
                </a:xfrm>
                <a:custGeom>
                  <a:rect b="b" l="l" r="r" t="t"/>
                  <a:pathLst>
                    <a:path extrusionOk="0" h="507" w="292">
                      <a:moveTo>
                        <a:pt x="59" y="1"/>
                      </a:moveTo>
                      <a:cubicBezTo>
                        <a:pt x="52" y="1"/>
                        <a:pt x="43" y="3"/>
                        <a:pt x="34" y="7"/>
                      </a:cubicBezTo>
                      <a:cubicBezTo>
                        <a:pt x="14" y="15"/>
                        <a:pt x="1" y="34"/>
                        <a:pt x="8" y="46"/>
                      </a:cubicBezTo>
                      <a:lnTo>
                        <a:pt x="210" y="495"/>
                      </a:lnTo>
                      <a:cubicBezTo>
                        <a:pt x="214" y="503"/>
                        <a:pt x="224" y="507"/>
                        <a:pt x="235" y="507"/>
                      </a:cubicBezTo>
                      <a:cubicBezTo>
                        <a:pt x="243" y="507"/>
                        <a:pt x="251" y="505"/>
                        <a:pt x="259" y="502"/>
                      </a:cubicBezTo>
                      <a:cubicBezTo>
                        <a:pt x="280" y="492"/>
                        <a:pt x="292" y="474"/>
                        <a:pt x="286" y="461"/>
                      </a:cubicBezTo>
                      <a:lnTo>
                        <a:pt x="82" y="13"/>
                      </a:lnTo>
                      <a:cubicBezTo>
                        <a:pt x="79" y="5"/>
                        <a:pt x="70" y="1"/>
                        <a:pt x="59"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5"/>
                <p:cNvSpPr/>
                <p:nvPr/>
              </p:nvSpPr>
              <p:spPr>
                <a:xfrm>
                  <a:off x="7250163" y="3353050"/>
                  <a:ext cx="7275" cy="12700"/>
                </a:xfrm>
                <a:custGeom>
                  <a:rect b="b" l="l" r="r" t="t"/>
                  <a:pathLst>
                    <a:path extrusionOk="0" h="508" w="291">
                      <a:moveTo>
                        <a:pt x="57" y="1"/>
                      </a:moveTo>
                      <a:cubicBezTo>
                        <a:pt x="49" y="1"/>
                        <a:pt x="41" y="2"/>
                        <a:pt x="32" y="6"/>
                      </a:cubicBezTo>
                      <a:cubicBezTo>
                        <a:pt x="12" y="16"/>
                        <a:pt x="0" y="33"/>
                        <a:pt x="6" y="46"/>
                      </a:cubicBezTo>
                      <a:lnTo>
                        <a:pt x="209" y="495"/>
                      </a:lnTo>
                      <a:cubicBezTo>
                        <a:pt x="212" y="503"/>
                        <a:pt x="222" y="507"/>
                        <a:pt x="234" y="507"/>
                      </a:cubicBezTo>
                      <a:cubicBezTo>
                        <a:pt x="241" y="507"/>
                        <a:pt x="250" y="506"/>
                        <a:pt x="258" y="502"/>
                      </a:cubicBezTo>
                      <a:cubicBezTo>
                        <a:pt x="278" y="492"/>
                        <a:pt x="290" y="475"/>
                        <a:pt x="284" y="462"/>
                      </a:cubicBezTo>
                      <a:lnTo>
                        <a:pt x="82" y="13"/>
                      </a:lnTo>
                      <a:cubicBezTo>
                        <a:pt x="78" y="5"/>
                        <a:pt x="69" y="1"/>
                        <a:pt x="57"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5"/>
                <p:cNvSpPr/>
                <p:nvPr/>
              </p:nvSpPr>
              <p:spPr>
                <a:xfrm>
                  <a:off x="7237188" y="3344375"/>
                  <a:ext cx="8450" cy="12150"/>
                </a:xfrm>
                <a:custGeom>
                  <a:rect b="b" l="l" r="r" t="t"/>
                  <a:pathLst>
                    <a:path extrusionOk="0" h="486" w="338">
                      <a:moveTo>
                        <a:pt x="59" y="0"/>
                      </a:moveTo>
                      <a:cubicBezTo>
                        <a:pt x="50" y="0"/>
                        <a:pt x="40" y="3"/>
                        <a:pt x="31" y="9"/>
                      </a:cubicBezTo>
                      <a:cubicBezTo>
                        <a:pt x="11" y="21"/>
                        <a:pt x="1" y="39"/>
                        <a:pt x="8" y="53"/>
                      </a:cubicBezTo>
                      <a:lnTo>
                        <a:pt x="258" y="476"/>
                      </a:lnTo>
                      <a:cubicBezTo>
                        <a:pt x="262" y="483"/>
                        <a:pt x="270" y="486"/>
                        <a:pt x="280" y="486"/>
                      </a:cubicBezTo>
                      <a:cubicBezTo>
                        <a:pt x="288" y="486"/>
                        <a:pt x="298" y="483"/>
                        <a:pt x="307" y="478"/>
                      </a:cubicBezTo>
                      <a:cubicBezTo>
                        <a:pt x="327" y="466"/>
                        <a:pt x="337" y="446"/>
                        <a:pt x="330" y="434"/>
                      </a:cubicBezTo>
                      <a:lnTo>
                        <a:pt x="79" y="10"/>
                      </a:lnTo>
                      <a:cubicBezTo>
                        <a:pt x="76" y="4"/>
                        <a:pt x="68" y="0"/>
                        <a:pt x="59"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5"/>
                <p:cNvSpPr/>
                <p:nvPr/>
              </p:nvSpPr>
              <p:spPr>
                <a:xfrm>
                  <a:off x="7230413" y="3335200"/>
                  <a:ext cx="9725" cy="11325"/>
                </a:xfrm>
                <a:custGeom>
                  <a:rect b="b" l="l" r="r" t="t"/>
                  <a:pathLst>
                    <a:path extrusionOk="0" h="453" w="389">
                      <a:moveTo>
                        <a:pt x="58" y="0"/>
                      </a:moveTo>
                      <a:cubicBezTo>
                        <a:pt x="48" y="0"/>
                        <a:pt x="36" y="4"/>
                        <a:pt x="25" y="12"/>
                      </a:cubicBezTo>
                      <a:cubicBezTo>
                        <a:pt x="8" y="26"/>
                        <a:pt x="1" y="47"/>
                        <a:pt x="9" y="58"/>
                      </a:cubicBezTo>
                      <a:lnTo>
                        <a:pt x="314" y="446"/>
                      </a:lnTo>
                      <a:cubicBezTo>
                        <a:pt x="318" y="451"/>
                        <a:pt x="323" y="453"/>
                        <a:pt x="330" y="453"/>
                      </a:cubicBezTo>
                      <a:cubicBezTo>
                        <a:pt x="340" y="453"/>
                        <a:pt x="352" y="448"/>
                        <a:pt x="362" y="440"/>
                      </a:cubicBezTo>
                      <a:cubicBezTo>
                        <a:pt x="381" y="427"/>
                        <a:pt x="388" y="405"/>
                        <a:pt x="379" y="395"/>
                      </a:cubicBezTo>
                      <a:lnTo>
                        <a:pt x="75" y="7"/>
                      </a:lnTo>
                      <a:cubicBezTo>
                        <a:pt x="71" y="2"/>
                        <a:pt x="65" y="0"/>
                        <a:pt x="58"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5"/>
                <p:cNvSpPr/>
                <p:nvPr/>
              </p:nvSpPr>
              <p:spPr>
                <a:xfrm>
                  <a:off x="7217488" y="3320200"/>
                  <a:ext cx="15000" cy="16200"/>
                </a:xfrm>
                <a:custGeom>
                  <a:rect b="b" l="l" r="r" t="t"/>
                  <a:pathLst>
                    <a:path extrusionOk="0" h="648" w="600">
                      <a:moveTo>
                        <a:pt x="48" y="1"/>
                      </a:moveTo>
                      <a:cubicBezTo>
                        <a:pt x="38" y="1"/>
                        <a:pt x="28" y="5"/>
                        <a:pt x="20" y="12"/>
                      </a:cubicBezTo>
                      <a:cubicBezTo>
                        <a:pt x="2" y="28"/>
                        <a:pt x="1" y="52"/>
                        <a:pt x="15" y="70"/>
                      </a:cubicBezTo>
                      <a:lnTo>
                        <a:pt x="524" y="635"/>
                      </a:lnTo>
                      <a:cubicBezTo>
                        <a:pt x="531" y="643"/>
                        <a:pt x="542" y="648"/>
                        <a:pt x="553" y="648"/>
                      </a:cubicBezTo>
                      <a:cubicBezTo>
                        <a:pt x="563" y="648"/>
                        <a:pt x="573" y="644"/>
                        <a:pt x="580" y="636"/>
                      </a:cubicBezTo>
                      <a:cubicBezTo>
                        <a:pt x="598" y="622"/>
                        <a:pt x="599" y="596"/>
                        <a:pt x="585" y="580"/>
                      </a:cubicBezTo>
                      <a:lnTo>
                        <a:pt x="76" y="14"/>
                      </a:lnTo>
                      <a:cubicBezTo>
                        <a:pt x="69" y="5"/>
                        <a:pt x="58" y="1"/>
                        <a:pt x="48"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5"/>
                <p:cNvSpPr/>
                <p:nvPr/>
              </p:nvSpPr>
              <p:spPr>
                <a:xfrm>
                  <a:off x="7206313" y="3326700"/>
                  <a:ext cx="17750" cy="13175"/>
                </a:xfrm>
                <a:custGeom>
                  <a:rect b="b" l="l" r="r" t="t"/>
                  <a:pathLst>
                    <a:path extrusionOk="0" h="527" w="710">
                      <a:moveTo>
                        <a:pt x="47" y="0"/>
                      </a:moveTo>
                      <a:cubicBezTo>
                        <a:pt x="34" y="0"/>
                        <a:pt x="22" y="7"/>
                        <a:pt x="13" y="18"/>
                      </a:cubicBezTo>
                      <a:cubicBezTo>
                        <a:pt x="0" y="37"/>
                        <a:pt x="3" y="62"/>
                        <a:pt x="22" y="75"/>
                      </a:cubicBezTo>
                      <a:lnTo>
                        <a:pt x="638" y="519"/>
                      </a:lnTo>
                      <a:cubicBezTo>
                        <a:pt x="646" y="524"/>
                        <a:pt x="654" y="527"/>
                        <a:pt x="662" y="527"/>
                      </a:cubicBezTo>
                      <a:cubicBezTo>
                        <a:pt x="675" y="527"/>
                        <a:pt x="687" y="521"/>
                        <a:pt x="695" y="509"/>
                      </a:cubicBezTo>
                      <a:cubicBezTo>
                        <a:pt x="710" y="492"/>
                        <a:pt x="705" y="465"/>
                        <a:pt x="688" y="452"/>
                      </a:cubicBezTo>
                      <a:lnTo>
                        <a:pt x="70" y="8"/>
                      </a:lnTo>
                      <a:cubicBezTo>
                        <a:pt x="64" y="3"/>
                        <a:pt x="55" y="0"/>
                        <a:pt x="47"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5"/>
                <p:cNvSpPr/>
                <p:nvPr/>
              </p:nvSpPr>
              <p:spPr>
                <a:xfrm>
                  <a:off x="7222263" y="3338250"/>
                  <a:ext cx="15250" cy="16025"/>
                </a:xfrm>
                <a:custGeom>
                  <a:rect b="b" l="l" r="r" t="t"/>
                  <a:pathLst>
                    <a:path extrusionOk="0" h="641" w="610">
                      <a:moveTo>
                        <a:pt x="48" y="0"/>
                      </a:moveTo>
                      <a:cubicBezTo>
                        <a:pt x="37" y="0"/>
                        <a:pt x="27" y="4"/>
                        <a:pt x="19" y="12"/>
                      </a:cubicBezTo>
                      <a:cubicBezTo>
                        <a:pt x="2" y="27"/>
                        <a:pt x="0" y="53"/>
                        <a:pt x="16" y="69"/>
                      </a:cubicBezTo>
                      <a:lnTo>
                        <a:pt x="532" y="628"/>
                      </a:lnTo>
                      <a:cubicBezTo>
                        <a:pt x="540" y="636"/>
                        <a:pt x="551" y="640"/>
                        <a:pt x="562" y="640"/>
                      </a:cubicBezTo>
                      <a:cubicBezTo>
                        <a:pt x="572" y="640"/>
                        <a:pt x="583" y="637"/>
                        <a:pt x="590" y="630"/>
                      </a:cubicBezTo>
                      <a:cubicBezTo>
                        <a:pt x="608" y="614"/>
                        <a:pt x="609" y="587"/>
                        <a:pt x="593" y="571"/>
                      </a:cubicBezTo>
                      <a:lnTo>
                        <a:pt x="76" y="14"/>
                      </a:lnTo>
                      <a:cubicBezTo>
                        <a:pt x="69" y="5"/>
                        <a:pt x="58" y="0"/>
                        <a:pt x="48"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5"/>
                <p:cNvSpPr/>
                <p:nvPr/>
              </p:nvSpPr>
              <p:spPr>
                <a:xfrm>
                  <a:off x="7202563" y="3329325"/>
                  <a:ext cx="14950" cy="15800"/>
                </a:xfrm>
                <a:custGeom>
                  <a:rect b="b" l="l" r="r" t="t"/>
                  <a:pathLst>
                    <a:path extrusionOk="0" h="632" w="598">
                      <a:moveTo>
                        <a:pt x="33" y="1"/>
                      </a:moveTo>
                      <a:cubicBezTo>
                        <a:pt x="26" y="1"/>
                        <a:pt x="19" y="3"/>
                        <a:pt x="13" y="8"/>
                      </a:cubicBezTo>
                      <a:cubicBezTo>
                        <a:pt x="0" y="19"/>
                        <a:pt x="3" y="41"/>
                        <a:pt x="18" y="59"/>
                      </a:cubicBezTo>
                      <a:lnTo>
                        <a:pt x="535" y="617"/>
                      </a:lnTo>
                      <a:cubicBezTo>
                        <a:pt x="544" y="626"/>
                        <a:pt x="555" y="631"/>
                        <a:pt x="565" y="631"/>
                      </a:cubicBezTo>
                      <a:cubicBezTo>
                        <a:pt x="572" y="631"/>
                        <a:pt x="579" y="629"/>
                        <a:pt x="584" y="624"/>
                      </a:cubicBezTo>
                      <a:cubicBezTo>
                        <a:pt x="598" y="612"/>
                        <a:pt x="595" y="590"/>
                        <a:pt x="580" y="573"/>
                      </a:cubicBezTo>
                      <a:lnTo>
                        <a:pt x="63" y="15"/>
                      </a:lnTo>
                      <a:cubicBezTo>
                        <a:pt x="54" y="6"/>
                        <a:pt x="43" y="1"/>
                        <a:pt x="33"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5"/>
                <p:cNvSpPr/>
                <p:nvPr/>
              </p:nvSpPr>
              <p:spPr>
                <a:xfrm>
                  <a:off x="7192038" y="3299375"/>
                  <a:ext cx="15925" cy="27800"/>
                </a:xfrm>
                <a:custGeom>
                  <a:rect b="b" l="l" r="r" t="t"/>
                  <a:pathLst>
                    <a:path extrusionOk="0" h="1112" w="637">
                      <a:moveTo>
                        <a:pt x="24" y="0"/>
                      </a:moveTo>
                      <a:cubicBezTo>
                        <a:pt x="21" y="0"/>
                        <a:pt x="18" y="1"/>
                        <a:pt x="15" y="3"/>
                      </a:cubicBezTo>
                      <a:cubicBezTo>
                        <a:pt x="0" y="11"/>
                        <a:pt x="0" y="42"/>
                        <a:pt x="16" y="71"/>
                      </a:cubicBezTo>
                      <a:lnTo>
                        <a:pt x="566" y="1072"/>
                      </a:lnTo>
                      <a:cubicBezTo>
                        <a:pt x="579" y="1096"/>
                        <a:pt x="599" y="1111"/>
                        <a:pt x="613" y="1111"/>
                      </a:cubicBezTo>
                      <a:cubicBezTo>
                        <a:pt x="616" y="1111"/>
                        <a:pt x="619" y="1111"/>
                        <a:pt x="621" y="1110"/>
                      </a:cubicBezTo>
                      <a:cubicBezTo>
                        <a:pt x="637" y="1101"/>
                        <a:pt x="635" y="1070"/>
                        <a:pt x="619" y="1041"/>
                      </a:cubicBezTo>
                      <a:lnTo>
                        <a:pt x="72" y="40"/>
                      </a:lnTo>
                      <a:cubicBezTo>
                        <a:pt x="58" y="16"/>
                        <a:pt x="39" y="0"/>
                        <a:pt x="24"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5"/>
                <p:cNvSpPr/>
                <p:nvPr/>
              </p:nvSpPr>
              <p:spPr>
                <a:xfrm>
                  <a:off x="7190863" y="3301100"/>
                  <a:ext cx="12950" cy="29475"/>
                </a:xfrm>
                <a:custGeom>
                  <a:rect b="b" l="l" r="r" t="t"/>
                  <a:pathLst>
                    <a:path extrusionOk="0" h="1179" w="518">
                      <a:moveTo>
                        <a:pt x="26" y="1"/>
                      </a:moveTo>
                      <a:cubicBezTo>
                        <a:pt x="23" y="1"/>
                        <a:pt x="21" y="1"/>
                        <a:pt x="18" y="2"/>
                      </a:cubicBezTo>
                      <a:cubicBezTo>
                        <a:pt x="2" y="8"/>
                        <a:pt x="1" y="38"/>
                        <a:pt x="12" y="69"/>
                      </a:cubicBezTo>
                      <a:lnTo>
                        <a:pt x="448" y="1132"/>
                      </a:lnTo>
                      <a:cubicBezTo>
                        <a:pt x="459" y="1161"/>
                        <a:pt x="478" y="1179"/>
                        <a:pt x="494" y="1179"/>
                      </a:cubicBezTo>
                      <a:cubicBezTo>
                        <a:pt x="496" y="1179"/>
                        <a:pt x="498" y="1178"/>
                        <a:pt x="500" y="1178"/>
                      </a:cubicBezTo>
                      <a:cubicBezTo>
                        <a:pt x="515" y="1170"/>
                        <a:pt x="518" y="1140"/>
                        <a:pt x="506" y="1109"/>
                      </a:cubicBezTo>
                      <a:lnTo>
                        <a:pt x="71" y="46"/>
                      </a:lnTo>
                      <a:cubicBezTo>
                        <a:pt x="59" y="19"/>
                        <a:pt x="42" y="1"/>
                        <a:pt x="26"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5"/>
                <p:cNvSpPr/>
                <p:nvPr/>
              </p:nvSpPr>
              <p:spPr>
                <a:xfrm>
                  <a:off x="7215663" y="3343850"/>
                  <a:ext cx="14925" cy="15825"/>
                </a:xfrm>
                <a:custGeom>
                  <a:rect b="b" l="l" r="r" t="t"/>
                  <a:pathLst>
                    <a:path extrusionOk="0" h="633" w="597">
                      <a:moveTo>
                        <a:pt x="32" y="1"/>
                      </a:moveTo>
                      <a:cubicBezTo>
                        <a:pt x="25" y="1"/>
                        <a:pt x="18" y="3"/>
                        <a:pt x="12" y="8"/>
                      </a:cubicBezTo>
                      <a:cubicBezTo>
                        <a:pt x="1" y="20"/>
                        <a:pt x="2" y="43"/>
                        <a:pt x="17" y="59"/>
                      </a:cubicBezTo>
                      <a:lnTo>
                        <a:pt x="534" y="617"/>
                      </a:lnTo>
                      <a:cubicBezTo>
                        <a:pt x="543" y="627"/>
                        <a:pt x="555" y="632"/>
                        <a:pt x="566" y="632"/>
                      </a:cubicBezTo>
                      <a:cubicBezTo>
                        <a:pt x="573" y="632"/>
                        <a:pt x="579" y="630"/>
                        <a:pt x="583" y="626"/>
                      </a:cubicBezTo>
                      <a:cubicBezTo>
                        <a:pt x="597" y="614"/>
                        <a:pt x="595" y="591"/>
                        <a:pt x="579" y="575"/>
                      </a:cubicBezTo>
                      <a:lnTo>
                        <a:pt x="63" y="15"/>
                      </a:lnTo>
                      <a:cubicBezTo>
                        <a:pt x="54" y="6"/>
                        <a:pt x="42" y="1"/>
                        <a:pt x="32"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5"/>
                <p:cNvSpPr/>
                <p:nvPr/>
              </p:nvSpPr>
              <p:spPr>
                <a:xfrm>
                  <a:off x="7207413" y="3345975"/>
                  <a:ext cx="18375" cy="19450"/>
                </a:xfrm>
                <a:custGeom>
                  <a:rect b="b" l="l" r="r" t="t"/>
                  <a:pathLst>
                    <a:path extrusionOk="0" h="778" w="735">
                      <a:moveTo>
                        <a:pt x="28" y="0"/>
                      </a:moveTo>
                      <a:cubicBezTo>
                        <a:pt x="22" y="0"/>
                        <a:pt x="17" y="2"/>
                        <a:pt x="13" y="6"/>
                      </a:cubicBezTo>
                      <a:cubicBezTo>
                        <a:pt x="0" y="18"/>
                        <a:pt x="4" y="44"/>
                        <a:pt x="23" y="64"/>
                      </a:cubicBezTo>
                      <a:lnTo>
                        <a:pt x="664" y="756"/>
                      </a:lnTo>
                      <a:cubicBezTo>
                        <a:pt x="677" y="770"/>
                        <a:pt x="693" y="778"/>
                        <a:pt x="705" y="778"/>
                      </a:cubicBezTo>
                      <a:cubicBezTo>
                        <a:pt x="711" y="778"/>
                        <a:pt x="717" y="776"/>
                        <a:pt x="721" y="772"/>
                      </a:cubicBezTo>
                      <a:cubicBezTo>
                        <a:pt x="734" y="761"/>
                        <a:pt x="728" y="734"/>
                        <a:pt x="711" y="714"/>
                      </a:cubicBezTo>
                      <a:lnTo>
                        <a:pt x="70" y="22"/>
                      </a:lnTo>
                      <a:cubicBezTo>
                        <a:pt x="57" y="8"/>
                        <a:pt x="41" y="0"/>
                        <a:pt x="28"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5"/>
                <p:cNvSpPr/>
                <p:nvPr/>
              </p:nvSpPr>
              <p:spPr>
                <a:xfrm>
                  <a:off x="7232938" y="3350200"/>
                  <a:ext cx="14900" cy="15825"/>
                </a:xfrm>
                <a:custGeom>
                  <a:rect b="b" l="l" r="r" t="t"/>
                  <a:pathLst>
                    <a:path extrusionOk="0" h="633" w="596">
                      <a:moveTo>
                        <a:pt x="31" y="1"/>
                      </a:moveTo>
                      <a:cubicBezTo>
                        <a:pt x="24" y="1"/>
                        <a:pt x="18" y="3"/>
                        <a:pt x="13" y="7"/>
                      </a:cubicBezTo>
                      <a:cubicBezTo>
                        <a:pt x="0" y="19"/>
                        <a:pt x="2" y="42"/>
                        <a:pt x="18" y="58"/>
                      </a:cubicBezTo>
                      <a:lnTo>
                        <a:pt x="533" y="616"/>
                      </a:lnTo>
                      <a:cubicBezTo>
                        <a:pt x="543" y="627"/>
                        <a:pt x="555" y="632"/>
                        <a:pt x="565" y="632"/>
                      </a:cubicBezTo>
                      <a:cubicBezTo>
                        <a:pt x="572" y="632"/>
                        <a:pt x="579" y="630"/>
                        <a:pt x="584" y="625"/>
                      </a:cubicBezTo>
                      <a:cubicBezTo>
                        <a:pt x="596" y="613"/>
                        <a:pt x="595" y="590"/>
                        <a:pt x="580" y="574"/>
                      </a:cubicBezTo>
                      <a:lnTo>
                        <a:pt x="63" y="16"/>
                      </a:lnTo>
                      <a:cubicBezTo>
                        <a:pt x="54" y="6"/>
                        <a:pt x="42" y="1"/>
                        <a:pt x="31"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5"/>
                <p:cNvSpPr/>
                <p:nvPr/>
              </p:nvSpPr>
              <p:spPr>
                <a:xfrm>
                  <a:off x="7238988" y="3340850"/>
                  <a:ext cx="14700" cy="16000"/>
                </a:xfrm>
                <a:custGeom>
                  <a:rect b="b" l="l" r="r" t="t"/>
                  <a:pathLst>
                    <a:path extrusionOk="0" h="640" w="588">
                      <a:moveTo>
                        <a:pt x="555" y="0"/>
                      </a:moveTo>
                      <a:cubicBezTo>
                        <a:pt x="545" y="0"/>
                        <a:pt x="533" y="5"/>
                        <a:pt x="524" y="16"/>
                      </a:cubicBezTo>
                      <a:lnTo>
                        <a:pt x="16" y="583"/>
                      </a:lnTo>
                      <a:cubicBezTo>
                        <a:pt x="1" y="599"/>
                        <a:pt x="0" y="622"/>
                        <a:pt x="13" y="632"/>
                      </a:cubicBezTo>
                      <a:cubicBezTo>
                        <a:pt x="18" y="637"/>
                        <a:pt x="25" y="639"/>
                        <a:pt x="32" y="639"/>
                      </a:cubicBezTo>
                      <a:cubicBezTo>
                        <a:pt x="43" y="639"/>
                        <a:pt x="54" y="634"/>
                        <a:pt x="63" y="623"/>
                      </a:cubicBezTo>
                      <a:lnTo>
                        <a:pt x="571" y="57"/>
                      </a:lnTo>
                      <a:cubicBezTo>
                        <a:pt x="586" y="41"/>
                        <a:pt x="587" y="19"/>
                        <a:pt x="574" y="7"/>
                      </a:cubicBezTo>
                      <a:cubicBezTo>
                        <a:pt x="569" y="2"/>
                        <a:pt x="562" y="0"/>
                        <a:pt x="555"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5"/>
                <p:cNvSpPr/>
                <p:nvPr/>
              </p:nvSpPr>
              <p:spPr>
                <a:xfrm>
                  <a:off x="7251288" y="3327150"/>
                  <a:ext cx="14700" cy="16000"/>
                </a:xfrm>
                <a:custGeom>
                  <a:rect b="b" l="l" r="r" t="t"/>
                  <a:pathLst>
                    <a:path extrusionOk="0" h="640" w="588">
                      <a:moveTo>
                        <a:pt x="555" y="0"/>
                      </a:moveTo>
                      <a:cubicBezTo>
                        <a:pt x="545" y="0"/>
                        <a:pt x="534" y="6"/>
                        <a:pt x="525" y="16"/>
                      </a:cubicBezTo>
                      <a:lnTo>
                        <a:pt x="16" y="583"/>
                      </a:lnTo>
                      <a:cubicBezTo>
                        <a:pt x="2" y="599"/>
                        <a:pt x="0" y="622"/>
                        <a:pt x="14" y="634"/>
                      </a:cubicBezTo>
                      <a:cubicBezTo>
                        <a:pt x="18" y="638"/>
                        <a:pt x="25" y="640"/>
                        <a:pt x="31" y="640"/>
                      </a:cubicBezTo>
                      <a:cubicBezTo>
                        <a:pt x="42" y="640"/>
                        <a:pt x="54" y="634"/>
                        <a:pt x="63" y="624"/>
                      </a:cubicBezTo>
                      <a:lnTo>
                        <a:pt x="571" y="57"/>
                      </a:lnTo>
                      <a:cubicBezTo>
                        <a:pt x="586" y="41"/>
                        <a:pt x="587" y="19"/>
                        <a:pt x="574" y="7"/>
                      </a:cubicBezTo>
                      <a:cubicBezTo>
                        <a:pt x="569" y="3"/>
                        <a:pt x="562" y="0"/>
                        <a:pt x="555"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5"/>
                <p:cNvSpPr/>
                <p:nvPr/>
              </p:nvSpPr>
              <p:spPr>
                <a:xfrm>
                  <a:off x="7264763" y="3307350"/>
                  <a:ext cx="14700" cy="20925"/>
                </a:xfrm>
                <a:custGeom>
                  <a:rect b="b" l="l" r="r" t="t"/>
                  <a:pathLst>
                    <a:path extrusionOk="0" h="837" w="588">
                      <a:moveTo>
                        <a:pt x="560" y="1"/>
                      </a:moveTo>
                      <a:cubicBezTo>
                        <a:pt x="547" y="1"/>
                        <a:pt x="531" y="10"/>
                        <a:pt x="520" y="26"/>
                      </a:cubicBezTo>
                      <a:lnTo>
                        <a:pt x="15" y="776"/>
                      </a:lnTo>
                      <a:cubicBezTo>
                        <a:pt x="0" y="798"/>
                        <a:pt x="0" y="823"/>
                        <a:pt x="15" y="833"/>
                      </a:cubicBezTo>
                      <a:cubicBezTo>
                        <a:pt x="19" y="835"/>
                        <a:pt x="23" y="836"/>
                        <a:pt x="28" y="836"/>
                      </a:cubicBezTo>
                      <a:cubicBezTo>
                        <a:pt x="41" y="836"/>
                        <a:pt x="57" y="827"/>
                        <a:pt x="67" y="811"/>
                      </a:cubicBezTo>
                      <a:lnTo>
                        <a:pt x="571" y="61"/>
                      </a:lnTo>
                      <a:cubicBezTo>
                        <a:pt x="586" y="39"/>
                        <a:pt x="587" y="14"/>
                        <a:pt x="573" y="4"/>
                      </a:cubicBezTo>
                      <a:cubicBezTo>
                        <a:pt x="569" y="2"/>
                        <a:pt x="565" y="1"/>
                        <a:pt x="560"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5"/>
                <p:cNvSpPr/>
                <p:nvPr/>
              </p:nvSpPr>
              <p:spPr>
                <a:xfrm>
                  <a:off x="7277438" y="3298225"/>
                  <a:ext cx="1800" cy="9525"/>
                </a:xfrm>
                <a:custGeom>
                  <a:rect b="b" l="l" r="r" t="t"/>
                  <a:pathLst>
                    <a:path extrusionOk="0" h="381" w="72">
                      <a:moveTo>
                        <a:pt x="32" y="1"/>
                      </a:moveTo>
                      <a:cubicBezTo>
                        <a:pt x="15" y="1"/>
                        <a:pt x="0" y="9"/>
                        <a:pt x="2" y="19"/>
                      </a:cubicBezTo>
                      <a:lnTo>
                        <a:pt x="9" y="363"/>
                      </a:lnTo>
                      <a:cubicBezTo>
                        <a:pt x="9" y="373"/>
                        <a:pt x="22" y="381"/>
                        <a:pt x="37" y="381"/>
                      </a:cubicBezTo>
                      <a:cubicBezTo>
                        <a:pt x="39" y="381"/>
                        <a:pt x="40" y="381"/>
                        <a:pt x="41" y="381"/>
                      </a:cubicBezTo>
                      <a:cubicBezTo>
                        <a:pt x="59" y="381"/>
                        <a:pt x="72" y="372"/>
                        <a:pt x="72" y="362"/>
                      </a:cubicBezTo>
                      <a:lnTo>
                        <a:pt x="64" y="18"/>
                      </a:lnTo>
                      <a:cubicBezTo>
                        <a:pt x="63" y="8"/>
                        <a:pt x="50" y="1"/>
                        <a:pt x="32"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5"/>
                <p:cNvSpPr/>
                <p:nvPr/>
              </p:nvSpPr>
              <p:spPr>
                <a:xfrm>
                  <a:off x="7260613" y="3298750"/>
                  <a:ext cx="19325" cy="27775"/>
                </a:xfrm>
                <a:custGeom>
                  <a:rect b="b" l="l" r="r" t="t"/>
                  <a:pathLst>
                    <a:path extrusionOk="0" h="1111" w="773">
                      <a:moveTo>
                        <a:pt x="749" y="0"/>
                      </a:moveTo>
                      <a:cubicBezTo>
                        <a:pt x="733" y="0"/>
                        <a:pt x="712" y="15"/>
                        <a:pt x="697" y="39"/>
                      </a:cubicBezTo>
                      <a:lnTo>
                        <a:pt x="24" y="1039"/>
                      </a:lnTo>
                      <a:cubicBezTo>
                        <a:pt x="5" y="1068"/>
                        <a:pt x="0" y="1098"/>
                        <a:pt x="15" y="1108"/>
                      </a:cubicBezTo>
                      <a:cubicBezTo>
                        <a:pt x="18" y="1110"/>
                        <a:pt x="21" y="1111"/>
                        <a:pt x="25" y="1111"/>
                      </a:cubicBezTo>
                      <a:cubicBezTo>
                        <a:pt x="40" y="1111"/>
                        <a:pt x="61" y="1097"/>
                        <a:pt x="76" y="1073"/>
                      </a:cubicBezTo>
                      <a:lnTo>
                        <a:pt x="749" y="74"/>
                      </a:lnTo>
                      <a:cubicBezTo>
                        <a:pt x="768" y="45"/>
                        <a:pt x="772" y="13"/>
                        <a:pt x="758" y="3"/>
                      </a:cubicBezTo>
                      <a:cubicBezTo>
                        <a:pt x="755" y="1"/>
                        <a:pt x="752" y="0"/>
                        <a:pt x="749"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5"/>
                <p:cNvSpPr/>
                <p:nvPr/>
              </p:nvSpPr>
              <p:spPr>
                <a:xfrm>
                  <a:off x="7212088" y="3324225"/>
                  <a:ext cx="7800" cy="12275"/>
                </a:xfrm>
                <a:custGeom>
                  <a:rect b="b" l="l" r="r" t="t"/>
                  <a:pathLst>
                    <a:path extrusionOk="0" h="491" w="312">
                      <a:moveTo>
                        <a:pt x="265" y="0"/>
                      </a:moveTo>
                      <a:cubicBezTo>
                        <a:pt x="256" y="0"/>
                        <a:pt x="247" y="4"/>
                        <a:pt x="243" y="12"/>
                      </a:cubicBezTo>
                      <a:lnTo>
                        <a:pt x="8" y="445"/>
                      </a:lnTo>
                      <a:cubicBezTo>
                        <a:pt x="1" y="458"/>
                        <a:pt x="10" y="475"/>
                        <a:pt x="27" y="484"/>
                      </a:cubicBezTo>
                      <a:cubicBezTo>
                        <a:pt x="34" y="488"/>
                        <a:pt x="41" y="490"/>
                        <a:pt x="48" y="490"/>
                      </a:cubicBezTo>
                      <a:cubicBezTo>
                        <a:pt x="57" y="490"/>
                        <a:pt x="66" y="486"/>
                        <a:pt x="69" y="478"/>
                      </a:cubicBezTo>
                      <a:lnTo>
                        <a:pt x="305" y="46"/>
                      </a:lnTo>
                      <a:cubicBezTo>
                        <a:pt x="311" y="33"/>
                        <a:pt x="304" y="15"/>
                        <a:pt x="286" y="6"/>
                      </a:cubicBezTo>
                      <a:cubicBezTo>
                        <a:pt x="279" y="2"/>
                        <a:pt x="272" y="0"/>
                        <a:pt x="265"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5"/>
                <p:cNvSpPr/>
                <p:nvPr/>
              </p:nvSpPr>
              <p:spPr>
                <a:xfrm>
                  <a:off x="7207988" y="3333975"/>
                  <a:ext cx="6550" cy="12825"/>
                </a:xfrm>
                <a:custGeom>
                  <a:rect b="b" l="l" r="r" t="t"/>
                  <a:pathLst>
                    <a:path extrusionOk="0" h="513" w="262">
                      <a:moveTo>
                        <a:pt x="215" y="0"/>
                      </a:moveTo>
                      <a:cubicBezTo>
                        <a:pt x="204" y="0"/>
                        <a:pt x="194" y="5"/>
                        <a:pt x="191" y="14"/>
                      </a:cubicBezTo>
                      <a:lnTo>
                        <a:pt x="6" y="471"/>
                      </a:lnTo>
                      <a:cubicBezTo>
                        <a:pt x="0" y="485"/>
                        <a:pt x="11" y="501"/>
                        <a:pt x="30" y="508"/>
                      </a:cubicBezTo>
                      <a:cubicBezTo>
                        <a:pt x="35" y="511"/>
                        <a:pt x="41" y="512"/>
                        <a:pt x="47" y="512"/>
                      </a:cubicBezTo>
                      <a:cubicBezTo>
                        <a:pt x="58" y="512"/>
                        <a:pt x="68" y="507"/>
                        <a:pt x="72" y="498"/>
                      </a:cubicBezTo>
                      <a:lnTo>
                        <a:pt x="255" y="40"/>
                      </a:lnTo>
                      <a:cubicBezTo>
                        <a:pt x="261" y="27"/>
                        <a:pt x="251" y="11"/>
                        <a:pt x="233" y="4"/>
                      </a:cubicBezTo>
                      <a:cubicBezTo>
                        <a:pt x="227" y="2"/>
                        <a:pt x="221" y="0"/>
                        <a:pt x="215"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5"/>
                <p:cNvSpPr/>
                <p:nvPr/>
              </p:nvSpPr>
              <p:spPr>
                <a:xfrm>
                  <a:off x="7216613" y="3331275"/>
                  <a:ext cx="9775" cy="12175"/>
                </a:xfrm>
                <a:custGeom>
                  <a:rect b="b" l="l" r="r" t="t"/>
                  <a:pathLst>
                    <a:path extrusionOk="0" h="487" w="391">
                      <a:moveTo>
                        <a:pt x="347" y="0"/>
                      </a:moveTo>
                      <a:cubicBezTo>
                        <a:pt x="339" y="0"/>
                        <a:pt x="331" y="4"/>
                        <a:pt x="325" y="10"/>
                      </a:cubicBezTo>
                      <a:lnTo>
                        <a:pt x="9" y="435"/>
                      </a:lnTo>
                      <a:cubicBezTo>
                        <a:pt x="1" y="447"/>
                        <a:pt x="5" y="466"/>
                        <a:pt x="21" y="478"/>
                      </a:cubicBezTo>
                      <a:cubicBezTo>
                        <a:pt x="29" y="483"/>
                        <a:pt x="38" y="486"/>
                        <a:pt x="46" y="486"/>
                      </a:cubicBezTo>
                      <a:cubicBezTo>
                        <a:pt x="54" y="486"/>
                        <a:pt x="62" y="483"/>
                        <a:pt x="66" y="476"/>
                      </a:cubicBezTo>
                      <a:lnTo>
                        <a:pt x="382" y="52"/>
                      </a:lnTo>
                      <a:cubicBezTo>
                        <a:pt x="391" y="41"/>
                        <a:pt x="387" y="20"/>
                        <a:pt x="371" y="8"/>
                      </a:cubicBezTo>
                      <a:cubicBezTo>
                        <a:pt x="363" y="3"/>
                        <a:pt x="355" y="0"/>
                        <a:pt x="347"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5"/>
                <p:cNvSpPr/>
                <p:nvPr/>
              </p:nvSpPr>
              <p:spPr>
                <a:xfrm>
                  <a:off x="7209813" y="3342475"/>
                  <a:ext cx="8250" cy="12000"/>
                </a:xfrm>
                <a:custGeom>
                  <a:rect b="b" l="l" r="r" t="t"/>
                  <a:pathLst>
                    <a:path extrusionOk="0" h="480" w="330">
                      <a:moveTo>
                        <a:pt x="284" y="1"/>
                      </a:moveTo>
                      <a:cubicBezTo>
                        <a:pt x="275" y="1"/>
                        <a:pt x="267" y="4"/>
                        <a:pt x="262" y="11"/>
                      </a:cubicBezTo>
                      <a:lnTo>
                        <a:pt x="7" y="433"/>
                      </a:lnTo>
                      <a:cubicBezTo>
                        <a:pt x="0" y="445"/>
                        <a:pt x="7" y="462"/>
                        <a:pt x="25" y="472"/>
                      </a:cubicBezTo>
                      <a:cubicBezTo>
                        <a:pt x="32" y="477"/>
                        <a:pt x="40" y="479"/>
                        <a:pt x="48" y="479"/>
                      </a:cubicBezTo>
                      <a:cubicBezTo>
                        <a:pt x="57" y="479"/>
                        <a:pt x="65" y="476"/>
                        <a:pt x="69" y="469"/>
                      </a:cubicBezTo>
                      <a:lnTo>
                        <a:pt x="322" y="47"/>
                      </a:lnTo>
                      <a:cubicBezTo>
                        <a:pt x="329" y="35"/>
                        <a:pt x="322" y="16"/>
                        <a:pt x="306" y="6"/>
                      </a:cubicBezTo>
                      <a:cubicBezTo>
                        <a:pt x="299" y="2"/>
                        <a:pt x="291" y="1"/>
                        <a:pt x="284"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5"/>
                <p:cNvSpPr/>
                <p:nvPr/>
              </p:nvSpPr>
              <p:spPr>
                <a:xfrm>
                  <a:off x="7229388" y="3331175"/>
                  <a:ext cx="11000" cy="9675"/>
                </a:xfrm>
                <a:custGeom>
                  <a:rect b="b" l="l" r="r" t="t"/>
                  <a:pathLst>
                    <a:path extrusionOk="0" h="387" w="440">
                      <a:moveTo>
                        <a:pt x="398" y="0"/>
                      </a:moveTo>
                      <a:cubicBezTo>
                        <a:pt x="392" y="0"/>
                        <a:pt x="387" y="2"/>
                        <a:pt x="383" y="5"/>
                      </a:cubicBezTo>
                      <a:lnTo>
                        <a:pt x="11" y="329"/>
                      </a:lnTo>
                      <a:cubicBezTo>
                        <a:pt x="1" y="339"/>
                        <a:pt x="2" y="358"/>
                        <a:pt x="15" y="372"/>
                      </a:cubicBezTo>
                      <a:cubicBezTo>
                        <a:pt x="23" y="382"/>
                        <a:pt x="34" y="387"/>
                        <a:pt x="44" y="387"/>
                      </a:cubicBezTo>
                      <a:cubicBezTo>
                        <a:pt x="49" y="387"/>
                        <a:pt x="54" y="385"/>
                        <a:pt x="58" y="382"/>
                      </a:cubicBezTo>
                      <a:lnTo>
                        <a:pt x="429" y="58"/>
                      </a:lnTo>
                      <a:cubicBezTo>
                        <a:pt x="439" y="49"/>
                        <a:pt x="438" y="30"/>
                        <a:pt x="425" y="15"/>
                      </a:cubicBezTo>
                      <a:cubicBezTo>
                        <a:pt x="417" y="5"/>
                        <a:pt x="407" y="0"/>
                        <a:pt x="398"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5"/>
                <p:cNvSpPr/>
                <p:nvPr/>
              </p:nvSpPr>
              <p:spPr>
                <a:xfrm>
                  <a:off x="7220663" y="3339775"/>
                  <a:ext cx="10250" cy="10525"/>
                </a:xfrm>
                <a:custGeom>
                  <a:rect b="b" l="l" r="r" t="t"/>
                  <a:pathLst>
                    <a:path extrusionOk="0" h="421" w="410">
                      <a:moveTo>
                        <a:pt x="364" y="0"/>
                      </a:moveTo>
                      <a:cubicBezTo>
                        <a:pt x="358" y="0"/>
                        <a:pt x="353" y="2"/>
                        <a:pt x="348" y="6"/>
                      </a:cubicBezTo>
                      <a:lnTo>
                        <a:pt x="11" y="366"/>
                      </a:lnTo>
                      <a:cubicBezTo>
                        <a:pt x="0" y="376"/>
                        <a:pt x="5" y="395"/>
                        <a:pt x="19" y="408"/>
                      </a:cubicBezTo>
                      <a:cubicBezTo>
                        <a:pt x="27" y="416"/>
                        <a:pt x="37" y="420"/>
                        <a:pt x="46" y="420"/>
                      </a:cubicBezTo>
                      <a:cubicBezTo>
                        <a:pt x="52" y="420"/>
                        <a:pt x="58" y="418"/>
                        <a:pt x="61" y="414"/>
                      </a:cubicBezTo>
                      <a:lnTo>
                        <a:pt x="399" y="54"/>
                      </a:lnTo>
                      <a:cubicBezTo>
                        <a:pt x="410" y="44"/>
                        <a:pt x="405" y="25"/>
                        <a:pt x="392" y="12"/>
                      </a:cubicBezTo>
                      <a:cubicBezTo>
                        <a:pt x="384" y="4"/>
                        <a:pt x="373" y="0"/>
                        <a:pt x="364"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5"/>
                <p:cNvSpPr/>
                <p:nvPr/>
              </p:nvSpPr>
              <p:spPr>
                <a:xfrm>
                  <a:off x="7211888" y="3349025"/>
                  <a:ext cx="10225" cy="10525"/>
                </a:xfrm>
                <a:custGeom>
                  <a:rect b="b" l="l" r="r" t="t"/>
                  <a:pathLst>
                    <a:path extrusionOk="0" h="421" w="409">
                      <a:moveTo>
                        <a:pt x="363" y="0"/>
                      </a:moveTo>
                      <a:cubicBezTo>
                        <a:pt x="357" y="0"/>
                        <a:pt x="351" y="2"/>
                        <a:pt x="347" y="6"/>
                      </a:cubicBezTo>
                      <a:lnTo>
                        <a:pt x="10" y="366"/>
                      </a:lnTo>
                      <a:cubicBezTo>
                        <a:pt x="0" y="376"/>
                        <a:pt x="5" y="395"/>
                        <a:pt x="18" y="408"/>
                      </a:cubicBezTo>
                      <a:cubicBezTo>
                        <a:pt x="26" y="416"/>
                        <a:pt x="37" y="420"/>
                        <a:pt x="45" y="420"/>
                      </a:cubicBezTo>
                      <a:cubicBezTo>
                        <a:pt x="52" y="420"/>
                        <a:pt x="57" y="418"/>
                        <a:pt x="61" y="414"/>
                      </a:cubicBezTo>
                      <a:lnTo>
                        <a:pt x="399" y="54"/>
                      </a:lnTo>
                      <a:cubicBezTo>
                        <a:pt x="408" y="44"/>
                        <a:pt x="405" y="25"/>
                        <a:pt x="391" y="12"/>
                      </a:cubicBezTo>
                      <a:cubicBezTo>
                        <a:pt x="382" y="4"/>
                        <a:pt x="372" y="0"/>
                        <a:pt x="363"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5"/>
                <p:cNvSpPr/>
                <p:nvPr/>
              </p:nvSpPr>
              <p:spPr>
                <a:xfrm>
                  <a:off x="7206488" y="3346125"/>
                  <a:ext cx="16600" cy="19425"/>
                </a:xfrm>
                <a:custGeom>
                  <a:rect b="b" l="l" r="r" t="t"/>
                  <a:pathLst>
                    <a:path extrusionOk="0" h="777" w="664">
                      <a:moveTo>
                        <a:pt x="50" y="0"/>
                      </a:moveTo>
                      <a:lnTo>
                        <a:pt x="50" y="0"/>
                      </a:lnTo>
                      <a:cubicBezTo>
                        <a:pt x="50" y="0"/>
                        <a:pt x="1" y="240"/>
                        <a:pt x="108" y="350"/>
                      </a:cubicBezTo>
                      <a:cubicBezTo>
                        <a:pt x="218" y="459"/>
                        <a:pt x="417" y="776"/>
                        <a:pt x="487" y="776"/>
                      </a:cubicBezTo>
                      <a:cubicBezTo>
                        <a:pt x="557" y="776"/>
                        <a:pt x="630" y="712"/>
                        <a:pt x="649" y="693"/>
                      </a:cubicBezTo>
                      <a:cubicBezTo>
                        <a:pt x="664" y="679"/>
                        <a:pt x="652" y="628"/>
                        <a:pt x="625" y="628"/>
                      </a:cubicBezTo>
                      <a:cubicBezTo>
                        <a:pt x="618" y="628"/>
                        <a:pt x="610" y="632"/>
                        <a:pt x="601" y="641"/>
                      </a:cubicBezTo>
                      <a:cubicBezTo>
                        <a:pt x="576" y="665"/>
                        <a:pt x="547" y="684"/>
                        <a:pt x="513" y="684"/>
                      </a:cubicBezTo>
                      <a:cubicBezTo>
                        <a:pt x="487" y="684"/>
                        <a:pt x="458" y="673"/>
                        <a:pt x="427" y="642"/>
                      </a:cubicBezTo>
                      <a:cubicBezTo>
                        <a:pt x="359" y="574"/>
                        <a:pt x="107" y="268"/>
                        <a:pt x="107" y="188"/>
                      </a:cubicBezTo>
                      <a:cubicBezTo>
                        <a:pt x="107" y="108"/>
                        <a:pt x="126" y="26"/>
                        <a:pt x="50"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5"/>
                <p:cNvSpPr/>
                <p:nvPr/>
              </p:nvSpPr>
              <p:spPr>
                <a:xfrm>
                  <a:off x="7200838" y="3328250"/>
                  <a:ext cx="9025" cy="14175"/>
                </a:xfrm>
                <a:custGeom>
                  <a:rect b="b" l="l" r="r" t="t"/>
                  <a:pathLst>
                    <a:path extrusionOk="0" h="567" w="361">
                      <a:moveTo>
                        <a:pt x="45" y="1"/>
                      </a:moveTo>
                      <a:cubicBezTo>
                        <a:pt x="41" y="1"/>
                        <a:pt x="37" y="3"/>
                        <a:pt x="33" y="7"/>
                      </a:cubicBezTo>
                      <a:cubicBezTo>
                        <a:pt x="1" y="39"/>
                        <a:pt x="18" y="368"/>
                        <a:pt x="155" y="443"/>
                      </a:cubicBezTo>
                      <a:cubicBezTo>
                        <a:pt x="254" y="497"/>
                        <a:pt x="298" y="566"/>
                        <a:pt x="329" y="566"/>
                      </a:cubicBezTo>
                      <a:cubicBezTo>
                        <a:pt x="341" y="566"/>
                        <a:pt x="350" y="556"/>
                        <a:pt x="361" y="530"/>
                      </a:cubicBezTo>
                      <a:cubicBezTo>
                        <a:pt x="361" y="530"/>
                        <a:pt x="45" y="319"/>
                        <a:pt x="74" y="73"/>
                      </a:cubicBezTo>
                      <a:cubicBezTo>
                        <a:pt x="74" y="73"/>
                        <a:pt x="66" y="1"/>
                        <a:pt x="45"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5"/>
                <p:cNvSpPr/>
                <p:nvPr/>
              </p:nvSpPr>
              <p:spPr>
                <a:xfrm>
                  <a:off x="7253938" y="3344300"/>
                  <a:ext cx="6575" cy="15325"/>
                </a:xfrm>
                <a:custGeom>
                  <a:rect b="b" l="l" r="r" t="t"/>
                  <a:pathLst>
                    <a:path extrusionOk="0" h="613" w="263">
                      <a:moveTo>
                        <a:pt x="56" y="1"/>
                      </a:moveTo>
                      <a:cubicBezTo>
                        <a:pt x="36" y="1"/>
                        <a:pt x="35" y="29"/>
                        <a:pt x="85" y="124"/>
                      </a:cubicBezTo>
                      <a:cubicBezTo>
                        <a:pt x="205" y="348"/>
                        <a:pt x="85" y="446"/>
                        <a:pt x="43" y="528"/>
                      </a:cubicBezTo>
                      <a:cubicBezTo>
                        <a:pt x="1" y="611"/>
                        <a:pt x="43" y="612"/>
                        <a:pt x="43" y="612"/>
                      </a:cubicBezTo>
                      <a:cubicBezTo>
                        <a:pt x="43" y="612"/>
                        <a:pt x="81" y="597"/>
                        <a:pt x="171" y="468"/>
                      </a:cubicBezTo>
                      <a:cubicBezTo>
                        <a:pt x="263" y="340"/>
                        <a:pt x="155" y="64"/>
                        <a:pt x="155" y="64"/>
                      </a:cubicBezTo>
                      <a:cubicBezTo>
                        <a:pt x="145" y="54"/>
                        <a:pt x="83" y="1"/>
                        <a:pt x="56"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5"/>
                <p:cNvSpPr/>
                <p:nvPr/>
              </p:nvSpPr>
              <p:spPr>
                <a:xfrm>
                  <a:off x="7245863" y="3356700"/>
                  <a:ext cx="7775" cy="10125"/>
                </a:xfrm>
                <a:custGeom>
                  <a:rect b="b" l="l" r="r" t="t"/>
                  <a:pathLst>
                    <a:path extrusionOk="0" h="405" w="311">
                      <a:moveTo>
                        <a:pt x="283" y="0"/>
                      </a:moveTo>
                      <a:cubicBezTo>
                        <a:pt x="277" y="0"/>
                        <a:pt x="270" y="30"/>
                        <a:pt x="263" y="112"/>
                      </a:cubicBezTo>
                      <a:cubicBezTo>
                        <a:pt x="245" y="293"/>
                        <a:pt x="190" y="327"/>
                        <a:pt x="138" y="327"/>
                      </a:cubicBezTo>
                      <a:cubicBezTo>
                        <a:pt x="106" y="327"/>
                        <a:pt x="76" y="314"/>
                        <a:pt x="56" y="314"/>
                      </a:cubicBezTo>
                      <a:cubicBezTo>
                        <a:pt x="0" y="314"/>
                        <a:pt x="3" y="355"/>
                        <a:pt x="134" y="399"/>
                      </a:cubicBezTo>
                      <a:cubicBezTo>
                        <a:pt x="145" y="402"/>
                        <a:pt x="155" y="404"/>
                        <a:pt x="165" y="404"/>
                      </a:cubicBezTo>
                      <a:cubicBezTo>
                        <a:pt x="271" y="404"/>
                        <a:pt x="311" y="193"/>
                        <a:pt x="311" y="193"/>
                      </a:cubicBezTo>
                      <a:cubicBezTo>
                        <a:pt x="311" y="193"/>
                        <a:pt x="299" y="0"/>
                        <a:pt x="283"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5"/>
                <p:cNvSpPr/>
                <p:nvPr/>
              </p:nvSpPr>
              <p:spPr>
                <a:xfrm>
                  <a:off x="7237563" y="3362175"/>
                  <a:ext cx="6925" cy="5900"/>
                </a:xfrm>
                <a:custGeom>
                  <a:rect b="b" l="l" r="r" t="t"/>
                  <a:pathLst>
                    <a:path extrusionOk="0" h="236" w="277">
                      <a:moveTo>
                        <a:pt x="25" y="0"/>
                      </a:moveTo>
                      <a:cubicBezTo>
                        <a:pt x="4" y="0"/>
                        <a:pt x="0" y="50"/>
                        <a:pt x="0" y="50"/>
                      </a:cubicBezTo>
                      <a:cubicBezTo>
                        <a:pt x="0" y="50"/>
                        <a:pt x="48" y="167"/>
                        <a:pt x="162" y="226"/>
                      </a:cubicBezTo>
                      <a:cubicBezTo>
                        <a:pt x="174" y="233"/>
                        <a:pt x="185" y="235"/>
                        <a:pt x="195" y="235"/>
                      </a:cubicBezTo>
                      <a:cubicBezTo>
                        <a:pt x="277" y="235"/>
                        <a:pt x="277" y="33"/>
                        <a:pt x="277" y="33"/>
                      </a:cubicBezTo>
                      <a:cubicBezTo>
                        <a:pt x="269" y="24"/>
                        <a:pt x="260" y="20"/>
                        <a:pt x="252" y="20"/>
                      </a:cubicBezTo>
                      <a:cubicBezTo>
                        <a:pt x="215" y="20"/>
                        <a:pt x="181" y="92"/>
                        <a:pt x="181" y="148"/>
                      </a:cubicBezTo>
                      <a:cubicBezTo>
                        <a:pt x="181" y="159"/>
                        <a:pt x="178" y="164"/>
                        <a:pt x="173" y="164"/>
                      </a:cubicBezTo>
                      <a:cubicBezTo>
                        <a:pt x="150" y="164"/>
                        <a:pt x="77" y="43"/>
                        <a:pt x="44" y="11"/>
                      </a:cubicBezTo>
                      <a:cubicBezTo>
                        <a:pt x="36" y="3"/>
                        <a:pt x="30" y="0"/>
                        <a:pt x="25"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5"/>
                <p:cNvSpPr/>
                <p:nvPr/>
              </p:nvSpPr>
              <p:spPr>
                <a:xfrm>
                  <a:off x="7225638" y="3361950"/>
                  <a:ext cx="10925" cy="3300"/>
                </a:xfrm>
                <a:custGeom>
                  <a:rect b="b" l="l" r="r" t="t"/>
                  <a:pathLst>
                    <a:path extrusionOk="0" h="132" w="437">
                      <a:moveTo>
                        <a:pt x="436" y="1"/>
                      </a:moveTo>
                      <a:lnTo>
                        <a:pt x="436" y="1"/>
                      </a:lnTo>
                      <a:cubicBezTo>
                        <a:pt x="374" y="43"/>
                        <a:pt x="317" y="57"/>
                        <a:pt x="270" y="57"/>
                      </a:cubicBezTo>
                      <a:cubicBezTo>
                        <a:pt x="178" y="57"/>
                        <a:pt x="120" y="4"/>
                        <a:pt x="120" y="4"/>
                      </a:cubicBezTo>
                      <a:lnTo>
                        <a:pt x="120" y="4"/>
                      </a:lnTo>
                      <a:cubicBezTo>
                        <a:pt x="1" y="84"/>
                        <a:pt x="53" y="85"/>
                        <a:pt x="200" y="125"/>
                      </a:cubicBezTo>
                      <a:cubicBezTo>
                        <a:pt x="217" y="129"/>
                        <a:pt x="232" y="131"/>
                        <a:pt x="247" y="131"/>
                      </a:cubicBezTo>
                      <a:cubicBezTo>
                        <a:pt x="366" y="131"/>
                        <a:pt x="436" y="1"/>
                        <a:pt x="436"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5"/>
                <p:cNvSpPr/>
                <p:nvPr/>
              </p:nvSpPr>
              <p:spPr>
                <a:xfrm>
                  <a:off x="7206613" y="3354000"/>
                  <a:ext cx="5100" cy="8375"/>
                </a:xfrm>
                <a:custGeom>
                  <a:rect b="b" l="l" r="r" t="t"/>
                  <a:pathLst>
                    <a:path extrusionOk="0" h="335" w="204">
                      <a:moveTo>
                        <a:pt x="99" y="0"/>
                      </a:moveTo>
                      <a:cubicBezTo>
                        <a:pt x="95" y="0"/>
                        <a:pt x="91" y="1"/>
                        <a:pt x="86" y="4"/>
                      </a:cubicBezTo>
                      <a:cubicBezTo>
                        <a:pt x="50" y="22"/>
                        <a:pt x="0" y="135"/>
                        <a:pt x="77" y="212"/>
                      </a:cubicBezTo>
                      <a:cubicBezTo>
                        <a:pt x="146" y="282"/>
                        <a:pt x="163" y="335"/>
                        <a:pt x="178" y="335"/>
                      </a:cubicBezTo>
                      <a:cubicBezTo>
                        <a:pt x="181" y="335"/>
                        <a:pt x="183" y="334"/>
                        <a:pt x="185" y="332"/>
                      </a:cubicBezTo>
                      <a:cubicBezTo>
                        <a:pt x="204" y="314"/>
                        <a:pt x="197" y="300"/>
                        <a:pt x="197" y="300"/>
                      </a:cubicBezTo>
                      <a:cubicBezTo>
                        <a:pt x="197" y="300"/>
                        <a:pt x="16" y="134"/>
                        <a:pt x="124" y="42"/>
                      </a:cubicBezTo>
                      <a:cubicBezTo>
                        <a:pt x="124" y="42"/>
                        <a:pt x="122" y="0"/>
                        <a:pt x="99"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5"/>
                <p:cNvSpPr/>
                <p:nvPr/>
              </p:nvSpPr>
              <p:spPr>
                <a:xfrm>
                  <a:off x="7202513" y="3337750"/>
                  <a:ext cx="5675" cy="10250"/>
                </a:xfrm>
                <a:custGeom>
                  <a:rect b="b" l="l" r="r" t="t"/>
                  <a:pathLst>
                    <a:path extrusionOk="0" h="410" w="227">
                      <a:moveTo>
                        <a:pt x="47" y="1"/>
                      </a:moveTo>
                      <a:cubicBezTo>
                        <a:pt x="41" y="1"/>
                        <a:pt x="35" y="3"/>
                        <a:pt x="30" y="9"/>
                      </a:cubicBezTo>
                      <a:cubicBezTo>
                        <a:pt x="1" y="36"/>
                        <a:pt x="98" y="328"/>
                        <a:pt x="163" y="392"/>
                      </a:cubicBezTo>
                      <a:cubicBezTo>
                        <a:pt x="175" y="404"/>
                        <a:pt x="185" y="409"/>
                        <a:pt x="193" y="409"/>
                      </a:cubicBezTo>
                      <a:cubicBezTo>
                        <a:pt x="226" y="409"/>
                        <a:pt x="225" y="321"/>
                        <a:pt x="225" y="320"/>
                      </a:cubicBezTo>
                      <a:lnTo>
                        <a:pt x="225" y="320"/>
                      </a:lnTo>
                      <a:cubicBezTo>
                        <a:pt x="215" y="327"/>
                        <a:pt x="206" y="329"/>
                        <a:pt x="197" y="329"/>
                      </a:cubicBezTo>
                      <a:cubicBezTo>
                        <a:pt x="109" y="329"/>
                        <a:pt x="96" y="41"/>
                        <a:pt x="96" y="41"/>
                      </a:cubicBezTo>
                      <a:cubicBezTo>
                        <a:pt x="96" y="41"/>
                        <a:pt x="71" y="1"/>
                        <a:pt x="47"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5"/>
                <p:cNvSpPr/>
                <p:nvPr/>
              </p:nvSpPr>
              <p:spPr>
                <a:xfrm>
                  <a:off x="7193938" y="3314800"/>
                  <a:ext cx="7800" cy="18000"/>
                </a:xfrm>
                <a:custGeom>
                  <a:rect b="b" l="l" r="r" t="t"/>
                  <a:pathLst>
                    <a:path extrusionOk="0" h="720" w="312">
                      <a:moveTo>
                        <a:pt x="106" y="0"/>
                      </a:moveTo>
                      <a:cubicBezTo>
                        <a:pt x="102" y="0"/>
                        <a:pt x="97" y="5"/>
                        <a:pt x="92" y="16"/>
                      </a:cubicBezTo>
                      <a:cubicBezTo>
                        <a:pt x="61" y="80"/>
                        <a:pt x="15" y="338"/>
                        <a:pt x="111" y="472"/>
                      </a:cubicBezTo>
                      <a:cubicBezTo>
                        <a:pt x="196" y="593"/>
                        <a:pt x="290" y="719"/>
                        <a:pt x="309" y="719"/>
                      </a:cubicBezTo>
                      <a:cubicBezTo>
                        <a:pt x="311" y="719"/>
                        <a:pt x="312" y="717"/>
                        <a:pt x="312" y="714"/>
                      </a:cubicBezTo>
                      <a:cubicBezTo>
                        <a:pt x="312" y="681"/>
                        <a:pt x="296" y="650"/>
                        <a:pt x="296" y="650"/>
                      </a:cubicBezTo>
                      <a:cubicBezTo>
                        <a:pt x="296" y="650"/>
                        <a:pt x="0" y="309"/>
                        <a:pt x="127" y="99"/>
                      </a:cubicBezTo>
                      <a:cubicBezTo>
                        <a:pt x="127" y="99"/>
                        <a:pt x="124" y="0"/>
                        <a:pt x="106"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5"/>
                <p:cNvSpPr/>
                <p:nvPr/>
              </p:nvSpPr>
              <p:spPr>
                <a:xfrm>
                  <a:off x="7203588" y="3327875"/>
                  <a:ext cx="4525" cy="5625"/>
                </a:xfrm>
                <a:custGeom>
                  <a:rect b="b" l="l" r="r" t="t"/>
                  <a:pathLst>
                    <a:path extrusionOk="0" h="225" w="181">
                      <a:moveTo>
                        <a:pt x="140" y="0"/>
                      </a:moveTo>
                      <a:lnTo>
                        <a:pt x="140" y="0"/>
                      </a:lnTo>
                      <a:cubicBezTo>
                        <a:pt x="0" y="187"/>
                        <a:pt x="162" y="225"/>
                        <a:pt x="162" y="225"/>
                      </a:cubicBezTo>
                      <a:cubicBezTo>
                        <a:pt x="89" y="114"/>
                        <a:pt x="181" y="41"/>
                        <a:pt x="181" y="41"/>
                      </a:cubicBezTo>
                      <a:lnTo>
                        <a:pt x="140" y="0"/>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5"/>
                <p:cNvSpPr/>
                <p:nvPr/>
              </p:nvSpPr>
              <p:spPr>
                <a:xfrm>
                  <a:off x="7243963" y="3356075"/>
                  <a:ext cx="3350" cy="4450"/>
                </a:xfrm>
                <a:custGeom>
                  <a:rect b="b" l="l" r="r" t="t"/>
                  <a:pathLst>
                    <a:path extrusionOk="0" h="178" w="134">
                      <a:moveTo>
                        <a:pt x="55" y="0"/>
                      </a:moveTo>
                      <a:cubicBezTo>
                        <a:pt x="26" y="0"/>
                        <a:pt x="1" y="71"/>
                        <a:pt x="1" y="71"/>
                      </a:cubicBezTo>
                      <a:cubicBezTo>
                        <a:pt x="1" y="153"/>
                        <a:pt x="22" y="178"/>
                        <a:pt x="48" y="178"/>
                      </a:cubicBezTo>
                      <a:cubicBezTo>
                        <a:pt x="86" y="178"/>
                        <a:pt x="133" y="122"/>
                        <a:pt x="133" y="122"/>
                      </a:cubicBezTo>
                      <a:lnTo>
                        <a:pt x="133" y="122"/>
                      </a:lnTo>
                      <a:cubicBezTo>
                        <a:pt x="121" y="128"/>
                        <a:pt x="110" y="130"/>
                        <a:pt x="102" y="130"/>
                      </a:cubicBezTo>
                      <a:cubicBezTo>
                        <a:pt x="42" y="130"/>
                        <a:pt x="72" y="8"/>
                        <a:pt x="72" y="8"/>
                      </a:cubicBezTo>
                      <a:cubicBezTo>
                        <a:pt x="66" y="3"/>
                        <a:pt x="61" y="0"/>
                        <a:pt x="55"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5"/>
                <p:cNvSpPr/>
                <p:nvPr/>
              </p:nvSpPr>
              <p:spPr>
                <a:xfrm>
                  <a:off x="7256663" y="3331875"/>
                  <a:ext cx="5650" cy="14825"/>
                </a:xfrm>
                <a:custGeom>
                  <a:rect b="b" l="l" r="r" t="t"/>
                  <a:pathLst>
                    <a:path extrusionOk="0" h="593" w="226">
                      <a:moveTo>
                        <a:pt x="205" y="0"/>
                      </a:moveTo>
                      <a:cubicBezTo>
                        <a:pt x="205" y="0"/>
                        <a:pt x="192" y="35"/>
                        <a:pt x="192" y="53"/>
                      </a:cubicBezTo>
                      <a:cubicBezTo>
                        <a:pt x="192" y="53"/>
                        <a:pt x="197" y="509"/>
                        <a:pt x="63" y="509"/>
                      </a:cubicBezTo>
                      <a:cubicBezTo>
                        <a:pt x="58" y="509"/>
                        <a:pt x="54" y="508"/>
                        <a:pt x="49" y="507"/>
                      </a:cubicBezTo>
                      <a:cubicBezTo>
                        <a:pt x="49" y="507"/>
                        <a:pt x="1" y="576"/>
                        <a:pt x="46" y="590"/>
                      </a:cubicBezTo>
                      <a:cubicBezTo>
                        <a:pt x="50" y="592"/>
                        <a:pt x="54" y="592"/>
                        <a:pt x="59" y="592"/>
                      </a:cubicBezTo>
                      <a:cubicBezTo>
                        <a:pt x="111" y="592"/>
                        <a:pt x="225" y="516"/>
                        <a:pt x="225" y="309"/>
                      </a:cubicBezTo>
                      <a:cubicBezTo>
                        <a:pt x="225" y="84"/>
                        <a:pt x="205" y="0"/>
                        <a:pt x="205"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5"/>
                <p:cNvSpPr/>
                <p:nvPr/>
              </p:nvSpPr>
              <p:spPr>
                <a:xfrm>
                  <a:off x="7261738" y="3319850"/>
                  <a:ext cx="5850" cy="9825"/>
                </a:xfrm>
                <a:custGeom>
                  <a:rect b="b" l="l" r="r" t="t"/>
                  <a:pathLst>
                    <a:path extrusionOk="0" h="393" w="234">
                      <a:moveTo>
                        <a:pt x="164" y="1"/>
                      </a:moveTo>
                      <a:cubicBezTo>
                        <a:pt x="164" y="1"/>
                        <a:pt x="136" y="43"/>
                        <a:pt x="136" y="72"/>
                      </a:cubicBezTo>
                      <a:cubicBezTo>
                        <a:pt x="136" y="101"/>
                        <a:pt x="121" y="241"/>
                        <a:pt x="62" y="302"/>
                      </a:cubicBezTo>
                      <a:cubicBezTo>
                        <a:pt x="0" y="364"/>
                        <a:pt x="0" y="393"/>
                        <a:pt x="30" y="393"/>
                      </a:cubicBezTo>
                      <a:cubicBezTo>
                        <a:pt x="60" y="393"/>
                        <a:pt x="86" y="329"/>
                        <a:pt x="86" y="329"/>
                      </a:cubicBezTo>
                      <a:cubicBezTo>
                        <a:pt x="86" y="329"/>
                        <a:pt x="234" y="262"/>
                        <a:pt x="164"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5"/>
                <p:cNvSpPr/>
                <p:nvPr/>
              </p:nvSpPr>
              <p:spPr>
                <a:xfrm>
                  <a:off x="7232813" y="3357325"/>
                  <a:ext cx="5125" cy="4725"/>
                </a:xfrm>
                <a:custGeom>
                  <a:rect b="b" l="l" r="r" t="t"/>
                  <a:pathLst>
                    <a:path extrusionOk="0" h="189" w="205">
                      <a:moveTo>
                        <a:pt x="74" y="1"/>
                      </a:moveTo>
                      <a:cubicBezTo>
                        <a:pt x="74" y="1"/>
                        <a:pt x="1" y="42"/>
                        <a:pt x="40" y="98"/>
                      </a:cubicBezTo>
                      <a:cubicBezTo>
                        <a:pt x="74" y="149"/>
                        <a:pt x="125" y="189"/>
                        <a:pt x="159" y="189"/>
                      </a:cubicBezTo>
                      <a:cubicBezTo>
                        <a:pt x="165" y="189"/>
                        <a:pt x="170" y="188"/>
                        <a:pt x="174" y="186"/>
                      </a:cubicBezTo>
                      <a:cubicBezTo>
                        <a:pt x="205" y="170"/>
                        <a:pt x="192" y="149"/>
                        <a:pt x="192" y="149"/>
                      </a:cubicBezTo>
                      <a:cubicBezTo>
                        <a:pt x="192" y="149"/>
                        <a:pt x="17" y="111"/>
                        <a:pt x="74"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5"/>
                <p:cNvSpPr/>
                <p:nvPr/>
              </p:nvSpPr>
              <p:spPr>
                <a:xfrm>
                  <a:off x="7118363" y="3253650"/>
                  <a:ext cx="214600" cy="370350"/>
                </a:xfrm>
                <a:custGeom>
                  <a:rect b="b" l="l" r="r" t="t"/>
                  <a:pathLst>
                    <a:path extrusionOk="0" h="14814" w="8584">
                      <a:moveTo>
                        <a:pt x="7054" y="1317"/>
                      </a:moveTo>
                      <a:cubicBezTo>
                        <a:pt x="7064" y="1425"/>
                        <a:pt x="7064" y="1548"/>
                        <a:pt x="7064" y="1548"/>
                      </a:cubicBezTo>
                      <a:cubicBezTo>
                        <a:pt x="7060" y="1521"/>
                        <a:pt x="7051" y="1438"/>
                        <a:pt x="7022" y="1358"/>
                      </a:cubicBezTo>
                      <a:cubicBezTo>
                        <a:pt x="7033" y="1345"/>
                        <a:pt x="7044" y="1332"/>
                        <a:pt x="7054" y="1317"/>
                      </a:cubicBezTo>
                      <a:close/>
                      <a:moveTo>
                        <a:pt x="6917" y="1463"/>
                      </a:moveTo>
                      <a:cubicBezTo>
                        <a:pt x="6955" y="1569"/>
                        <a:pt x="6939" y="1676"/>
                        <a:pt x="6939" y="1676"/>
                      </a:cubicBezTo>
                      <a:cubicBezTo>
                        <a:pt x="6914" y="1607"/>
                        <a:pt x="6880" y="1556"/>
                        <a:pt x="6843" y="1518"/>
                      </a:cubicBezTo>
                      <a:cubicBezTo>
                        <a:pt x="6869" y="1501"/>
                        <a:pt x="6894" y="1483"/>
                        <a:pt x="6917" y="1463"/>
                      </a:cubicBezTo>
                      <a:close/>
                      <a:moveTo>
                        <a:pt x="6388" y="1"/>
                      </a:moveTo>
                      <a:cubicBezTo>
                        <a:pt x="5931" y="1"/>
                        <a:pt x="5561" y="372"/>
                        <a:pt x="5561" y="828"/>
                      </a:cubicBezTo>
                      <a:cubicBezTo>
                        <a:pt x="5561" y="1285"/>
                        <a:pt x="5931" y="1657"/>
                        <a:pt x="6388" y="1657"/>
                      </a:cubicBezTo>
                      <a:cubicBezTo>
                        <a:pt x="6494" y="1657"/>
                        <a:pt x="6595" y="1635"/>
                        <a:pt x="6690" y="1599"/>
                      </a:cubicBezTo>
                      <a:cubicBezTo>
                        <a:pt x="6733" y="1671"/>
                        <a:pt x="6780" y="1767"/>
                        <a:pt x="6805" y="1834"/>
                      </a:cubicBezTo>
                      <a:cubicBezTo>
                        <a:pt x="6843" y="1935"/>
                        <a:pt x="6781" y="2044"/>
                        <a:pt x="6781" y="2044"/>
                      </a:cubicBezTo>
                      <a:cubicBezTo>
                        <a:pt x="6781" y="2007"/>
                        <a:pt x="6736" y="1981"/>
                        <a:pt x="6696" y="1981"/>
                      </a:cubicBezTo>
                      <a:cubicBezTo>
                        <a:pt x="6674" y="1981"/>
                        <a:pt x="6653" y="1989"/>
                        <a:pt x="6642" y="2006"/>
                      </a:cubicBezTo>
                      <a:cubicBezTo>
                        <a:pt x="6608" y="2056"/>
                        <a:pt x="6658" y="2226"/>
                        <a:pt x="6704" y="2355"/>
                      </a:cubicBezTo>
                      <a:cubicBezTo>
                        <a:pt x="6749" y="2481"/>
                        <a:pt x="6553" y="2612"/>
                        <a:pt x="6414" y="2751"/>
                      </a:cubicBezTo>
                      <a:cubicBezTo>
                        <a:pt x="6276" y="2889"/>
                        <a:pt x="5759" y="3609"/>
                        <a:pt x="5692" y="3741"/>
                      </a:cubicBezTo>
                      <a:cubicBezTo>
                        <a:pt x="5626" y="3872"/>
                        <a:pt x="5523" y="4005"/>
                        <a:pt x="5523" y="4005"/>
                      </a:cubicBezTo>
                      <a:cubicBezTo>
                        <a:pt x="5483" y="4005"/>
                        <a:pt x="5456" y="4020"/>
                        <a:pt x="5438" y="4040"/>
                      </a:cubicBezTo>
                      <a:cubicBezTo>
                        <a:pt x="5412" y="4063"/>
                        <a:pt x="5396" y="4100"/>
                        <a:pt x="5402" y="4132"/>
                      </a:cubicBezTo>
                      <a:cubicBezTo>
                        <a:pt x="5395" y="4184"/>
                        <a:pt x="5403" y="4232"/>
                        <a:pt x="5403" y="4232"/>
                      </a:cubicBezTo>
                      <a:cubicBezTo>
                        <a:pt x="5300" y="4336"/>
                        <a:pt x="5011" y="5153"/>
                        <a:pt x="4928" y="5285"/>
                      </a:cubicBezTo>
                      <a:cubicBezTo>
                        <a:pt x="4847" y="5416"/>
                        <a:pt x="4775" y="5431"/>
                        <a:pt x="4775" y="5431"/>
                      </a:cubicBezTo>
                      <a:cubicBezTo>
                        <a:pt x="4775" y="5431"/>
                        <a:pt x="4694" y="5237"/>
                        <a:pt x="4602" y="5122"/>
                      </a:cubicBezTo>
                      <a:cubicBezTo>
                        <a:pt x="4538" y="5040"/>
                        <a:pt x="4343" y="5008"/>
                        <a:pt x="4188" y="5008"/>
                      </a:cubicBezTo>
                      <a:cubicBezTo>
                        <a:pt x="4123" y="5008"/>
                        <a:pt x="4066" y="5014"/>
                        <a:pt x="4027" y="5023"/>
                      </a:cubicBezTo>
                      <a:cubicBezTo>
                        <a:pt x="3894" y="5054"/>
                        <a:pt x="3853" y="5188"/>
                        <a:pt x="3773" y="5306"/>
                      </a:cubicBezTo>
                      <a:cubicBezTo>
                        <a:pt x="3693" y="5424"/>
                        <a:pt x="3665" y="5708"/>
                        <a:pt x="3683" y="5766"/>
                      </a:cubicBezTo>
                      <a:cubicBezTo>
                        <a:pt x="3699" y="5823"/>
                        <a:pt x="3665" y="5840"/>
                        <a:pt x="3665" y="5955"/>
                      </a:cubicBezTo>
                      <a:cubicBezTo>
                        <a:pt x="3665" y="6072"/>
                        <a:pt x="3779" y="6218"/>
                        <a:pt x="3779" y="6218"/>
                      </a:cubicBezTo>
                      <a:cubicBezTo>
                        <a:pt x="3753" y="6218"/>
                        <a:pt x="3695" y="6229"/>
                        <a:pt x="3668" y="6235"/>
                      </a:cubicBezTo>
                      <a:cubicBezTo>
                        <a:pt x="3664" y="6237"/>
                        <a:pt x="3660" y="6237"/>
                        <a:pt x="3655" y="6238"/>
                      </a:cubicBezTo>
                      <a:cubicBezTo>
                        <a:pt x="3621" y="6225"/>
                        <a:pt x="3584" y="6220"/>
                        <a:pt x="3547" y="6220"/>
                      </a:cubicBezTo>
                      <a:cubicBezTo>
                        <a:pt x="3366" y="6220"/>
                        <a:pt x="3172" y="6351"/>
                        <a:pt x="3127" y="6395"/>
                      </a:cubicBezTo>
                      <a:cubicBezTo>
                        <a:pt x="3073" y="6451"/>
                        <a:pt x="2915" y="6623"/>
                        <a:pt x="2848" y="6662"/>
                      </a:cubicBezTo>
                      <a:cubicBezTo>
                        <a:pt x="2783" y="6701"/>
                        <a:pt x="2698" y="6682"/>
                        <a:pt x="2483" y="6752"/>
                      </a:cubicBezTo>
                      <a:cubicBezTo>
                        <a:pt x="2269" y="6822"/>
                        <a:pt x="2100" y="7023"/>
                        <a:pt x="2100" y="7023"/>
                      </a:cubicBezTo>
                      <a:cubicBezTo>
                        <a:pt x="2086" y="6990"/>
                        <a:pt x="2066" y="6978"/>
                        <a:pt x="2046" y="6977"/>
                      </a:cubicBezTo>
                      <a:cubicBezTo>
                        <a:pt x="2032" y="6963"/>
                        <a:pt x="2015" y="6952"/>
                        <a:pt x="1998" y="6952"/>
                      </a:cubicBezTo>
                      <a:cubicBezTo>
                        <a:pt x="1994" y="6952"/>
                        <a:pt x="1991" y="6952"/>
                        <a:pt x="1987" y="6953"/>
                      </a:cubicBezTo>
                      <a:cubicBezTo>
                        <a:pt x="1977" y="6956"/>
                        <a:pt x="1968" y="6964"/>
                        <a:pt x="1963" y="6974"/>
                      </a:cubicBezTo>
                      <a:cubicBezTo>
                        <a:pt x="1912" y="6870"/>
                        <a:pt x="1661" y="6669"/>
                        <a:pt x="1562" y="6596"/>
                      </a:cubicBezTo>
                      <a:cubicBezTo>
                        <a:pt x="1456" y="6515"/>
                        <a:pt x="1381" y="6387"/>
                        <a:pt x="1346" y="6311"/>
                      </a:cubicBezTo>
                      <a:cubicBezTo>
                        <a:pt x="1311" y="6234"/>
                        <a:pt x="1180" y="6098"/>
                        <a:pt x="1126" y="6020"/>
                      </a:cubicBezTo>
                      <a:cubicBezTo>
                        <a:pt x="1074" y="5941"/>
                        <a:pt x="1035" y="5845"/>
                        <a:pt x="1035" y="5772"/>
                      </a:cubicBezTo>
                      <a:cubicBezTo>
                        <a:pt x="1035" y="5701"/>
                        <a:pt x="975" y="5562"/>
                        <a:pt x="975" y="5508"/>
                      </a:cubicBezTo>
                      <a:cubicBezTo>
                        <a:pt x="975" y="5454"/>
                        <a:pt x="1033" y="5380"/>
                        <a:pt x="1058" y="5355"/>
                      </a:cubicBezTo>
                      <a:cubicBezTo>
                        <a:pt x="1083" y="5331"/>
                        <a:pt x="1058" y="5285"/>
                        <a:pt x="1035" y="5262"/>
                      </a:cubicBezTo>
                      <a:cubicBezTo>
                        <a:pt x="1028" y="5256"/>
                        <a:pt x="1016" y="5253"/>
                        <a:pt x="1001" y="5253"/>
                      </a:cubicBezTo>
                      <a:cubicBezTo>
                        <a:pt x="961" y="5253"/>
                        <a:pt x="899" y="5274"/>
                        <a:pt x="867" y="5306"/>
                      </a:cubicBezTo>
                      <a:cubicBezTo>
                        <a:pt x="823" y="5349"/>
                        <a:pt x="818" y="5435"/>
                        <a:pt x="818" y="5475"/>
                      </a:cubicBezTo>
                      <a:cubicBezTo>
                        <a:pt x="818" y="5497"/>
                        <a:pt x="818" y="5513"/>
                        <a:pt x="802" y="5513"/>
                      </a:cubicBezTo>
                      <a:cubicBezTo>
                        <a:pt x="789" y="5513"/>
                        <a:pt x="766" y="5503"/>
                        <a:pt x="724" y="5475"/>
                      </a:cubicBezTo>
                      <a:cubicBezTo>
                        <a:pt x="631" y="5414"/>
                        <a:pt x="490" y="5097"/>
                        <a:pt x="465" y="5038"/>
                      </a:cubicBezTo>
                      <a:cubicBezTo>
                        <a:pt x="446" y="4992"/>
                        <a:pt x="405" y="4965"/>
                        <a:pt x="376" y="4965"/>
                      </a:cubicBezTo>
                      <a:cubicBezTo>
                        <a:pt x="368" y="4965"/>
                        <a:pt x="361" y="4967"/>
                        <a:pt x="356" y="4972"/>
                      </a:cubicBezTo>
                      <a:cubicBezTo>
                        <a:pt x="334" y="4994"/>
                        <a:pt x="346" y="5028"/>
                        <a:pt x="351" y="5054"/>
                      </a:cubicBezTo>
                      <a:cubicBezTo>
                        <a:pt x="362" y="5093"/>
                        <a:pt x="394" y="5199"/>
                        <a:pt x="477" y="5339"/>
                      </a:cubicBezTo>
                      <a:cubicBezTo>
                        <a:pt x="490" y="5361"/>
                        <a:pt x="488" y="5370"/>
                        <a:pt x="478" y="5370"/>
                      </a:cubicBezTo>
                      <a:cubicBezTo>
                        <a:pt x="461" y="5370"/>
                        <a:pt x="420" y="5341"/>
                        <a:pt x="398" y="5309"/>
                      </a:cubicBezTo>
                      <a:cubicBezTo>
                        <a:pt x="366" y="5256"/>
                        <a:pt x="264" y="5128"/>
                        <a:pt x="228" y="5099"/>
                      </a:cubicBezTo>
                      <a:cubicBezTo>
                        <a:pt x="219" y="5091"/>
                        <a:pt x="197" y="5076"/>
                        <a:pt x="178" y="5076"/>
                      </a:cubicBezTo>
                      <a:cubicBezTo>
                        <a:pt x="167" y="5076"/>
                        <a:pt x="157" y="5081"/>
                        <a:pt x="152" y="5096"/>
                      </a:cubicBezTo>
                      <a:cubicBezTo>
                        <a:pt x="146" y="5114"/>
                        <a:pt x="223" y="5268"/>
                        <a:pt x="273" y="5339"/>
                      </a:cubicBezTo>
                      <a:cubicBezTo>
                        <a:pt x="304" y="5383"/>
                        <a:pt x="358" y="5469"/>
                        <a:pt x="339" y="5469"/>
                      </a:cubicBezTo>
                      <a:cubicBezTo>
                        <a:pt x="328" y="5469"/>
                        <a:pt x="291" y="5438"/>
                        <a:pt x="207" y="5349"/>
                      </a:cubicBezTo>
                      <a:cubicBezTo>
                        <a:pt x="154" y="5293"/>
                        <a:pt x="98" y="5237"/>
                        <a:pt x="58" y="5237"/>
                      </a:cubicBezTo>
                      <a:cubicBezTo>
                        <a:pt x="51" y="5237"/>
                        <a:pt x="45" y="5239"/>
                        <a:pt x="40" y="5242"/>
                      </a:cubicBezTo>
                      <a:cubicBezTo>
                        <a:pt x="0" y="5264"/>
                        <a:pt x="57" y="5325"/>
                        <a:pt x="57" y="5325"/>
                      </a:cubicBezTo>
                      <a:lnTo>
                        <a:pt x="271" y="5612"/>
                      </a:lnTo>
                      <a:cubicBezTo>
                        <a:pt x="227" y="5590"/>
                        <a:pt x="70" y="5472"/>
                        <a:pt x="38" y="5472"/>
                      </a:cubicBezTo>
                      <a:cubicBezTo>
                        <a:pt x="36" y="5472"/>
                        <a:pt x="35" y="5472"/>
                        <a:pt x="34" y="5473"/>
                      </a:cubicBezTo>
                      <a:cubicBezTo>
                        <a:pt x="18" y="5489"/>
                        <a:pt x="5" y="5497"/>
                        <a:pt x="25" y="5530"/>
                      </a:cubicBezTo>
                      <a:cubicBezTo>
                        <a:pt x="35" y="5546"/>
                        <a:pt x="155" y="5667"/>
                        <a:pt x="228" y="5740"/>
                      </a:cubicBezTo>
                      <a:cubicBezTo>
                        <a:pt x="301" y="5811"/>
                        <a:pt x="303" y="5865"/>
                        <a:pt x="368" y="5929"/>
                      </a:cubicBezTo>
                      <a:cubicBezTo>
                        <a:pt x="432" y="5993"/>
                        <a:pt x="583" y="6119"/>
                        <a:pt x="678" y="6152"/>
                      </a:cubicBezTo>
                      <a:cubicBezTo>
                        <a:pt x="772" y="6186"/>
                        <a:pt x="781" y="6272"/>
                        <a:pt x="925" y="6524"/>
                      </a:cubicBezTo>
                      <a:cubicBezTo>
                        <a:pt x="1070" y="6776"/>
                        <a:pt x="1454" y="7320"/>
                        <a:pt x="1598" y="7502"/>
                      </a:cubicBezTo>
                      <a:cubicBezTo>
                        <a:pt x="1692" y="7619"/>
                        <a:pt x="1787" y="7640"/>
                        <a:pt x="1842" y="7640"/>
                      </a:cubicBezTo>
                      <a:cubicBezTo>
                        <a:pt x="1873" y="7640"/>
                        <a:pt x="1891" y="7634"/>
                        <a:pt x="1891" y="7634"/>
                      </a:cubicBezTo>
                      <a:cubicBezTo>
                        <a:pt x="1907" y="7682"/>
                        <a:pt x="1946" y="7698"/>
                        <a:pt x="1986" y="7698"/>
                      </a:cubicBezTo>
                      <a:cubicBezTo>
                        <a:pt x="2032" y="7698"/>
                        <a:pt x="2079" y="7677"/>
                        <a:pt x="2094" y="7663"/>
                      </a:cubicBezTo>
                      <a:cubicBezTo>
                        <a:pt x="2120" y="7636"/>
                        <a:pt x="2110" y="7602"/>
                        <a:pt x="2110" y="7602"/>
                      </a:cubicBezTo>
                      <a:cubicBezTo>
                        <a:pt x="2110" y="7602"/>
                        <a:pt x="2655" y="7519"/>
                        <a:pt x="2832" y="7494"/>
                      </a:cubicBezTo>
                      <a:cubicBezTo>
                        <a:pt x="3010" y="7469"/>
                        <a:pt x="3253" y="7250"/>
                        <a:pt x="3253" y="7250"/>
                      </a:cubicBezTo>
                      <a:cubicBezTo>
                        <a:pt x="3253" y="7250"/>
                        <a:pt x="3265" y="7299"/>
                        <a:pt x="3282" y="7364"/>
                      </a:cubicBezTo>
                      <a:cubicBezTo>
                        <a:pt x="3301" y="7476"/>
                        <a:pt x="3325" y="7587"/>
                        <a:pt x="3355" y="7689"/>
                      </a:cubicBezTo>
                      <a:cubicBezTo>
                        <a:pt x="3380" y="7771"/>
                        <a:pt x="3406" y="7854"/>
                        <a:pt x="3428" y="7929"/>
                      </a:cubicBezTo>
                      <a:cubicBezTo>
                        <a:pt x="3476" y="8124"/>
                        <a:pt x="3521" y="8328"/>
                        <a:pt x="3517" y="8384"/>
                      </a:cubicBezTo>
                      <a:cubicBezTo>
                        <a:pt x="3499" y="8385"/>
                        <a:pt x="3483" y="8386"/>
                        <a:pt x="3469" y="8386"/>
                      </a:cubicBezTo>
                      <a:cubicBezTo>
                        <a:pt x="3463" y="8386"/>
                        <a:pt x="3458" y="8386"/>
                        <a:pt x="3453" y="8385"/>
                      </a:cubicBezTo>
                      <a:cubicBezTo>
                        <a:pt x="3445" y="8385"/>
                        <a:pt x="3438" y="8384"/>
                        <a:pt x="3429" y="8384"/>
                      </a:cubicBezTo>
                      <a:cubicBezTo>
                        <a:pt x="3352" y="8384"/>
                        <a:pt x="3244" y="8414"/>
                        <a:pt x="3182" y="8452"/>
                      </a:cubicBezTo>
                      <a:cubicBezTo>
                        <a:pt x="3157" y="8455"/>
                        <a:pt x="3131" y="8457"/>
                        <a:pt x="3105" y="8460"/>
                      </a:cubicBezTo>
                      <a:cubicBezTo>
                        <a:pt x="3038" y="8467"/>
                        <a:pt x="2995" y="8471"/>
                        <a:pt x="2966" y="8476"/>
                      </a:cubicBezTo>
                      <a:cubicBezTo>
                        <a:pt x="2953" y="8471"/>
                        <a:pt x="2940" y="8467"/>
                        <a:pt x="2930" y="8461"/>
                      </a:cubicBezTo>
                      <a:cubicBezTo>
                        <a:pt x="2912" y="8451"/>
                        <a:pt x="2894" y="8447"/>
                        <a:pt x="2877" y="8447"/>
                      </a:cubicBezTo>
                      <a:cubicBezTo>
                        <a:pt x="2838" y="8447"/>
                        <a:pt x="2800" y="8470"/>
                        <a:pt x="2767" y="8508"/>
                      </a:cubicBezTo>
                      <a:cubicBezTo>
                        <a:pt x="2753" y="8524"/>
                        <a:pt x="2733" y="8531"/>
                        <a:pt x="2709" y="8531"/>
                      </a:cubicBezTo>
                      <a:cubicBezTo>
                        <a:pt x="2690" y="8531"/>
                        <a:pt x="2668" y="8527"/>
                        <a:pt x="2646" y="8521"/>
                      </a:cubicBezTo>
                      <a:cubicBezTo>
                        <a:pt x="2602" y="8499"/>
                        <a:pt x="2557" y="8477"/>
                        <a:pt x="2510" y="8468"/>
                      </a:cubicBezTo>
                      <a:cubicBezTo>
                        <a:pt x="2496" y="8466"/>
                        <a:pt x="2485" y="8464"/>
                        <a:pt x="2474" y="8464"/>
                      </a:cubicBezTo>
                      <a:cubicBezTo>
                        <a:pt x="2450" y="8464"/>
                        <a:pt x="2435" y="8471"/>
                        <a:pt x="2427" y="8481"/>
                      </a:cubicBezTo>
                      <a:cubicBezTo>
                        <a:pt x="2421" y="8486"/>
                        <a:pt x="2417" y="8490"/>
                        <a:pt x="2417" y="8493"/>
                      </a:cubicBezTo>
                      <a:cubicBezTo>
                        <a:pt x="2417" y="8494"/>
                        <a:pt x="2419" y="8494"/>
                        <a:pt x="2419" y="8494"/>
                      </a:cubicBezTo>
                      <a:cubicBezTo>
                        <a:pt x="2411" y="8516"/>
                        <a:pt x="2416" y="8547"/>
                        <a:pt x="2416" y="8576"/>
                      </a:cubicBezTo>
                      <a:cubicBezTo>
                        <a:pt x="2416" y="8637"/>
                        <a:pt x="2378" y="8696"/>
                        <a:pt x="2378" y="8696"/>
                      </a:cubicBezTo>
                      <a:cubicBezTo>
                        <a:pt x="2378" y="8696"/>
                        <a:pt x="1995" y="8831"/>
                        <a:pt x="1871" y="8864"/>
                      </a:cubicBezTo>
                      <a:cubicBezTo>
                        <a:pt x="1747" y="8898"/>
                        <a:pt x="1644" y="9000"/>
                        <a:pt x="1585" y="9198"/>
                      </a:cubicBezTo>
                      <a:cubicBezTo>
                        <a:pt x="1529" y="9396"/>
                        <a:pt x="1743" y="9583"/>
                        <a:pt x="1887" y="9583"/>
                      </a:cubicBezTo>
                      <a:cubicBezTo>
                        <a:pt x="2031" y="9583"/>
                        <a:pt x="2117" y="9597"/>
                        <a:pt x="2200" y="9682"/>
                      </a:cubicBezTo>
                      <a:cubicBezTo>
                        <a:pt x="2286" y="9766"/>
                        <a:pt x="2646" y="9846"/>
                        <a:pt x="2918" y="9846"/>
                      </a:cubicBezTo>
                      <a:cubicBezTo>
                        <a:pt x="3191" y="9846"/>
                        <a:pt x="3635" y="9992"/>
                        <a:pt x="3635" y="9992"/>
                      </a:cubicBezTo>
                      <a:lnTo>
                        <a:pt x="3635" y="10611"/>
                      </a:lnTo>
                      <a:cubicBezTo>
                        <a:pt x="3635" y="10999"/>
                        <a:pt x="3821" y="11908"/>
                        <a:pt x="3821" y="11908"/>
                      </a:cubicBezTo>
                      <a:lnTo>
                        <a:pt x="3770" y="11989"/>
                      </a:lnTo>
                      <a:cubicBezTo>
                        <a:pt x="3770" y="12707"/>
                        <a:pt x="4266" y="13096"/>
                        <a:pt x="4471" y="13227"/>
                      </a:cubicBezTo>
                      <a:cubicBezTo>
                        <a:pt x="4569" y="13290"/>
                        <a:pt x="4727" y="13306"/>
                        <a:pt x="4867" y="13306"/>
                      </a:cubicBezTo>
                      <a:cubicBezTo>
                        <a:pt x="5023" y="13306"/>
                        <a:pt x="5157" y="13286"/>
                        <a:pt x="5157" y="13286"/>
                      </a:cubicBezTo>
                      <a:cubicBezTo>
                        <a:pt x="5338" y="13468"/>
                        <a:pt x="6452" y="13677"/>
                        <a:pt x="6452" y="13677"/>
                      </a:cubicBezTo>
                      <a:cubicBezTo>
                        <a:pt x="6427" y="13702"/>
                        <a:pt x="6486" y="13736"/>
                        <a:pt x="6486" y="13736"/>
                      </a:cubicBezTo>
                      <a:cubicBezTo>
                        <a:pt x="6556" y="13736"/>
                        <a:pt x="7014" y="13868"/>
                        <a:pt x="7014" y="13868"/>
                      </a:cubicBezTo>
                      <a:cubicBezTo>
                        <a:pt x="7014" y="13868"/>
                        <a:pt x="7065" y="13915"/>
                        <a:pt x="7157" y="13944"/>
                      </a:cubicBezTo>
                      <a:cubicBezTo>
                        <a:pt x="7248" y="13973"/>
                        <a:pt x="7125" y="13975"/>
                        <a:pt x="7125" y="14044"/>
                      </a:cubicBezTo>
                      <a:cubicBezTo>
                        <a:pt x="7125" y="14072"/>
                        <a:pt x="7154" y="14078"/>
                        <a:pt x="7189" y="14078"/>
                      </a:cubicBezTo>
                      <a:cubicBezTo>
                        <a:pt x="7218" y="14078"/>
                        <a:pt x="7251" y="14074"/>
                        <a:pt x="7277" y="14074"/>
                      </a:cubicBezTo>
                      <a:cubicBezTo>
                        <a:pt x="7300" y="14074"/>
                        <a:pt x="7316" y="14078"/>
                        <a:pt x="7316" y="14091"/>
                      </a:cubicBezTo>
                      <a:cubicBezTo>
                        <a:pt x="7316" y="14136"/>
                        <a:pt x="7400" y="14369"/>
                        <a:pt x="7467" y="14438"/>
                      </a:cubicBezTo>
                      <a:cubicBezTo>
                        <a:pt x="7532" y="14501"/>
                        <a:pt x="7587" y="14759"/>
                        <a:pt x="7626" y="14759"/>
                      </a:cubicBezTo>
                      <a:cubicBezTo>
                        <a:pt x="7629" y="14759"/>
                        <a:pt x="7631" y="14758"/>
                        <a:pt x="7634" y="14755"/>
                      </a:cubicBezTo>
                      <a:cubicBezTo>
                        <a:pt x="7673" y="14716"/>
                        <a:pt x="7530" y="14334"/>
                        <a:pt x="7530" y="14334"/>
                      </a:cubicBezTo>
                      <a:lnTo>
                        <a:pt x="7530" y="14334"/>
                      </a:lnTo>
                      <a:cubicBezTo>
                        <a:pt x="7530" y="14334"/>
                        <a:pt x="7625" y="14375"/>
                        <a:pt x="7719" y="14425"/>
                      </a:cubicBezTo>
                      <a:cubicBezTo>
                        <a:pt x="7729" y="14430"/>
                        <a:pt x="7737" y="14432"/>
                        <a:pt x="7743" y="14432"/>
                      </a:cubicBezTo>
                      <a:cubicBezTo>
                        <a:pt x="7788" y="14432"/>
                        <a:pt x="7729" y="14299"/>
                        <a:pt x="7747" y="14299"/>
                      </a:cubicBezTo>
                      <a:cubicBezTo>
                        <a:pt x="7750" y="14299"/>
                        <a:pt x="7755" y="14302"/>
                        <a:pt x="7762" y="14310"/>
                      </a:cubicBezTo>
                      <a:cubicBezTo>
                        <a:pt x="7821" y="14369"/>
                        <a:pt x="8066" y="14562"/>
                        <a:pt x="8129" y="14656"/>
                      </a:cubicBezTo>
                      <a:cubicBezTo>
                        <a:pt x="8190" y="14751"/>
                        <a:pt x="8352" y="14814"/>
                        <a:pt x="8467" y="14814"/>
                      </a:cubicBezTo>
                      <a:cubicBezTo>
                        <a:pt x="8583" y="14814"/>
                        <a:pt x="8583" y="14544"/>
                        <a:pt x="8583" y="14326"/>
                      </a:cubicBezTo>
                      <a:cubicBezTo>
                        <a:pt x="8582" y="14106"/>
                        <a:pt x="8430" y="13864"/>
                        <a:pt x="8337" y="13771"/>
                      </a:cubicBezTo>
                      <a:cubicBezTo>
                        <a:pt x="8245" y="13677"/>
                        <a:pt x="8235" y="13581"/>
                        <a:pt x="8189" y="13453"/>
                      </a:cubicBezTo>
                      <a:cubicBezTo>
                        <a:pt x="8143" y="13325"/>
                        <a:pt x="8017" y="13111"/>
                        <a:pt x="7880" y="13032"/>
                      </a:cubicBezTo>
                      <a:cubicBezTo>
                        <a:pt x="7855" y="13018"/>
                        <a:pt x="7829" y="13012"/>
                        <a:pt x="7800" y="13012"/>
                      </a:cubicBezTo>
                      <a:cubicBezTo>
                        <a:pt x="7671" y="13012"/>
                        <a:pt x="7516" y="13137"/>
                        <a:pt x="7456" y="13166"/>
                      </a:cubicBezTo>
                      <a:cubicBezTo>
                        <a:pt x="7384" y="13201"/>
                        <a:pt x="7384" y="13239"/>
                        <a:pt x="7301" y="13239"/>
                      </a:cubicBezTo>
                      <a:cubicBezTo>
                        <a:pt x="7218" y="13239"/>
                        <a:pt x="7162" y="13304"/>
                        <a:pt x="7162" y="13304"/>
                      </a:cubicBezTo>
                      <a:cubicBezTo>
                        <a:pt x="7099" y="13304"/>
                        <a:pt x="6653" y="13156"/>
                        <a:pt x="6604" y="13118"/>
                      </a:cubicBezTo>
                      <a:cubicBezTo>
                        <a:pt x="6594" y="13111"/>
                        <a:pt x="6588" y="13108"/>
                        <a:pt x="6585" y="13108"/>
                      </a:cubicBezTo>
                      <a:cubicBezTo>
                        <a:pt x="6575" y="13108"/>
                        <a:pt x="6593" y="13139"/>
                        <a:pt x="6601" y="13152"/>
                      </a:cubicBezTo>
                      <a:lnTo>
                        <a:pt x="6595" y="13152"/>
                      </a:lnTo>
                      <a:cubicBezTo>
                        <a:pt x="6525" y="13125"/>
                        <a:pt x="6078" y="12946"/>
                        <a:pt x="5960" y="12908"/>
                      </a:cubicBezTo>
                      <a:cubicBezTo>
                        <a:pt x="5832" y="12867"/>
                        <a:pt x="5763" y="12723"/>
                        <a:pt x="5664" y="12656"/>
                      </a:cubicBezTo>
                      <a:cubicBezTo>
                        <a:pt x="5632" y="12635"/>
                        <a:pt x="5580" y="12628"/>
                        <a:pt x="5524" y="12628"/>
                      </a:cubicBezTo>
                      <a:cubicBezTo>
                        <a:pt x="5404" y="12628"/>
                        <a:pt x="5265" y="12661"/>
                        <a:pt x="5265" y="12661"/>
                      </a:cubicBezTo>
                      <a:lnTo>
                        <a:pt x="5265" y="12620"/>
                      </a:lnTo>
                      <a:cubicBezTo>
                        <a:pt x="5265" y="12582"/>
                        <a:pt x="4930" y="12458"/>
                        <a:pt x="4843" y="12458"/>
                      </a:cubicBezTo>
                      <a:cubicBezTo>
                        <a:pt x="4757" y="12458"/>
                        <a:pt x="4774" y="12008"/>
                        <a:pt x="4774" y="12008"/>
                      </a:cubicBezTo>
                      <a:lnTo>
                        <a:pt x="4810" y="11988"/>
                      </a:lnTo>
                      <a:cubicBezTo>
                        <a:pt x="4810" y="11988"/>
                        <a:pt x="4716" y="11988"/>
                        <a:pt x="4808" y="11852"/>
                      </a:cubicBezTo>
                      <a:cubicBezTo>
                        <a:pt x="4898" y="11715"/>
                        <a:pt x="4940" y="10865"/>
                        <a:pt x="4940" y="10865"/>
                      </a:cubicBezTo>
                      <a:cubicBezTo>
                        <a:pt x="4940" y="10865"/>
                        <a:pt x="4946" y="10937"/>
                        <a:pt x="5006" y="10997"/>
                      </a:cubicBezTo>
                      <a:cubicBezTo>
                        <a:pt x="5057" y="11047"/>
                        <a:pt x="5214" y="11118"/>
                        <a:pt x="5309" y="11118"/>
                      </a:cubicBezTo>
                      <a:cubicBezTo>
                        <a:pt x="5328" y="11118"/>
                        <a:pt x="5344" y="11115"/>
                        <a:pt x="5357" y="11109"/>
                      </a:cubicBezTo>
                      <a:cubicBezTo>
                        <a:pt x="5435" y="11071"/>
                        <a:pt x="5510" y="10889"/>
                        <a:pt x="5510" y="10812"/>
                      </a:cubicBezTo>
                      <a:cubicBezTo>
                        <a:pt x="5510" y="10733"/>
                        <a:pt x="5597" y="10556"/>
                        <a:pt x="5680" y="10428"/>
                      </a:cubicBezTo>
                      <a:cubicBezTo>
                        <a:pt x="5762" y="10299"/>
                        <a:pt x="5766" y="10168"/>
                        <a:pt x="5766" y="10076"/>
                      </a:cubicBezTo>
                      <a:cubicBezTo>
                        <a:pt x="5766" y="10010"/>
                        <a:pt x="5694" y="10001"/>
                        <a:pt x="5656" y="10001"/>
                      </a:cubicBezTo>
                      <a:cubicBezTo>
                        <a:pt x="5643" y="10001"/>
                        <a:pt x="5633" y="10002"/>
                        <a:pt x="5633" y="10002"/>
                      </a:cubicBezTo>
                      <a:cubicBezTo>
                        <a:pt x="5534" y="9937"/>
                        <a:pt x="5304" y="9932"/>
                        <a:pt x="5304" y="9932"/>
                      </a:cubicBezTo>
                      <a:cubicBezTo>
                        <a:pt x="5543" y="9478"/>
                        <a:pt x="5287" y="8669"/>
                        <a:pt x="5287" y="8669"/>
                      </a:cubicBezTo>
                      <a:cubicBezTo>
                        <a:pt x="5287" y="8669"/>
                        <a:pt x="5291" y="8467"/>
                        <a:pt x="5196" y="8372"/>
                      </a:cubicBezTo>
                      <a:cubicBezTo>
                        <a:pt x="5102" y="8277"/>
                        <a:pt x="5280" y="7985"/>
                        <a:pt x="5387" y="7769"/>
                      </a:cubicBezTo>
                      <a:cubicBezTo>
                        <a:pt x="5494" y="7555"/>
                        <a:pt x="5453" y="7175"/>
                        <a:pt x="5453" y="7175"/>
                      </a:cubicBezTo>
                      <a:cubicBezTo>
                        <a:pt x="5708" y="7175"/>
                        <a:pt x="5329" y="6621"/>
                        <a:pt x="5329" y="6621"/>
                      </a:cubicBezTo>
                      <a:cubicBezTo>
                        <a:pt x="5329" y="6621"/>
                        <a:pt x="5345" y="6411"/>
                        <a:pt x="5345" y="6317"/>
                      </a:cubicBezTo>
                      <a:cubicBezTo>
                        <a:pt x="5345" y="6222"/>
                        <a:pt x="5514" y="5921"/>
                        <a:pt x="5543" y="5833"/>
                      </a:cubicBezTo>
                      <a:cubicBezTo>
                        <a:pt x="5572" y="5747"/>
                        <a:pt x="5597" y="5631"/>
                        <a:pt x="5667" y="5507"/>
                      </a:cubicBezTo>
                      <a:cubicBezTo>
                        <a:pt x="5737" y="5383"/>
                        <a:pt x="5977" y="4505"/>
                        <a:pt x="5977" y="4505"/>
                      </a:cubicBezTo>
                      <a:cubicBezTo>
                        <a:pt x="6111" y="4411"/>
                        <a:pt x="6034" y="4299"/>
                        <a:pt x="6034" y="4299"/>
                      </a:cubicBezTo>
                      <a:cubicBezTo>
                        <a:pt x="6034" y="4299"/>
                        <a:pt x="6092" y="4239"/>
                        <a:pt x="6239" y="4044"/>
                      </a:cubicBezTo>
                      <a:cubicBezTo>
                        <a:pt x="6385" y="3848"/>
                        <a:pt x="6455" y="3664"/>
                        <a:pt x="6518" y="3569"/>
                      </a:cubicBezTo>
                      <a:cubicBezTo>
                        <a:pt x="6579" y="3475"/>
                        <a:pt x="6662" y="3380"/>
                        <a:pt x="6691" y="3258"/>
                      </a:cubicBezTo>
                      <a:cubicBezTo>
                        <a:pt x="6720" y="3135"/>
                        <a:pt x="6864" y="2789"/>
                        <a:pt x="6905" y="2692"/>
                      </a:cubicBezTo>
                      <a:cubicBezTo>
                        <a:pt x="6947" y="2595"/>
                        <a:pt x="7014" y="2496"/>
                        <a:pt x="7014" y="2432"/>
                      </a:cubicBezTo>
                      <a:cubicBezTo>
                        <a:pt x="7014" y="2368"/>
                        <a:pt x="7083" y="2244"/>
                        <a:pt x="7122" y="2162"/>
                      </a:cubicBezTo>
                      <a:cubicBezTo>
                        <a:pt x="7162" y="2079"/>
                        <a:pt x="7179" y="1954"/>
                        <a:pt x="7179" y="1869"/>
                      </a:cubicBezTo>
                      <a:cubicBezTo>
                        <a:pt x="7179" y="1791"/>
                        <a:pt x="7176" y="1696"/>
                        <a:pt x="7210" y="1491"/>
                      </a:cubicBezTo>
                      <a:cubicBezTo>
                        <a:pt x="7239" y="1312"/>
                        <a:pt x="7157" y="1277"/>
                        <a:pt x="7157" y="1277"/>
                      </a:cubicBezTo>
                      <a:cubicBezTo>
                        <a:pt x="7162" y="1236"/>
                        <a:pt x="7153" y="1201"/>
                        <a:pt x="7140" y="1175"/>
                      </a:cubicBezTo>
                      <a:cubicBezTo>
                        <a:pt x="7188" y="1068"/>
                        <a:pt x="7215" y="952"/>
                        <a:pt x="7215" y="828"/>
                      </a:cubicBezTo>
                      <a:cubicBezTo>
                        <a:pt x="7215" y="372"/>
                        <a:pt x="6845" y="1"/>
                        <a:pt x="6388"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 name="Google Shape;148;p15"/>
              <p:cNvSpPr/>
              <p:nvPr/>
            </p:nvSpPr>
            <p:spPr>
              <a:xfrm>
                <a:off x="6879865" y="2259847"/>
                <a:ext cx="183000" cy="183000"/>
              </a:xfrm>
              <a:prstGeom prst="ellipse">
                <a:avLst/>
              </a:prstGeom>
              <a:solidFill>
                <a:srgbClr val="FF63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ABOUT </a:t>
            </a:r>
            <a:r>
              <a:rPr lang="en"/>
              <a:t>BASKETBALL LESSON INFOGRAPHICS</a:t>
            </a:r>
            <a:endParaRPr/>
          </a:p>
        </p:txBody>
      </p:sp>
      <p:sp>
        <p:nvSpPr>
          <p:cNvPr id="154" name="Google Shape;154;p16"/>
          <p:cNvSpPr txBox="1"/>
          <p:nvPr>
            <p:ph idx="1" type="subTitle"/>
          </p:nvPr>
        </p:nvSpPr>
        <p:spPr>
          <a:xfrm>
            <a:off x="713225" y="1148225"/>
            <a:ext cx="7717500" cy="34512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lt1"/>
              </a:buClr>
              <a:buSzPts val="1200"/>
              <a:buFont typeface="Dosis"/>
              <a:buChar char="●"/>
            </a:pPr>
            <a:r>
              <a:rPr lang="en"/>
              <a:t>This template contains an assortment of complementary infographic resources for the </a:t>
            </a:r>
            <a:r>
              <a:rPr b="1" lang="en">
                <a:solidFill>
                  <a:schemeClr val="hlink"/>
                </a:solidFill>
                <a:uFill>
                  <a:noFill/>
                </a:uFill>
                <a:hlinkClick r:id="rId3"/>
              </a:rPr>
              <a:t>Basketball Lesson</a:t>
            </a:r>
            <a:r>
              <a:rPr lang="en"/>
              <a:t> presentation.</a:t>
            </a:r>
            <a:endParaRPr/>
          </a:p>
          <a:p>
            <a:pPr indent="-304800" lvl="0" marL="457200" rtl="0" algn="l">
              <a:lnSpc>
                <a:spcPct val="115000"/>
              </a:lnSpc>
              <a:spcBef>
                <a:spcPts val="1600"/>
              </a:spcBef>
              <a:spcAft>
                <a:spcPts val="0"/>
              </a:spcAft>
              <a:buClr>
                <a:schemeClr val="lt1"/>
              </a:buClr>
              <a:buSzPts val="1200"/>
              <a:buFont typeface="Dosis"/>
              <a:buChar char="●"/>
            </a:pPr>
            <a:r>
              <a:rPr lang="en"/>
              <a:t>These infographics are adapted to the style of the aforementioned presentation, so you can insert them easily and have them completely integrated at once. You just need to do the following:</a:t>
            </a:r>
            <a:endParaRPr/>
          </a:p>
          <a:p>
            <a:pPr indent="-304800" lvl="1" marL="914400" rtl="0" algn="l">
              <a:lnSpc>
                <a:spcPct val="115000"/>
              </a:lnSpc>
              <a:spcBef>
                <a:spcPts val="1600"/>
              </a:spcBef>
              <a:spcAft>
                <a:spcPts val="0"/>
              </a:spcAft>
              <a:buClr>
                <a:schemeClr val="lt1"/>
              </a:buClr>
              <a:buSzPts val="1200"/>
              <a:buFont typeface="Dosis"/>
              <a:buChar char="○"/>
            </a:pPr>
            <a:r>
              <a:rPr lang="en" sz="1200"/>
              <a:t>Select the element that you want to copy</a:t>
            </a:r>
            <a:endParaRPr sz="1200"/>
          </a:p>
          <a:p>
            <a:pPr indent="-304800" lvl="1" marL="914400" rtl="0" algn="l">
              <a:lnSpc>
                <a:spcPct val="115000"/>
              </a:lnSpc>
              <a:spcBef>
                <a:spcPts val="0"/>
              </a:spcBef>
              <a:spcAft>
                <a:spcPts val="0"/>
              </a:spcAft>
              <a:buClr>
                <a:schemeClr val="lt1"/>
              </a:buClr>
              <a:buSzPts val="1200"/>
              <a:buFont typeface="Dosis"/>
              <a:buChar char="○"/>
            </a:pPr>
            <a:r>
              <a:rPr lang="en" sz="1200"/>
              <a:t>Right-click and choose “Copy”</a:t>
            </a:r>
            <a:endParaRPr sz="1200"/>
          </a:p>
          <a:p>
            <a:pPr indent="-304800" lvl="1" marL="914400" rtl="0" algn="l">
              <a:lnSpc>
                <a:spcPct val="115000"/>
              </a:lnSpc>
              <a:spcBef>
                <a:spcPts val="0"/>
              </a:spcBef>
              <a:spcAft>
                <a:spcPts val="0"/>
              </a:spcAft>
              <a:buClr>
                <a:schemeClr val="lt1"/>
              </a:buClr>
              <a:buSzPts val="1200"/>
              <a:buFont typeface="Dosis"/>
              <a:buChar char="○"/>
            </a:pPr>
            <a:r>
              <a:rPr lang="en" sz="1200"/>
              <a:t>Go to the slide where you want the element to appear</a:t>
            </a:r>
            <a:endParaRPr sz="1200"/>
          </a:p>
          <a:p>
            <a:pPr indent="-304800" lvl="1" marL="914400" rtl="0" algn="l">
              <a:lnSpc>
                <a:spcPct val="115000"/>
              </a:lnSpc>
              <a:spcBef>
                <a:spcPts val="0"/>
              </a:spcBef>
              <a:spcAft>
                <a:spcPts val="0"/>
              </a:spcAft>
              <a:buClr>
                <a:schemeClr val="lt1"/>
              </a:buClr>
              <a:buSzPts val="1200"/>
              <a:buFont typeface="Dosis"/>
              <a:buChar char="○"/>
            </a:pPr>
            <a:r>
              <a:rPr lang="en" sz="1200"/>
              <a:t>Right-click and choose “Paste”</a:t>
            </a:r>
            <a:endParaRPr sz="1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7"/>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grpSp>
        <p:nvGrpSpPr>
          <p:cNvPr id="160" name="Google Shape;160;p17"/>
          <p:cNvGrpSpPr/>
          <p:nvPr/>
        </p:nvGrpSpPr>
        <p:grpSpPr>
          <a:xfrm>
            <a:off x="1386738" y="1219376"/>
            <a:ext cx="650102" cy="1321687"/>
            <a:chOff x="713250" y="1562785"/>
            <a:chExt cx="345303" cy="702017"/>
          </a:xfrm>
        </p:grpSpPr>
        <p:sp>
          <p:nvSpPr>
            <p:cNvPr id="161" name="Google Shape;161;p17"/>
            <p:cNvSpPr/>
            <p:nvPr/>
          </p:nvSpPr>
          <p:spPr>
            <a:xfrm>
              <a:off x="713250" y="1573968"/>
              <a:ext cx="345303" cy="690834"/>
            </a:xfrm>
            <a:custGeom>
              <a:rect b="b" l="l" r="r" t="t"/>
              <a:pathLst>
                <a:path extrusionOk="0" h="9075" w="4536">
                  <a:moveTo>
                    <a:pt x="3616" y="5532"/>
                  </a:moveTo>
                  <a:cubicBezTo>
                    <a:pt x="3616" y="5532"/>
                    <a:pt x="3801" y="5713"/>
                    <a:pt x="3834" y="5713"/>
                  </a:cubicBezTo>
                  <a:cubicBezTo>
                    <a:pt x="3834" y="5713"/>
                    <a:pt x="3835" y="5713"/>
                    <a:pt x="3835" y="5713"/>
                  </a:cubicBezTo>
                  <a:cubicBezTo>
                    <a:pt x="3835" y="5713"/>
                    <a:pt x="3836" y="5712"/>
                    <a:pt x="3836" y="5712"/>
                  </a:cubicBezTo>
                  <a:cubicBezTo>
                    <a:pt x="3864" y="5712"/>
                    <a:pt x="3792" y="5815"/>
                    <a:pt x="3765" y="5825"/>
                  </a:cubicBezTo>
                  <a:cubicBezTo>
                    <a:pt x="3739" y="5833"/>
                    <a:pt x="3554" y="5979"/>
                    <a:pt x="3533" y="6013"/>
                  </a:cubicBezTo>
                  <a:cubicBezTo>
                    <a:pt x="3513" y="6046"/>
                    <a:pt x="3426" y="6139"/>
                    <a:pt x="3411" y="6170"/>
                  </a:cubicBezTo>
                  <a:cubicBezTo>
                    <a:pt x="3410" y="6173"/>
                    <a:pt x="3409" y="6175"/>
                    <a:pt x="3408" y="6175"/>
                  </a:cubicBezTo>
                  <a:cubicBezTo>
                    <a:pt x="3401" y="6175"/>
                    <a:pt x="3417" y="6066"/>
                    <a:pt x="3429" y="6032"/>
                  </a:cubicBezTo>
                  <a:cubicBezTo>
                    <a:pt x="3433" y="6020"/>
                    <a:pt x="3437" y="6017"/>
                    <a:pt x="3441" y="6017"/>
                  </a:cubicBezTo>
                  <a:cubicBezTo>
                    <a:pt x="3447" y="6017"/>
                    <a:pt x="3454" y="6024"/>
                    <a:pt x="3463" y="6024"/>
                  </a:cubicBezTo>
                  <a:cubicBezTo>
                    <a:pt x="3468" y="6024"/>
                    <a:pt x="3473" y="6022"/>
                    <a:pt x="3479" y="6016"/>
                  </a:cubicBezTo>
                  <a:cubicBezTo>
                    <a:pt x="3503" y="5988"/>
                    <a:pt x="3539" y="5908"/>
                    <a:pt x="3549" y="5854"/>
                  </a:cubicBezTo>
                  <a:cubicBezTo>
                    <a:pt x="3560" y="5800"/>
                    <a:pt x="3616" y="5648"/>
                    <a:pt x="3603" y="5615"/>
                  </a:cubicBezTo>
                  <a:cubicBezTo>
                    <a:pt x="3590" y="5581"/>
                    <a:pt x="3616" y="5532"/>
                    <a:pt x="3616" y="5532"/>
                  </a:cubicBezTo>
                  <a:close/>
                  <a:moveTo>
                    <a:pt x="588" y="1"/>
                  </a:moveTo>
                  <a:cubicBezTo>
                    <a:pt x="429" y="1"/>
                    <a:pt x="289" y="80"/>
                    <a:pt x="202" y="199"/>
                  </a:cubicBezTo>
                  <a:cubicBezTo>
                    <a:pt x="192" y="205"/>
                    <a:pt x="179" y="209"/>
                    <a:pt x="163" y="211"/>
                  </a:cubicBezTo>
                  <a:cubicBezTo>
                    <a:pt x="109" y="214"/>
                    <a:pt x="74" y="301"/>
                    <a:pt x="49" y="361"/>
                  </a:cubicBezTo>
                  <a:cubicBezTo>
                    <a:pt x="26" y="420"/>
                    <a:pt x="27" y="466"/>
                    <a:pt x="21" y="517"/>
                  </a:cubicBezTo>
                  <a:cubicBezTo>
                    <a:pt x="15" y="569"/>
                    <a:pt x="13" y="627"/>
                    <a:pt x="7" y="683"/>
                  </a:cubicBezTo>
                  <a:cubicBezTo>
                    <a:pt x="1" y="736"/>
                    <a:pt x="90" y="938"/>
                    <a:pt x="131" y="1021"/>
                  </a:cubicBezTo>
                  <a:cubicBezTo>
                    <a:pt x="170" y="1105"/>
                    <a:pt x="346" y="1214"/>
                    <a:pt x="442" y="1308"/>
                  </a:cubicBezTo>
                  <a:cubicBezTo>
                    <a:pt x="538" y="1399"/>
                    <a:pt x="977" y="1656"/>
                    <a:pt x="1034" y="1688"/>
                  </a:cubicBezTo>
                  <a:cubicBezTo>
                    <a:pt x="1091" y="1721"/>
                    <a:pt x="1297" y="1809"/>
                    <a:pt x="1359" y="1865"/>
                  </a:cubicBezTo>
                  <a:cubicBezTo>
                    <a:pt x="1418" y="1922"/>
                    <a:pt x="1613" y="2085"/>
                    <a:pt x="1688" y="2168"/>
                  </a:cubicBezTo>
                  <a:cubicBezTo>
                    <a:pt x="1763" y="2253"/>
                    <a:pt x="1950" y="2352"/>
                    <a:pt x="2030" y="2434"/>
                  </a:cubicBezTo>
                  <a:cubicBezTo>
                    <a:pt x="2112" y="2514"/>
                    <a:pt x="2253" y="2640"/>
                    <a:pt x="2253" y="2671"/>
                  </a:cubicBezTo>
                  <a:cubicBezTo>
                    <a:pt x="2253" y="2700"/>
                    <a:pt x="2183" y="2757"/>
                    <a:pt x="2154" y="2788"/>
                  </a:cubicBezTo>
                  <a:cubicBezTo>
                    <a:pt x="2123" y="2818"/>
                    <a:pt x="2129" y="2853"/>
                    <a:pt x="2139" y="2923"/>
                  </a:cubicBezTo>
                  <a:cubicBezTo>
                    <a:pt x="2148" y="2991"/>
                    <a:pt x="2336" y="3302"/>
                    <a:pt x="2368" y="3388"/>
                  </a:cubicBezTo>
                  <a:cubicBezTo>
                    <a:pt x="2397" y="3475"/>
                    <a:pt x="2547" y="3696"/>
                    <a:pt x="2578" y="3752"/>
                  </a:cubicBezTo>
                  <a:cubicBezTo>
                    <a:pt x="2607" y="3806"/>
                    <a:pt x="2569" y="3922"/>
                    <a:pt x="2538" y="3982"/>
                  </a:cubicBezTo>
                  <a:cubicBezTo>
                    <a:pt x="2508" y="4043"/>
                    <a:pt x="2467" y="4307"/>
                    <a:pt x="2436" y="4490"/>
                  </a:cubicBezTo>
                  <a:cubicBezTo>
                    <a:pt x="2406" y="4672"/>
                    <a:pt x="2511" y="4970"/>
                    <a:pt x="2536" y="5056"/>
                  </a:cubicBezTo>
                  <a:cubicBezTo>
                    <a:pt x="2559" y="5139"/>
                    <a:pt x="2541" y="5260"/>
                    <a:pt x="2454" y="5322"/>
                  </a:cubicBezTo>
                  <a:cubicBezTo>
                    <a:pt x="2368" y="5385"/>
                    <a:pt x="2256" y="5549"/>
                    <a:pt x="2227" y="5650"/>
                  </a:cubicBezTo>
                  <a:cubicBezTo>
                    <a:pt x="2196" y="5749"/>
                    <a:pt x="2332" y="5820"/>
                    <a:pt x="2404" y="5820"/>
                  </a:cubicBezTo>
                  <a:cubicBezTo>
                    <a:pt x="2441" y="5820"/>
                    <a:pt x="2480" y="5810"/>
                    <a:pt x="2518" y="5810"/>
                  </a:cubicBezTo>
                  <a:cubicBezTo>
                    <a:pt x="2556" y="5810"/>
                    <a:pt x="2592" y="5820"/>
                    <a:pt x="2626" y="5857"/>
                  </a:cubicBezTo>
                  <a:cubicBezTo>
                    <a:pt x="2694" y="5931"/>
                    <a:pt x="2742" y="5922"/>
                    <a:pt x="2758" y="5992"/>
                  </a:cubicBezTo>
                  <a:cubicBezTo>
                    <a:pt x="2773" y="6061"/>
                    <a:pt x="2716" y="6222"/>
                    <a:pt x="2694" y="6301"/>
                  </a:cubicBezTo>
                  <a:cubicBezTo>
                    <a:pt x="2674" y="6378"/>
                    <a:pt x="2487" y="6517"/>
                    <a:pt x="2365" y="6620"/>
                  </a:cubicBezTo>
                  <a:cubicBezTo>
                    <a:pt x="2241" y="6722"/>
                    <a:pt x="2117" y="6941"/>
                    <a:pt x="2064" y="7040"/>
                  </a:cubicBezTo>
                  <a:cubicBezTo>
                    <a:pt x="2010" y="7139"/>
                    <a:pt x="1715" y="7514"/>
                    <a:pt x="1695" y="7547"/>
                  </a:cubicBezTo>
                  <a:cubicBezTo>
                    <a:pt x="1673" y="7580"/>
                    <a:pt x="1632" y="7635"/>
                    <a:pt x="1599" y="7643"/>
                  </a:cubicBezTo>
                  <a:cubicBezTo>
                    <a:pt x="1565" y="7653"/>
                    <a:pt x="1584" y="7670"/>
                    <a:pt x="1551" y="7704"/>
                  </a:cubicBezTo>
                  <a:cubicBezTo>
                    <a:pt x="1526" y="7728"/>
                    <a:pt x="1486" y="7740"/>
                    <a:pt x="1442" y="7740"/>
                  </a:cubicBezTo>
                  <a:cubicBezTo>
                    <a:pt x="1427" y="7740"/>
                    <a:pt x="1411" y="7739"/>
                    <a:pt x="1395" y="7736"/>
                  </a:cubicBezTo>
                  <a:cubicBezTo>
                    <a:pt x="1365" y="7730"/>
                    <a:pt x="1346" y="7727"/>
                    <a:pt x="1331" y="7727"/>
                  </a:cubicBezTo>
                  <a:cubicBezTo>
                    <a:pt x="1314" y="7727"/>
                    <a:pt x="1302" y="7732"/>
                    <a:pt x="1286" y="7743"/>
                  </a:cubicBezTo>
                  <a:cubicBezTo>
                    <a:pt x="1260" y="7761"/>
                    <a:pt x="1188" y="7770"/>
                    <a:pt x="1116" y="7770"/>
                  </a:cubicBezTo>
                  <a:cubicBezTo>
                    <a:pt x="1105" y="7770"/>
                    <a:pt x="1095" y="7770"/>
                    <a:pt x="1085" y="7769"/>
                  </a:cubicBezTo>
                  <a:cubicBezTo>
                    <a:pt x="1071" y="7769"/>
                    <a:pt x="1060" y="7769"/>
                    <a:pt x="1052" y="7769"/>
                  </a:cubicBezTo>
                  <a:cubicBezTo>
                    <a:pt x="1007" y="7769"/>
                    <a:pt x="1012" y="7777"/>
                    <a:pt x="959" y="7815"/>
                  </a:cubicBezTo>
                  <a:cubicBezTo>
                    <a:pt x="895" y="7860"/>
                    <a:pt x="1016" y="8097"/>
                    <a:pt x="1037" y="8139"/>
                  </a:cubicBezTo>
                  <a:cubicBezTo>
                    <a:pt x="1057" y="8180"/>
                    <a:pt x="1112" y="8370"/>
                    <a:pt x="1121" y="8451"/>
                  </a:cubicBezTo>
                  <a:cubicBezTo>
                    <a:pt x="1130" y="8533"/>
                    <a:pt x="1190" y="8726"/>
                    <a:pt x="1220" y="8827"/>
                  </a:cubicBezTo>
                  <a:cubicBezTo>
                    <a:pt x="1249" y="8919"/>
                    <a:pt x="1378" y="9074"/>
                    <a:pt x="1476" y="9074"/>
                  </a:cubicBezTo>
                  <a:cubicBezTo>
                    <a:pt x="1483" y="9074"/>
                    <a:pt x="1490" y="9073"/>
                    <a:pt x="1497" y="9072"/>
                  </a:cubicBezTo>
                  <a:cubicBezTo>
                    <a:pt x="1596" y="9048"/>
                    <a:pt x="1589" y="8874"/>
                    <a:pt x="1586" y="8853"/>
                  </a:cubicBezTo>
                  <a:cubicBezTo>
                    <a:pt x="1583" y="8831"/>
                    <a:pt x="1565" y="8777"/>
                    <a:pt x="1557" y="8689"/>
                  </a:cubicBezTo>
                  <a:cubicBezTo>
                    <a:pt x="1548" y="8598"/>
                    <a:pt x="1586" y="8534"/>
                    <a:pt x="1616" y="8466"/>
                  </a:cubicBezTo>
                  <a:cubicBezTo>
                    <a:pt x="1646" y="8396"/>
                    <a:pt x="1715" y="8257"/>
                    <a:pt x="1740" y="8186"/>
                  </a:cubicBezTo>
                  <a:cubicBezTo>
                    <a:pt x="1763" y="8115"/>
                    <a:pt x="1908" y="7979"/>
                    <a:pt x="1908" y="7979"/>
                  </a:cubicBezTo>
                  <a:cubicBezTo>
                    <a:pt x="1947" y="7946"/>
                    <a:pt x="1902" y="7844"/>
                    <a:pt x="1927" y="7817"/>
                  </a:cubicBezTo>
                  <a:cubicBezTo>
                    <a:pt x="1950" y="7790"/>
                    <a:pt x="2218" y="7598"/>
                    <a:pt x="2218" y="7598"/>
                  </a:cubicBezTo>
                  <a:cubicBezTo>
                    <a:pt x="2218" y="7598"/>
                    <a:pt x="2241" y="7643"/>
                    <a:pt x="2268" y="7679"/>
                  </a:cubicBezTo>
                  <a:cubicBezTo>
                    <a:pt x="2295" y="7715"/>
                    <a:pt x="2301" y="7880"/>
                    <a:pt x="2316" y="7940"/>
                  </a:cubicBezTo>
                  <a:cubicBezTo>
                    <a:pt x="2332" y="8000"/>
                    <a:pt x="2575" y="8289"/>
                    <a:pt x="2655" y="8361"/>
                  </a:cubicBezTo>
                  <a:cubicBezTo>
                    <a:pt x="2679" y="8381"/>
                    <a:pt x="2704" y="8390"/>
                    <a:pt x="2728" y="8390"/>
                  </a:cubicBezTo>
                  <a:cubicBezTo>
                    <a:pt x="2789" y="8390"/>
                    <a:pt x="2847" y="8339"/>
                    <a:pt x="2868" y="8301"/>
                  </a:cubicBezTo>
                  <a:cubicBezTo>
                    <a:pt x="2898" y="8247"/>
                    <a:pt x="2853" y="8132"/>
                    <a:pt x="2833" y="8093"/>
                  </a:cubicBezTo>
                  <a:cubicBezTo>
                    <a:pt x="2812" y="8055"/>
                    <a:pt x="2814" y="7743"/>
                    <a:pt x="2812" y="7675"/>
                  </a:cubicBezTo>
                  <a:cubicBezTo>
                    <a:pt x="2808" y="7611"/>
                    <a:pt x="2895" y="7490"/>
                    <a:pt x="2923" y="7456"/>
                  </a:cubicBezTo>
                  <a:cubicBezTo>
                    <a:pt x="2951" y="7424"/>
                    <a:pt x="3010" y="7265"/>
                    <a:pt x="3037" y="7238"/>
                  </a:cubicBezTo>
                  <a:cubicBezTo>
                    <a:pt x="3063" y="7211"/>
                    <a:pt x="3053" y="7099"/>
                    <a:pt x="3070" y="7060"/>
                  </a:cubicBezTo>
                  <a:cubicBezTo>
                    <a:pt x="3088" y="7021"/>
                    <a:pt x="3440" y="6802"/>
                    <a:pt x="3517" y="6745"/>
                  </a:cubicBezTo>
                  <a:cubicBezTo>
                    <a:pt x="3595" y="6687"/>
                    <a:pt x="3764" y="6531"/>
                    <a:pt x="3842" y="6471"/>
                  </a:cubicBezTo>
                  <a:cubicBezTo>
                    <a:pt x="3919" y="6412"/>
                    <a:pt x="4120" y="6225"/>
                    <a:pt x="4208" y="6171"/>
                  </a:cubicBezTo>
                  <a:cubicBezTo>
                    <a:pt x="4295" y="6118"/>
                    <a:pt x="4445" y="5976"/>
                    <a:pt x="4490" y="5892"/>
                  </a:cubicBezTo>
                  <a:cubicBezTo>
                    <a:pt x="4536" y="5809"/>
                    <a:pt x="4502" y="5670"/>
                    <a:pt x="4490" y="5651"/>
                  </a:cubicBezTo>
                  <a:cubicBezTo>
                    <a:pt x="4479" y="5634"/>
                    <a:pt x="4439" y="5552"/>
                    <a:pt x="4386" y="5394"/>
                  </a:cubicBezTo>
                  <a:cubicBezTo>
                    <a:pt x="4332" y="5235"/>
                    <a:pt x="4182" y="4967"/>
                    <a:pt x="4189" y="4961"/>
                  </a:cubicBezTo>
                  <a:cubicBezTo>
                    <a:pt x="4199" y="4955"/>
                    <a:pt x="4279" y="4802"/>
                    <a:pt x="4332" y="4738"/>
                  </a:cubicBezTo>
                  <a:cubicBezTo>
                    <a:pt x="4383" y="4675"/>
                    <a:pt x="4367" y="4604"/>
                    <a:pt x="4340" y="4585"/>
                  </a:cubicBezTo>
                  <a:cubicBezTo>
                    <a:pt x="4313" y="4568"/>
                    <a:pt x="4174" y="4420"/>
                    <a:pt x="4064" y="4333"/>
                  </a:cubicBezTo>
                  <a:cubicBezTo>
                    <a:pt x="3953" y="4247"/>
                    <a:pt x="3761" y="4061"/>
                    <a:pt x="3774" y="4036"/>
                  </a:cubicBezTo>
                  <a:cubicBezTo>
                    <a:pt x="3784" y="4013"/>
                    <a:pt x="3752" y="3956"/>
                    <a:pt x="3749" y="3931"/>
                  </a:cubicBezTo>
                  <a:cubicBezTo>
                    <a:pt x="3746" y="3908"/>
                    <a:pt x="3764" y="3707"/>
                    <a:pt x="3774" y="3648"/>
                  </a:cubicBezTo>
                  <a:cubicBezTo>
                    <a:pt x="3781" y="3592"/>
                    <a:pt x="3743" y="3402"/>
                    <a:pt x="3730" y="3382"/>
                  </a:cubicBezTo>
                  <a:cubicBezTo>
                    <a:pt x="3718" y="3361"/>
                    <a:pt x="3691" y="3277"/>
                    <a:pt x="3743" y="3223"/>
                  </a:cubicBezTo>
                  <a:cubicBezTo>
                    <a:pt x="3794" y="3168"/>
                    <a:pt x="3800" y="3012"/>
                    <a:pt x="3780" y="2926"/>
                  </a:cubicBezTo>
                  <a:cubicBezTo>
                    <a:pt x="3758" y="2837"/>
                    <a:pt x="3394" y="2496"/>
                    <a:pt x="3394" y="2496"/>
                  </a:cubicBezTo>
                  <a:cubicBezTo>
                    <a:pt x="3390" y="2493"/>
                    <a:pt x="3386" y="2492"/>
                    <a:pt x="3383" y="2492"/>
                  </a:cubicBezTo>
                  <a:cubicBezTo>
                    <a:pt x="3378" y="2492"/>
                    <a:pt x="3374" y="2494"/>
                    <a:pt x="3368" y="2494"/>
                  </a:cubicBezTo>
                  <a:cubicBezTo>
                    <a:pt x="3359" y="2494"/>
                    <a:pt x="3349" y="2491"/>
                    <a:pt x="3331" y="2474"/>
                  </a:cubicBezTo>
                  <a:cubicBezTo>
                    <a:pt x="3292" y="2438"/>
                    <a:pt x="3302" y="2378"/>
                    <a:pt x="3302" y="2349"/>
                  </a:cubicBezTo>
                  <a:cubicBezTo>
                    <a:pt x="3302" y="2318"/>
                    <a:pt x="3404" y="2291"/>
                    <a:pt x="3433" y="2262"/>
                  </a:cubicBezTo>
                  <a:cubicBezTo>
                    <a:pt x="3463" y="2231"/>
                    <a:pt x="3469" y="2177"/>
                    <a:pt x="3469" y="2152"/>
                  </a:cubicBezTo>
                  <a:cubicBezTo>
                    <a:pt x="3469" y="2131"/>
                    <a:pt x="3469" y="2103"/>
                    <a:pt x="3478" y="2098"/>
                  </a:cubicBezTo>
                  <a:cubicBezTo>
                    <a:pt x="3487" y="2097"/>
                    <a:pt x="3466" y="2069"/>
                    <a:pt x="3466" y="2069"/>
                  </a:cubicBezTo>
                  <a:lnTo>
                    <a:pt x="3466" y="2069"/>
                  </a:lnTo>
                  <a:cubicBezTo>
                    <a:pt x="3466" y="2069"/>
                    <a:pt x="3467" y="2069"/>
                    <a:pt x="3468" y="2069"/>
                  </a:cubicBezTo>
                  <a:cubicBezTo>
                    <a:pt x="3470" y="2069"/>
                    <a:pt x="3478" y="2068"/>
                    <a:pt x="3481" y="2050"/>
                  </a:cubicBezTo>
                  <a:cubicBezTo>
                    <a:pt x="3487" y="2030"/>
                    <a:pt x="3466" y="1985"/>
                    <a:pt x="3450" y="1982"/>
                  </a:cubicBezTo>
                  <a:cubicBezTo>
                    <a:pt x="3436" y="1979"/>
                    <a:pt x="3436" y="1964"/>
                    <a:pt x="3445" y="1931"/>
                  </a:cubicBezTo>
                  <a:cubicBezTo>
                    <a:pt x="3455" y="1897"/>
                    <a:pt x="3421" y="1877"/>
                    <a:pt x="3373" y="1868"/>
                  </a:cubicBezTo>
                  <a:cubicBezTo>
                    <a:pt x="3325" y="1860"/>
                    <a:pt x="3350" y="1801"/>
                    <a:pt x="3313" y="1721"/>
                  </a:cubicBezTo>
                  <a:cubicBezTo>
                    <a:pt x="3287" y="1664"/>
                    <a:pt x="3198" y="1621"/>
                    <a:pt x="3086" y="1621"/>
                  </a:cubicBezTo>
                  <a:cubicBezTo>
                    <a:pt x="3041" y="1621"/>
                    <a:pt x="2993" y="1627"/>
                    <a:pt x="2943" y="1643"/>
                  </a:cubicBezTo>
                  <a:cubicBezTo>
                    <a:pt x="2770" y="1696"/>
                    <a:pt x="2712" y="1781"/>
                    <a:pt x="2680" y="1849"/>
                  </a:cubicBezTo>
                  <a:cubicBezTo>
                    <a:pt x="2646" y="1919"/>
                    <a:pt x="2674" y="2135"/>
                    <a:pt x="2674" y="2135"/>
                  </a:cubicBezTo>
                  <a:cubicBezTo>
                    <a:pt x="2674" y="2135"/>
                    <a:pt x="2620" y="2117"/>
                    <a:pt x="2508" y="2072"/>
                  </a:cubicBezTo>
                  <a:cubicBezTo>
                    <a:pt x="2397" y="2029"/>
                    <a:pt x="2292" y="2010"/>
                    <a:pt x="2259" y="2010"/>
                  </a:cubicBezTo>
                  <a:cubicBezTo>
                    <a:pt x="2225" y="2010"/>
                    <a:pt x="2039" y="1871"/>
                    <a:pt x="1905" y="1787"/>
                  </a:cubicBezTo>
                  <a:cubicBezTo>
                    <a:pt x="1769" y="1704"/>
                    <a:pt x="1535" y="1571"/>
                    <a:pt x="1449" y="1523"/>
                  </a:cubicBezTo>
                  <a:cubicBezTo>
                    <a:pt x="1361" y="1475"/>
                    <a:pt x="965" y="1248"/>
                    <a:pt x="844" y="1201"/>
                  </a:cubicBezTo>
                  <a:cubicBezTo>
                    <a:pt x="725" y="1157"/>
                    <a:pt x="419" y="1006"/>
                    <a:pt x="377" y="971"/>
                  </a:cubicBezTo>
                  <a:cubicBezTo>
                    <a:pt x="342" y="940"/>
                    <a:pt x="327" y="905"/>
                    <a:pt x="321" y="872"/>
                  </a:cubicBezTo>
                  <a:lnTo>
                    <a:pt x="321" y="872"/>
                  </a:lnTo>
                  <a:cubicBezTo>
                    <a:pt x="397" y="924"/>
                    <a:pt x="489" y="954"/>
                    <a:pt x="588" y="954"/>
                  </a:cubicBezTo>
                  <a:cubicBezTo>
                    <a:pt x="850" y="954"/>
                    <a:pt x="1064" y="741"/>
                    <a:pt x="1064" y="479"/>
                  </a:cubicBezTo>
                  <a:cubicBezTo>
                    <a:pt x="1064" y="215"/>
                    <a:pt x="850" y="1"/>
                    <a:pt x="58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7"/>
            <p:cNvSpPr/>
            <p:nvPr/>
          </p:nvSpPr>
          <p:spPr>
            <a:xfrm>
              <a:off x="713260" y="1562785"/>
              <a:ext cx="98810" cy="103149"/>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7"/>
          <p:cNvGrpSpPr/>
          <p:nvPr/>
        </p:nvGrpSpPr>
        <p:grpSpPr>
          <a:xfrm>
            <a:off x="4172547" y="3248851"/>
            <a:ext cx="792133" cy="1260704"/>
            <a:chOff x="1423345" y="1562785"/>
            <a:chExt cx="420743" cy="669626"/>
          </a:xfrm>
        </p:grpSpPr>
        <p:sp>
          <p:nvSpPr>
            <p:cNvPr id="164" name="Google Shape;164;p17"/>
            <p:cNvSpPr/>
            <p:nvPr/>
          </p:nvSpPr>
          <p:spPr>
            <a:xfrm>
              <a:off x="1423345" y="1606359"/>
              <a:ext cx="420743" cy="626052"/>
            </a:xfrm>
            <a:custGeom>
              <a:rect b="b" l="l" r="r" t="t"/>
              <a:pathLst>
                <a:path extrusionOk="0" h="8224" w="5527">
                  <a:moveTo>
                    <a:pt x="851" y="1091"/>
                  </a:moveTo>
                  <a:cubicBezTo>
                    <a:pt x="871" y="1091"/>
                    <a:pt x="920" y="1101"/>
                    <a:pt x="941" y="1101"/>
                  </a:cubicBezTo>
                  <a:cubicBezTo>
                    <a:pt x="944" y="1101"/>
                    <a:pt x="946" y="1101"/>
                    <a:pt x="948" y="1101"/>
                  </a:cubicBezTo>
                  <a:cubicBezTo>
                    <a:pt x="949" y="1100"/>
                    <a:pt x="949" y="1100"/>
                    <a:pt x="950" y="1100"/>
                  </a:cubicBezTo>
                  <a:cubicBezTo>
                    <a:pt x="955" y="1100"/>
                    <a:pt x="881" y="1134"/>
                    <a:pt x="857" y="1136"/>
                  </a:cubicBezTo>
                  <a:cubicBezTo>
                    <a:pt x="831" y="1137"/>
                    <a:pt x="815" y="1140"/>
                    <a:pt x="801" y="1144"/>
                  </a:cubicBezTo>
                  <a:cubicBezTo>
                    <a:pt x="800" y="1145"/>
                    <a:pt x="799" y="1145"/>
                    <a:pt x="798" y="1145"/>
                  </a:cubicBezTo>
                  <a:cubicBezTo>
                    <a:pt x="785" y="1145"/>
                    <a:pt x="781" y="1119"/>
                    <a:pt x="766" y="1118"/>
                  </a:cubicBezTo>
                  <a:cubicBezTo>
                    <a:pt x="766" y="1118"/>
                    <a:pt x="831" y="1098"/>
                    <a:pt x="843" y="1092"/>
                  </a:cubicBezTo>
                  <a:cubicBezTo>
                    <a:pt x="844" y="1091"/>
                    <a:pt x="847" y="1091"/>
                    <a:pt x="851" y="1091"/>
                  </a:cubicBezTo>
                  <a:close/>
                  <a:moveTo>
                    <a:pt x="1081" y="1187"/>
                  </a:moveTo>
                  <a:cubicBezTo>
                    <a:pt x="1089" y="1187"/>
                    <a:pt x="1096" y="1187"/>
                    <a:pt x="1101" y="1188"/>
                  </a:cubicBezTo>
                  <a:cubicBezTo>
                    <a:pt x="1128" y="1195"/>
                    <a:pt x="1236" y="1262"/>
                    <a:pt x="1271" y="1264"/>
                  </a:cubicBezTo>
                  <a:cubicBezTo>
                    <a:pt x="1303" y="1265"/>
                    <a:pt x="1407" y="1301"/>
                    <a:pt x="1445" y="1301"/>
                  </a:cubicBezTo>
                  <a:cubicBezTo>
                    <a:pt x="1449" y="1301"/>
                    <a:pt x="1452" y="1301"/>
                    <a:pt x="1455" y="1300"/>
                  </a:cubicBezTo>
                  <a:cubicBezTo>
                    <a:pt x="1461" y="1299"/>
                    <a:pt x="1468" y="1298"/>
                    <a:pt x="1476" y="1298"/>
                  </a:cubicBezTo>
                  <a:cubicBezTo>
                    <a:pt x="1501" y="1298"/>
                    <a:pt x="1531" y="1306"/>
                    <a:pt x="1539" y="1316"/>
                  </a:cubicBezTo>
                  <a:cubicBezTo>
                    <a:pt x="1539" y="1316"/>
                    <a:pt x="1798" y="1507"/>
                    <a:pt x="1844" y="1532"/>
                  </a:cubicBezTo>
                  <a:cubicBezTo>
                    <a:pt x="1888" y="1556"/>
                    <a:pt x="1955" y="1630"/>
                    <a:pt x="1964" y="1630"/>
                  </a:cubicBezTo>
                  <a:cubicBezTo>
                    <a:pt x="1964" y="1630"/>
                    <a:pt x="1964" y="1629"/>
                    <a:pt x="1964" y="1629"/>
                  </a:cubicBezTo>
                  <a:lnTo>
                    <a:pt x="1964" y="1629"/>
                  </a:lnTo>
                  <a:cubicBezTo>
                    <a:pt x="1957" y="1632"/>
                    <a:pt x="1879" y="1663"/>
                    <a:pt x="1825" y="1678"/>
                  </a:cubicBezTo>
                  <a:cubicBezTo>
                    <a:pt x="1812" y="1681"/>
                    <a:pt x="1799" y="1682"/>
                    <a:pt x="1786" y="1682"/>
                  </a:cubicBezTo>
                  <a:cubicBezTo>
                    <a:pt x="1737" y="1682"/>
                    <a:pt x="1686" y="1661"/>
                    <a:pt x="1648" y="1632"/>
                  </a:cubicBezTo>
                  <a:cubicBezTo>
                    <a:pt x="1600" y="1594"/>
                    <a:pt x="1407" y="1504"/>
                    <a:pt x="1353" y="1485"/>
                  </a:cubicBezTo>
                  <a:cubicBezTo>
                    <a:pt x="1300" y="1468"/>
                    <a:pt x="1090" y="1350"/>
                    <a:pt x="1040" y="1326"/>
                  </a:cubicBezTo>
                  <a:cubicBezTo>
                    <a:pt x="989" y="1303"/>
                    <a:pt x="884" y="1223"/>
                    <a:pt x="865" y="1213"/>
                  </a:cubicBezTo>
                  <a:cubicBezTo>
                    <a:pt x="847" y="1204"/>
                    <a:pt x="936" y="1208"/>
                    <a:pt x="956" y="1203"/>
                  </a:cubicBezTo>
                  <a:cubicBezTo>
                    <a:pt x="976" y="1197"/>
                    <a:pt x="1042" y="1187"/>
                    <a:pt x="1081" y="1187"/>
                  </a:cubicBezTo>
                  <a:close/>
                  <a:moveTo>
                    <a:pt x="574" y="1"/>
                  </a:moveTo>
                  <a:cubicBezTo>
                    <a:pt x="441" y="1"/>
                    <a:pt x="313" y="43"/>
                    <a:pt x="225" y="120"/>
                  </a:cubicBezTo>
                  <a:cubicBezTo>
                    <a:pt x="26" y="299"/>
                    <a:pt x="1" y="483"/>
                    <a:pt x="15" y="658"/>
                  </a:cubicBezTo>
                  <a:cubicBezTo>
                    <a:pt x="33" y="830"/>
                    <a:pt x="157" y="954"/>
                    <a:pt x="157" y="961"/>
                  </a:cubicBezTo>
                  <a:cubicBezTo>
                    <a:pt x="152" y="965"/>
                    <a:pt x="158" y="980"/>
                    <a:pt x="183" y="1010"/>
                  </a:cubicBezTo>
                  <a:cubicBezTo>
                    <a:pt x="209" y="1039"/>
                    <a:pt x="284" y="1077"/>
                    <a:pt x="301" y="1077"/>
                  </a:cubicBezTo>
                  <a:cubicBezTo>
                    <a:pt x="302" y="1077"/>
                    <a:pt x="302" y="1077"/>
                    <a:pt x="302" y="1077"/>
                  </a:cubicBezTo>
                  <a:cubicBezTo>
                    <a:pt x="320" y="1077"/>
                    <a:pt x="381" y="1128"/>
                    <a:pt x="406" y="1156"/>
                  </a:cubicBezTo>
                  <a:cubicBezTo>
                    <a:pt x="431" y="1182"/>
                    <a:pt x="489" y="1224"/>
                    <a:pt x="518" y="1249"/>
                  </a:cubicBezTo>
                  <a:cubicBezTo>
                    <a:pt x="549" y="1274"/>
                    <a:pt x="661" y="1357"/>
                    <a:pt x="693" y="1375"/>
                  </a:cubicBezTo>
                  <a:cubicBezTo>
                    <a:pt x="723" y="1393"/>
                    <a:pt x="809" y="1474"/>
                    <a:pt x="853" y="1520"/>
                  </a:cubicBezTo>
                  <a:cubicBezTo>
                    <a:pt x="898" y="1567"/>
                    <a:pt x="1076" y="1702"/>
                    <a:pt x="1143" y="1761"/>
                  </a:cubicBezTo>
                  <a:cubicBezTo>
                    <a:pt x="1211" y="1817"/>
                    <a:pt x="1450" y="1973"/>
                    <a:pt x="1536" y="2023"/>
                  </a:cubicBezTo>
                  <a:cubicBezTo>
                    <a:pt x="1591" y="2055"/>
                    <a:pt x="1630" y="2059"/>
                    <a:pt x="1662" y="2059"/>
                  </a:cubicBezTo>
                  <a:cubicBezTo>
                    <a:pt x="1674" y="2059"/>
                    <a:pt x="1685" y="2059"/>
                    <a:pt x="1697" y="2059"/>
                  </a:cubicBezTo>
                  <a:cubicBezTo>
                    <a:pt x="1701" y="2059"/>
                    <a:pt x="1705" y="2059"/>
                    <a:pt x="1710" y="2059"/>
                  </a:cubicBezTo>
                  <a:cubicBezTo>
                    <a:pt x="1752" y="2062"/>
                    <a:pt x="2039" y="2062"/>
                    <a:pt x="2166" y="2065"/>
                  </a:cubicBezTo>
                  <a:cubicBezTo>
                    <a:pt x="2173" y="2065"/>
                    <a:pt x="2182" y="2065"/>
                    <a:pt x="2190" y="2065"/>
                  </a:cubicBezTo>
                  <a:cubicBezTo>
                    <a:pt x="2326" y="2065"/>
                    <a:pt x="2576" y="2045"/>
                    <a:pt x="2616" y="2031"/>
                  </a:cubicBezTo>
                  <a:cubicBezTo>
                    <a:pt x="2647" y="2022"/>
                    <a:pt x="2721" y="2003"/>
                    <a:pt x="2760" y="2003"/>
                  </a:cubicBezTo>
                  <a:cubicBezTo>
                    <a:pt x="2773" y="2003"/>
                    <a:pt x="2783" y="2005"/>
                    <a:pt x="2785" y="2011"/>
                  </a:cubicBezTo>
                  <a:cubicBezTo>
                    <a:pt x="2790" y="2031"/>
                    <a:pt x="2798" y="2036"/>
                    <a:pt x="2811" y="2052"/>
                  </a:cubicBezTo>
                  <a:cubicBezTo>
                    <a:pt x="2824" y="2069"/>
                    <a:pt x="2840" y="2115"/>
                    <a:pt x="2862" y="2173"/>
                  </a:cubicBezTo>
                  <a:cubicBezTo>
                    <a:pt x="2884" y="2230"/>
                    <a:pt x="2986" y="2554"/>
                    <a:pt x="2997" y="2591"/>
                  </a:cubicBezTo>
                  <a:cubicBezTo>
                    <a:pt x="3008" y="2627"/>
                    <a:pt x="3041" y="2924"/>
                    <a:pt x="3034" y="2943"/>
                  </a:cubicBezTo>
                  <a:cubicBezTo>
                    <a:pt x="3025" y="2962"/>
                    <a:pt x="3044" y="2967"/>
                    <a:pt x="3059" y="3015"/>
                  </a:cubicBezTo>
                  <a:cubicBezTo>
                    <a:pt x="3073" y="3063"/>
                    <a:pt x="3041" y="3292"/>
                    <a:pt x="3012" y="3357"/>
                  </a:cubicBezTo>
                  <a:cubicBezTo>
                    <a:pt x="2984" y="3421"/>
                    <a:pt x="3063" y="3493"/>
                    <a:pt x="3105" y="3522"/>
                  </a:cubicBezTo>
                  <a:cubicBezTo>
                    <a:pt x="3136" y="3545"/>
                    <a:pt x="3113" y="3568"/>
                    <a:pt x="3077" y="3568"/>
                  </a:cubicBezTo>
                  <a:cubicBezTo>
                    <a:pt x="3065" y="3568"/>
                    <a:pt x="3051" y="3565"/>
                    <a:pt x="3038" y="3560"/>
                  </a:cubicBezTo>
                  <a:cubicBezTo>
                    <a:pt x="3036" y="3559"/>
                    <a:pt x="3033" y="3558"/>
                    <a:pt x="3031" y="3558"/>
                  </a:cubicBezTo>
                  <a:cubicBezTo>
                    <a:pt x="2978" y="3558"/>
                    <a:pt x="2943" y="3786"/>
                    <a:pt x="2933" y="3820"/>
                  </a:cubicBezTo>
                  <a:cubicBezTo>
                    <a:pt x="2923" y="3858"/>
                    <a:pt x="2772" y="3877"/>
                    <a:pt x="2715" y="3895"/>
                  </a:cubicBezTo>
                  <a:cubicBezTo>
                    <a:pt x="2658" y="3911"/>
                    <a:pt x="2474" y="4099"/>
                    <a:pt x="2460" y="4133"/>
                  </a:cubicBezTo>
                  <a:cubicBezTo>
                    <a:pt x="2444" y="4168"/>
                    <a:pt x="2335" y="4291"/>
                    <a:pt x="2286" y="4321"/>
                  </a:cubicBezTo>
                  <a:cubicBezTo>
                    <a:pt x="2238" y="4353"/>
                    <a:pt x="2279" y="4394"/>
                    <a:pt x="2279" y="4394"/>
                  </a:cubicBezTo>
                  <a:cubicBezTo>
                    <a:pt x="2279" y="4394"/>
                    <a:pt x="2155" y="4553"/>
                    <a:pt x="2103" y="4632"/>
                  </a:cubicBezTo>
                  <a:cubicBezTo>
                    <a:pt x="2050" y="4710"/>
                    <a:pt x="1973" y="4933"/>
                    <a:pt x="1975" y="4999"/>
                  </a:cubicBezTo>
                  <a:cubicBezTo>
                    <a:pt x="1978" y="5064"/>
                    <a:pt x="2072" y="5236"/>
                    <a:pt x="2109" y="5350"/>
                  </a:cubicBezTo>
                  <a:cubicBezTo>
                    <a:pt x="2144" y="5463"/>
                    <a:pt x="2253" y="5632"/>
                    <a:pt x="2291" y="5685"/>
                  </a:cubicBezTo>
                  <a:cubicBezTo>
                    <a:pt x="2326" y="5739"/>
                    <a:pt x="2504" y="5915"/>
                    <a:pt x="2550" y="5966"/>
                  </a:cubicBezTo>
                  <a:cubicBezTo>
                    <a:pt x="2597" y="6018"/>
                    <a:pt x="2689" y="6173"/>
                    <a:pt x="2700" y="6193"/>
                  </a:cubicBezTo>
                  <a:cubicBezTo>
                    <a:pt x="2713" y="6214"/>
                    <a:pt x="2707" y="6215"/>
                    <a:pt x="2691" y="6230"/>
                  </a:cubicBezTo>
                  <a:cubicBezTo>
                    <a:pt x="2675" y="6244"/>
                    <a:pt x="2683" y="6266"/>
                    <a:pt x="2672" y="6278"/>
                  </a:cubicBezTo>
                  <a:cubicBezTo>
                    <a:pt x="2661" y="6289"/>
                    <a:pt x="2638" y="6327"/>
                    <a:pt x="2635" y="6352"/>
                  </a:cubicBezTo>
                  <a:cubicBezTo>
                    <a:pt x="2632" y="6377"/>
                    <a:pt x="2493" y="6562"/>
                    <a:pt x="2483" y="6608"/>
                  </a:cubicBezTo>
                  <a:cubicBezTo>
                    <a:pt x="2473" y="6654"/>
                    <a:pt x="2444" y="6723"/>
                    <a:pt x="2358" y="6786"/>
                  </a:cubicBezTo>
                  <a:cubicBezTo>
                    <a:pt x="2269" y="6849"/>
                    <a:pt x="2164" y="7048"/>
                    <a:pt x="2164" y="7104"/>
                  </a:cubicBezTo>
                  <a:cubicBezTo>
                    <a:pt x="2163" y="7160"/>
                    <a:pt x="2240" y="7193"/>
                    <a:pt x="2361" y="7200"/>
                  </a:cubicBezTo>
                  <a:cubicBezTo>
                    <a:pt x="2366" y="7200"/>
                    <a:pt x="2372" y="7200"/>
                    <a:pt x="2378" y="7200"/>
                  </a:cubicBezTo>
                  <a:cubicBezTo>
                    <a:pt x="2499" y="7200"/>
                    <a:pt x="2676" y="7119"/>
                    <a:pt x="2779" y="7044"/>
                  </a:cubicBezTo>
                  <a:cubicBezTo>
                    <a:pt x="2885" y="6964"/>
                    <a:pt x="2967" y="6807"/>
                    <a:pt x="3000" y="6782"/>
                  </a:cubicBezTo>
                  <a:cubicBezTo>
                    <a:pt x="3035" y="6757"/>
                    <a:pt x="3182" y="6740"/>
                    <a:pt x="3274" y="6686"/>
                  </a:cubicBezTo>
                  <a:cubicBezTo>
                    <a:pt x="3366" y="6630"/>
                    <a:pt x="3401" y="6528"/>
                    <a:pt x="3391" y="6455"/>
                  </a:cubicBezTo>
                  <a:cubicBezTo>
                    <a:pt x="3379" y="6383"/>
                    <a:pt x="3227" y="6168"/>
                    <a:pt x="3198" y="6134"/>
                  </a:cubicBezTo>
                  <a:cubicBezTo>
                    <a:pt x="3169" y="6099"/>
                    <a:pt x="3080" y="6072"/>
                    <a:pt x="3061" y="6069"/>
                  </a:cubicBezTo>
                  <a:cubicBezTo>
                    <a:pt x="3042" y="6068"/>
                    <a:pt x="2968" y="5924"/>
                    <a:pt x="2948" y="5882"/>
                  </a:cubicBezTo>
                  <a:cubicBezTo>
                    <a:pt x="2927" y="5839"/>
                    <a:pt x="2871" y="5708"/>
                    <a:pt x="2868" y="5675"/>
                  </a:cubicBezTo>
                  <a:cubicBezTo>
                    <a:pt x="2866" y="5643"/>
                    <a:pt x="2857" y="5554"/>
                    <a:pt x="2828" y="5449"/>
                  </a:cubicBezTo>
                  <a:cubicBezTo>
                    <a:pt x="2798" y="5344"/>
                    <a:pt x="2689" y="5210"/>
                    <a:pt x="2658" y="5172"/>
                  </a:cubicBezTo>
                  <a:cubicBezTo>
                    <a:pt x="2627" y="5133"/>
                    <a:pt x="2581" y="5077"/>
                    <a:pt x="2610" y="5067"/>
                  </a:cubicBezTo>
                  <a:cubicBezTo>
                    <a:pt x="2639" y="5058"/>
                    <a:pt x="2709" y="4991"/>
                    <a:pt x="2737" y="4983"/>
                  </a:cubicBezTo>
                  <a:cubicBezTo>
                    <a:pt x="2742" y="4981"/>
                    <a:pt x="2746" y="4980"/>
                    <a:pt x="2750" y="4980"/>
                  </a:cubicBezTo>
                  <a:cubicBezTo>
                    <a:pt x="2766" y="4980"/>
                    <a:pt x="2772" y="4993"/>
                    <a:pt x="2788" y="4997"/>
                  </a:cubicBezTo>
                  <a:cubicBezTo>
                    <a:pt x="2805" y="5005"/>
                    <a:pt x="2825" y="5038"/>
                    <a:pt x="2872" y="5063"/>
                  </a:cubicBezTo>
                  <a:cubicBezTo>
                    <a:pt x="2888" y="5072"/>
                    <a:pt x="2911" y="5076"/>
                    <a:pt x="2936" y="5076"/>
                  </a:cubicBezTo>
                  <a:cubicBezTo>
                    <a:pt x="2984" y="5076"/>
                    <a:pt x="3039" y="5064"/>
                    <a:pt x="3070" y="5054"/>
                  </a:cubicBezTo>
                  <a:cubicBezTo>
                    <a:pt x="3118" y="5040"/>
                    <a:pt x="3261" y="4939"/>
                    <a:pt x="3316" y="4920"/>
                  </a:cubicBezTo>
                  <a:cubicBezTo>
                    <a:pt x="3325" y="4917"/>
                    <a:pt x="3333" y="4916"/>
                    <a:pt x="3340" y="4916"/>
                  </a:cubicBezTo>
                  <a:cubicBezTo>
                    <a:pt x="3377" y="4916"/>
                    <a:pt x="3386" y="4957"/>
                    <a:pt x="3402" y="4986"/>
                  </a:cubicBezTo>
                  <a:cubicBezTo>
                    <a:pt x="3421" y="5021"/>
                    <a:pt x="3421" y="5050"/>
                    <a:pt x="3424" y="5114"/>
                  </a:cubicBezTo>
                  <a:cubicBezTo>
                    <a:pt x="3426" y="5178"/>
                    <a:pt x="3622" y="5341"/>
                    <a:pt x="3646" y="5395"/>
                  </a:cubicBezTo>
                  <a:cubicBezTo>
                    <a:pt x="3667" y="5447"/>
                    <a:pt x="3654" y="5469"/>
                    <a:pt x="3637" y="5510"/>
                  </a:cubicBezTo>
                  <a:cubicBezTo>
                    <a:pt x="3619" y="5551"/>
                    <a:pt x="3657" y="5576"/>
                    <a:pt x="3673" y="5590"/>
                  </a:cubicBezTo>
                  <a:cubicBezTo>
                    <a:pt x="3691" y="5606"/>
                    <a:pt x="3739" y="5816"/>
                    <a:pt x="3755" y="5890"/>
                  </a:cubicBezTo>
                  <a:cubicBezTo>
                    <a:pt x="3769" y="5963"/>
                    <a:pt x="3871" y="6005"/>
                    <a:pt x="3889" y="6049"/>
                  </a:cubicBezTo>
                  <a:cubicBezTo>
                    <a:pt x="3906" y="6091"/>
                    <a:pt x="3992" y="6252"/>
                    <a:pt x="4032" y="6346"/>
                  </a:cubicBezTo>
                  <a:cubicBezTo>
                    <a:pt x="4071" y="6441"/>
                    <a:pt x="4268" y="6575"/>
                    <a:pt x="4297" y="6598"/>
                  </a:cubicBezTo>
                  <a:cubicBezTo>
                    <a:pt x="4326" y="6620"/>
                    <a:pt x="4547" y="6922"/>
                    <a:pt x="4608" y="6996"/>
                  </a:cubicBezTo>
                  <a:cubicBezTo>
                    <a:pt x="4668" y="7070"/>
                    <a:pt x="4791" y="7219"/>
                    <a:pt x="4804" y="7245"/>
                  </a:cubicBezTo>
                  <a:cubicBezTo>
                    <a:pt x="4815" y="7271"/>
                    <a:pt x="4823" y="7297"/>
                    <a:pt x="4808" y="7308"/>
                  </a:cubicBezTo>
                  <a:cubicBezTo>
                    <a:pt x="4792" y="7319"/>
                    <a:pt x="4812" y="7344"/>
                    <a:pt x="4815" y="7356"/>
                  </a:cubicBezTo>
                  <a:cubicBezTo>
                    <a:pt x="4820" y="7366"/>
                    <a:pt x="4796" y="7424"/>
                    <a:pt x="4776" y="7456"/>
                  </a:cubicBezTo>
                  <a:cubicBezTo>
                    <a:pt x="4757" y="7488"/>
                    <a:pt x="4775" y="7522"/>
                    <a:pt x="4814" y="7551"/>
                  </a:cubicBezTo>
                  <a:cubicBezTo>
                    <a:pt x="4853" y="7579"/>
                    <a:pt x="4856" y="7596"/>
                    <a:pt x="4875" y="7670"/>
                  </a:cubicBezTo>
                  <a:cubicBezTo>
                    <a:pt x="4894" y="7745"/>
                    <a:pt x="4868" y="7970"/>
                    <a:pt x="4897" y="8104"/>
                  </a:cubicBezTo>
                  <a:cubicBezTo>
                    <a:pt x="4915" y="8187"/>
                    <a:pt x="4970" y="8224"/>
                    <a:pt x="5044" y="8224"/>
                  </a:cubicBezTo>
                  <a:cubicBezTo>
                    <a:pt x="5090" y="8224"/>
                    <a:pt x="5143" y="8209"/>
                    <a:pt x="5200" y="8183"/>
                  </a:cubicBezTo>
                  <a:cubicBezTo>
                    <a:pt x="5347" y="8115"/>
                    <a:pt x="5408" y="7912"/>
                    <a:pt x="5434" y="7791"/>
                  </a:cubicBezTo>
                  <a:cubicBezTo>
                    <a:pt x="5462" y="7670"/>
                    <a:pt x="5421" y="7501"/>
                    <a:pt x="5421" y="7485"/>
                  </a:cubicBezTo>
                  <a:cubicBezTo>
                    <a:pt x="5420" y="7471"/>
                    <a:pt x="5456" y="7380"/>
                    <a:pt x="5480" y="7345"/>
                  </a:cubicBezTo>
                  <a:cubicBezTo>
                    <a:pt x="5503" y="7311"/>
                    <a:pt x="5517" y="7254"/>
                    <a:pt x="5522" y="7155"/>
                  </a:cubicBezTo>
                  <a:cubicBezTo>
                    <a:pt x="5526" y="7059"/>
                    <a:pt x="5430" y="7016"/>
                    <a:pt x="5328" y="6993"/>
                  </a:cubicBezTo>
                  <a:cubicBezTo>
                    <a:pt x="5276" y="6981"/>
                    <a:pt x="5210" y="6975"/>
                    <a:pt x="5164" y="6975"/>
                  </a:cubicBezTo>
                  <a:cubicBezTo>
                    <a:pt x="5135" y="6975"/>
                    <a:pt x="5114" y="6977"/>
                    <a:pt x="5110" y="6981"/>
                  </a:cubicBezTo>
                  <a:cubicBezTo>
                    <a:pt x="5105" y="6987"/>
                    <a:pt x="5092" y="6992"/>
                    <a:pt x="5079" y="6992"/>
                  </a:cubicBezTo>
                  <a:cubicBezTo>
                    <a:pt x="5066" y="6992"/>
                    <a:pt x="5051" y="6987"/>
                    <a:pt x="5044" y="6970"/>
                  </a:cubicBezTo>
                  <a:cubicBezTo>
                    <a:pt x="5029" y="6936"/>
                    <a:pt x="4948" y="6662"/>
                    <a:pt x="4916" y="6568"/>
                  </a:cubicBezTo>
                  <a:cubicBezTo>
                    <a:pt x="4884" y="6473"/>
                    <a:pt x="4792" y="6355"/>
                    <a:pt x="4731" y="6310"/>
                  </a:cubicBezTo>
                  <a:cubicBezTo>
                    <a:pt x="4671" y="6263"/>
                    <a:pt x="4552" y="6142"/>
                    <a:pt x="4530" y="6116"/>
                  </a:cubicBezTo>
                  <a:cubicBezTo>
                    <a:pt x="4511" y="6090"/>
                    <a:pt x="4493" y="6016"/>
                    <a:pt x="4489" y="5988"/>
                  </a:cubicBezTo>
                  <a:cubicBezTo>
                    <a:pt x="4485" y="5962"/>
                    <a:pt x="4489" y="5908"/>
                    <a:pt x="4495" y="5908"/>
                  </a:cubicBezTo>
                  <a:cubicBezTo>
                    <a:pt x="4501" y="5908"/>
                    <a:pt x="4511" y="5898"/>
                    <a:pt x="4506" y="5874"/>
                  </a:cubicBezTo>
                  <a:cubicBezTo>
                    <a:pt x="4501" y="5852"/>
                    <a:pt x="4512" y="5549"/>
                    <a:pt x="4527" y="5487"/>
                  </a:cubicBezTo>
                  <a:cubicBezTo>
                    <a:pt x="4541" y="5424"/>
                    <a:pt x="4543" y="5038"/>
                    <a:pt x="4568" y="4933"/>
                  </a:cubicBezTo>
                  <a:cubicBezTo>
                    <a:pt x="4591" y="4827"/>
                    <a:pt x="4544" y="4677"/>
                    <a:pt x="4533" y="4629"/>
                  </a:cubicBezTo>
                  <a:cubicBezTo>
                    <a:pt x="4522" y="4581"/>
                    <a:pt x="4563" y="4358"/>
                    <a:pt x="4573" y="4291"/>
                  </a:cubicBezTo>
                  <a:cubicBezTo>
                    <a:pt x="4582" y="4224"/>
                    <a:pt x="4537" y="4061"/>
                    <a:pt x="4530" y="4042"/>
                  </a:cubicBezTo>
                  <a:cubicBezTo>
                    <a:pt x="4525" y="4024"/>
                    <a:pt x="4541" y="4036"/>
                    <a:pt x="4608" y="4023"/>
                  </a:cubicBezTo>
                  <a:cubicBezTo>
                    <a:pt x="4677" y="4010"/>
                    <a:pt x="4744" y="3957"/>
                    <a:pt x="4770" y="3880"/>
                  </a:cubicBezTo>
                  <a:cubicBezTo>
                    <a:pt x="4796" y="3804"/>
                    <a:pt x="4712" y="3682"/>
                    <a:pt x="4700" y="3629"/>
                  </a:cubicBezTo>
                  <a:cubicBezTo>
                    <a:pt x="4690" y="3580"/>
                    <a:pt x="4522" y="3286"/>
                    <a:pt x="4492" y="3251"/>
                  </a:cubicBezTo>
                  <a:cubicBezTo>
                    <a:pt x="4463" y="3216"/>
                    <a:pt x="4437" y="3153"/>
                    <a:pt x="4447" y="3133"/>
                  </a:cubicBezTo>
                  <a:cubicBezTo>
                    <a:pt x="4455" y="3111"/>
                    <a:pt x="4458" y="2971"/>
                    <a:pt x="4451" y="2946"/>
                  </a:cubicBezTo>
                  <a:cubicBezTo>
                    <a:pt x="4444" y="2923"/>
                    <a:pt x="4450" y="2782"/>
                    <a:pt x="4461" y="2757"/>
                  </a:cubicBezTo>
                  <a:cubicBezTo>
                    <a:pt x="4472" y="2731"/>
                    <a:pt x="4480" y="2605"/>
                    <a:pt x="4479" y="2530"/>
                  </a:cubicBezTo>
                  <a:cubicBezTo>
                    <a:pt x="4477" y="2454"/>
                    <a:pt x="4352" y="2154"/>
                    <a:pt x="4343" y="2090"/>
                  </a:cubicBezTo>
                  <a:cubicBezTo>
                    <a:pt x="4333" y="2024"/>
                    <a:pt x="4259" y="1819"/>
                    <a:pt x="4189" y="1663"/>
                  </a:cubicBezTo>
                  <a:cubicBezTo>
                    <a:pt x="4119" y="1507"/>
                    <a:pt x="3915" y="1393"/>
                    <a:pt x="3915" y="1393"/>
                  </a:cubicBezTo>
                  <a:cubicBezTo>
                    <a:pt x="3914" y="1394"/>
                    <a:pt x="3913" y="1394"/>
                    <a:pt x="3912" y="1394"/>
                  </a:cubicBezTo>
                  <a:cubicBezTo>
                    <a:pt x="3901" y="1394"/>
                    <a:pt x="3880" y="1369"/>
                    <a:pt x="3895" y="1369"/>
                  </a:cubicBezTo>
                  <a:cubicBezTo>
                    <a:pt x="3911" y="1367"/>
                    <a:pt x="3918" y="1326"/>
                    <a:pt x="3922" y="1267"/>
                  </a:cubicBezTo>
                  <a:cubicBezTo>
                    <a:pt x="3925" y="1207"/>
                    <a:pt x="3966" y="1136"/>
                    <a:pt x="4049" y="914"/>
                  </a:cubicBezTo>
                  <a:cubicBezTo>
                    <a:pt x="4131" y="694"/>
                    <a:pt x="3863" y="502"/>
                    <a:pt x="3720" y="450"/>
                  </a:cubicBezTo>
                  <a:cubicBezTo>
                    <a:pt x="3686" y="437"/>
                    <a:pt x="3643" y="432"/>
                    <a:pt x="3598" y="432"/>
                  </a:cubicBezTo>
                  <a:cubicBezTo>
                    <a:pt x="3453" y="432"/>
                    <a:pt x="3278" y="481"/>
                    <a:pt x="3229" y="487"/>
                  </a:cubicBezTo>
                  <a:cubicBezTo>
                    <a:pt x="3165" y="495"/>
                    <a:pt x="3146" y="589"/>
                    <a:pt x="3152" y="616"/>
                  </a:cubicBezTo>
                  <a:cubicBezTo>
                    <a:pt x="3158" y="642"/>
                    <a:pt x="3117" y="712"/>
                    <a:pt x="3091" y="755"/>
                  </a:cubicBezTo>
                  <a:cubicBezTo>
                    <a:pt x="3063" y="798"/>
                    <a:pt x="3089" y="834"/>
                    <a:pt x="3095" y="856"/>
                  </a:cubicBezTo>
                  <a:cubicBezTo>
                    <a:pt x="3102" y="878"/>
                    <a:pt x="3072" y="903"/>
                    <a:pt x="3000" y="958"/>
                  </a:cubicBezTo>
                  <a:cubicBezTo>
                    <a:pt x="2929" y="1012"/>
                    <a:pt x="2962" y="1044"/>
                    <a:pt x="2981" y="1057"/>
                  </a:cubicBezTo>
                  <a:cubicBezTo>
                    <a:pt x="3000" y="1072"/>
                    <a:pt x="3000" y="1108"/>
                    <a:pt x="2981" y="1139"/>
                  </a:cubicBezTo>
                  <a:cubicBezTo>
                    <a:pt x="2962" y="1168"/>
                    <a:pt x="2970" y="1198"/>
                    <a:pt x="2986" y="1223"/>
                  </a:cubicBezTo>
                  <a:cubicBezTo>
                    <a:pt x="3002" y="1246"/>
                    <a:pt x="2978" y="1258"/>
                    <a:pt x="2954" y="1275"/>
                  </a:cubicBezTo>
                  <a:cubicBezTo>
                    <a:pt x="2929" y="1293"/>
                    <a:pt x="2955" y="1331"/>
                    <a:pt x="2977" y="1356"/>
                  </a:cubicBezTo>
                  <a:cubicBezTo>
                    <a:pt x="2999" y="1382"/>
                    <a:pt x="2965" y="1431"/>
                    <a:pt x="2965" y="1431"/>
                  </a:cubicBezTo>
                  <a:cubicBezTo>
                    <a:pt x="2965" y="1431"/>
                    <a:pt x="2917" y="1431"/>
                    <a:pt x="2833" y="1436"/>
                  </a:cubicBezTo>
                  <a:cubicBezTo>
                    <a:pt x="2747" y="1440"/>
                    <a:pt x="2571" y="1494"/>
                    <a:pt x="2559" y="1498"/>
                  </a:cubicBezTo>
                  <a:cubicBezTo>
                    <a:pt x="2558" y="1498"/>
                    <a:pt x="2557" y="1499"/>
                    <a:pt x="2556" y="1499"/>
                  </a:cubicBezTo>
                  <a:cubicBezTo>
                    <a:pt x="2539" y="1499"/>
                    <a:pt x="2478" y="1475"/>
                    <a:pt x="2435" y="1446"/>
                  </a:cubicBezTo>
                  <a:cubicBezTo>
                    <a:pt x="2388" y="1414"/>
                    <a:pt x="2228" y="1375"/>
                    <a:pt x="2168" y="1348"/>
                  </a:cubicBezTo>
                  <a:cubicBezTo>
                    <a:pt x="2109" y="1324"/>
                    <a:pt x="1729" y="1141"/>
                    <a:pt x="1688" y="1124"/>
                  </a:cubicBezTo>
                  <a:cubicBezTo>
                    <a:pt x="1646" y="1106"/>
                    <a:pt x="1544" y="1088"/>
                    <a:pt x="1526" y="1069"/>
                  </a:cubicBezTo>
                  <a:cubicBezTo>
                    <a:pt x="1509" y="1050"/>
                    <a:pt x="1315" y="939"/>
                    <a:pt x="1306" y="938"/>
                  </a:cubicBezTo>
                  <a:cubicBezTo>
                    <a:pt x="1297" y="936"/>
                    <a:pt x="1312" y="916"/>
                    <a:pt x="1290" y="894"/>
                  </a:cubicBezTo>
                  <a:cubicBezTo>
                    <a:pt x="1285" y="888"/>
                    <a:pt x="1278" y="887"/>
                    <a:pt x="1271" y="887"/>
                  </a:cubicBezTo>
                  <a:cubicBezTo>
                    <a:pt x="1256" y="887"/>
                    <a:pt x="1237" y="896"/>
                    <a:pt x="1220" y="896"/>
                  </a:cubicBezTo>
                  <a:cubicBezTo>
                    <a:pt x="1216" y="896"/>
                    <a:pt x="1211" y="895"/>
                    <a:pt x="1207" y="894"/>
                  </a:cubicBezTo>
                  <a:cubicBezTo>
                    <a:pt x="1179" y="884"/>
                    <a:pt x="1101" y="841"/>
                    <a:pt x="1101" y="841"/>
                  </a:cubicBezTo>
                  <a:cubicBezTo>
                    <a:pt x="1101" y="841"/>
                    <a:pt x="1105" y="820"/>
                    <a:pt x="1123" y="771"/>
                  </a:cubicBezTo>
                  <a:cubicBezTo>
                    <a:pt x="1140" y="725"/>
                    <a:pt x="1219" y="505"/>
                    <a:pt x="1031" y="228"/>
                  </a:cubicBezTo>
                  <a:cubicBezTo>
                    <a:pt x="925" y="72"/>
                    <a:pt x="746" y="1"/>
                    <a:pt x="5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7"/>
            <p:cNvSpPr/>
            <p:nvPr/>
          </p:nvSpPr>
          <p:spPr>
            <a:xfrm>
              <a:off x="1423360" y="1562785"/>
              <a:ext cx="98810" cy="103149"/>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 name="Google Shape;166;p17"/>
          <p:cNvGrpSpPr/>
          <p:nvPr/>
        </p:nvGrpSpPr>
        <p:grpSpPr>
          <a:xfrm>
            <a:off x="7145495" y="1128409"/>
            <a:ext cx="573425" cy="1366340"/>
            <a:chOff x="8016390" y="1553798"/>
            <a:chExt cx="304576" cy="725735"/>
          </a:xfrm>
        </p:grpSpPr>
        <p:sp>
          <p:nvSpPr>
            <p:cNvPr id="167" name="Google Shape;167;p17"/>
            <p:cNvSpPr/>
            <p:nvPr/>
          </p:nvSpPr>
          <p:spPr>
            <a:xfrm>
              <a:off x="8016390" y="1559237"/>
              <a:ext cx="304576" cy="720295"/>
            </a:xfrm>
            <a:custGeom>
              <a:rect b="b" l="l" r="r" t="t"/>
              <a:pathLst>
                <a:path extrusionOk="0" h="9462" w="4001">
                  <a:moveTo>
                    <a:pt x="2309" y="648"/>
                  </a:moveTo>
                  <a:cubicBezTo>
                    <a:pt x="2323" y="674"/>
                    <a:pt x="2342" y="707"/>
                    <a:pt x="2348" y="722"/>
                  </a:cubicBezTo>
                  <a:cubicBezTo>
                    <a:pt x="2356" y="741"/>
                    <a:pt x="2369" y="767"/>
                    <a:pt x="2372" y="791"/>
                  </a:cubicBezTo>
                  <a:cubicBezTo>
                    <a:pt x="2374" y="814"/>
                    <a:pt x="2382" y="882"/>
                    <a:pt x="2385" y="917"/>
                  </a:cubicBezTo>
                  <a:cubicBezTo>
                    <a:pt x="2373" y="894"/>
                    <a:pt x="2348" y="844"/>
                    <a:pt x="2328" y="824"/>
                  </a:cubicBezTo>
                  <a:cubicBezTo>
                    <a:pt x="2316" y="811"/>
                    <a:pt x="2300" y="789"/>
                    <a:pt x="2284" y="770"/>
                  </a:cubicBezTo>
                  <a:cubicBezTo>
                    <a:pt x="2296" y="734"/>
                    <a:pt x="2303" y="697"/>
                    <a:pt x="2307" y="659"/>
                  </a:cubicBezTo>
                  <a:cubicBezTo>
                    <a:pt x="2307" y="655"/>
                    <a:pt x="2307" y="651"/>
                    <a:pt x="2309" y="648"/>
                  </a:cubicBezTo>
                  <a:close/>
                  <a:moveTo>
                    <a:pt x="2246" y="865"/>
                  </a:moveTo>
                  <a:cubicBezTo>
                    <a:pt x="2267" y="897"/>
                    <a:pt x="2296" y="941"/>
                    <a:pt x="2296" y="943"/>
                  </a:cubicBezTo>
                  <a:cubicBezTo>
                    <a:pt x="2297" y="946"/>
                    <a:pt x="2312" y="976"/>
                    <a:pt x="2297" y="978"/>
                  </a:cubicBezTo>
                  <a:cubicBezTo>
                    <a:pt x="2295" y="979"/>
                    <a:pt x="2293" y="979"/>
                    <a:pt x="2291" y="979"/>
                  </a:cubicBezTo>
                  <a:cubicBezTo>
                    <a:pt x="2277" y="979"/>
                    <a:pt x="2263" y="971"/>
                    <a:pt x="2256" y="964"/>
                  </a:cubicBezTo>
                  <a:cubicBezTo>
                    <a:pt x="2249" y="957"/>
                    <a:pt x="2222" y="938"/>
                    <a:pt x="2207" y="929"/>
                  </a:cubicBezTo>
                  <a:cubicBezTo>
                    <a:pt x="2222" y="908"/>
                    <a:pt x="2235" y="887"/>
                    <a:pt x="2246" y="865"/>
                  </a:cubicBezTo>
                  <a:close/>
                  <a:moveTo>
                    <a:pt x="1658" y="2285"/>
                  </a:moveTo>
                  <a:cubicBezTo>
                    <a:pt x="1658" y="2285"/>
                    <a:pt x="1658" y="2286"/>
                    <a:pt x="1658" y="2286"/>
                  </a:cubicBezTo>
                  <a:lnTo>
                    <a:pt x="1658" y="2286"/>
                  </a:lnTo>
                  <a:cubicBezTo>
                    <a:pt x="1658" y="2286"/>
                    <a:pt x="1658" y="2285"/>
                    <a:pt x="1658" y="2285"/>
                  </a:cubicBezTo>
                  <a:close/>
                  <a:moveTo>
                    <a:pt x="1693" y="2288"/>
                  </a:moveTo>
                  <a:lnTo>
                    <a:pt x="1693" y="2288"/>
                  </a:lnTo>
                  <a:cubicBezTo>
                    <a:pt x="1693" y="2288"/>
                    <a:pt x="1693" y="2288"/>
                    <a:pt x="1693" y="2289"/>
                  </a:cubicBezTo>
                  <a:lnTo>
                    <a:pt x="1693" y="2289"/>
                  </a:lnTo>
                  <a:cubicBezTo>
                    <a:pt x="1693" y="2288"/>
                    <a:pt x="1693" y="2288"/>
                    <a:pt x="1693" y="2288"/>
                  </a:cubicBezTo>
                  <a:close/>
                  <a:moveTo>
                    <a:pt x="1653" y="2291"/>
                  </a:moveTo>
                  <a:cubicBezTo>
                    <a:pt x="1653" y="2295"/>
                    <a:pt x="1653" y="2298"/>
                    <a:pt x="1653" y="2303"/>
                  </a:cubicBezTo>
                  <a:cubicBezTo>
                    <a:pt x="1654" y="2304"/>
                    <a:pt x="1654" y="2305"/>
                    <a:pt x="1654" y="2305"/>
                  </a:cubicBezTo>
                  <a:lnTo>
                    <a:pt x="1654" y="2305"/>
                  </a:lnTo>
                  <a:cubicBezTo>
                    <a:pt x="1654" y="2301"/>
                    <a:pt x="1653" y="2296"/>
                    <a:pt x="1653" y="2291"/>
                  </a:cubicBezTo>
                  <a:close/>
                  <a:moveTo>
                    <a:pt x="1755" y="2306"/>
                  </a:moveTo>
                  <a:cubicBezTo>
                    <a:pt x="1755" y="2306"/>
                    <a:pt x="1755" y="2307"/>
                    <a:pt x="1755" y="2308"/>
                  </a:cubicBezTo>
                  <a:lnTo>
                    <a:pt x="1755" y="2308"/>
                  </a:lnTo>
                  <a:cubicBezTo>
                    <a:pt x="1755" y="2307"/>
                    <a:pt x="1755" y="2306"/>
                    <a:pt x="1755" y="2306"/>
                  </a:cubicBezTo>
                  <a:close/>
                  <a:moveTo>
                    <a:pt x="1758" y="2313"/>
                  </a:moveTo>
                  <a:cubicBezTo>
                    <a:pt x="1758" y="2315"/>
                    <a:pt x="1758" y="2319"/>
                    <a:pt x="1759" y="2321"/>
                  </a:cubicBezTo>
                  <a:lnTo>
                    <a:pt x="1759" y="2321"/>
                  </a:lnTo>
                  <a:cubicBezTo>
                    <a:pt x="1759" y="2318"/>
                    <a:pt x="1758" y="2316"/>
                    <a:pt x="1758" y="2313"/>
                  </a:cubicBezTo>
                  <a:close/>
                  <a:moveTo>
                    <a:pt x="1605" y="2321"/>
                  </a:moveTo>
                  <a:cubicBezTo>
                    <a:pt x="1605" y="2322"/>
                    <a:pt x="1605" y="2322"/>
                    <a:pt x="1605" y="2322"/>
                  </a:cubicBezTo>
                  <a:lnTo>
                    <a:pt x="1605" y="2322"/>
                  </a:lnTo>
                  <a:cubicBezTo>
                    <a:pt x="1605" y="2322"/>
                    <a:pt x="1605" y="2322"/>
                    <a:pt x="1605" y="2321"/>
                  </a:cubicBezTo>
                  <a:close/>
                  <a:moveTo>
                    <a:pt x="1846" y="2330"/>
                  </a:moveTo>
                  <a:cubicBezTo>
                    <a:pt x="1846" y="2331"/>
                    <a:pt x="1846" y="2332"/>
                    <a:pt x="1846" y="2333"/>
                  </a:cubicBezTo>
                  <a:lnTo>
                    <a:pt x="1846" y="2333"/>
                  </a:lnTo>
                  <a:cubicBezTo>
                    <a:pt x="1846" y="2332"/>
                    <a:pt x="1846" y="2331"/>
                    <a:pt x="1846" y="2330"/>
                  </a:cubicBezTo>
                  <a:close/>
                  <a:moveTo>
                    <a:pt x="1828" y="2329"/>
                  </a:moveTo>
                  <a:cubicBezTo>
                    <a:pt x="1827" y="2332"/>
                    <a:pt x="1827" y="2335"/>
                    <a:pt x="1828" y="2339"/>
                  </a:cubicBezTo>
                  <a:lnTo>
                    <a:pt x="1828" y="2339"/>
                  </a:lnTo>
                  <a:cubicBezTo>
                    <a:pt x="1828" y="2336"/>
                    <a:pt x="1829" y="2332"/>
                    <a:pt x="1828" y="2329"/>
                  </a:cubicBezTo>
                  <a:close/>
                  <a:moveTo>
                    <a:pt x="1854" y="2330"/>
                  </a:moveTo>
                  <a:lnTo>
                    <a:pt x="1854" y="2330"/>
                  </a:lnTo>
                  <a:cubicBezTo>
                    <a:pt x="1854" y="2334"/>
                    <a:pt x="1853" y="2338"/>
                    <a:pt x="1854" y="2341"/>
                  </a:cubicBezTo>
                  <a:lnTo>
                    <a:pt x="1854" y="2341"/>
                  </a:lnTo>
                  <a:cubicBezTo>
                    <a:pt x="1855" y="2338"/>
                    <a:pt x="1855" y="2334"/>
                    <a:pt x="1854" y="2330"/>
                  </a:cubicBezTo>
                  <a:close/>
                  <a:moveTo>
                    <a:pt x="1524" y="2376"/>
                  </a:moveTo>
                  <a:lnTo>
                    <a:pt x="1524" y="2376"/>
                  </a:lnTo>
                  <a:cubicBezTo>
                    <a:pt x="1524" y="2376"/>
                    <a:pt x="1524" y="2376"/>
                    <a:pt x="1524" y="2377"/>
                  </a:cubicBezTo>
                  <a:lnTo>
                    <a:pt x="1524" y="2377"/>
                  </a:lnTo>
                  <a:cubicBezTo>
                    <a:pt x="1524" y="2377"/>
                    <a:pt x="1524" y="2377"/>
                    <a:pt x="1524" y="2377"/>
                  </a:cubicBezTo>
                  <a:lnTo>
                    <a:pt x="1524" y="2377"/>
                  </a:lnTo>
                  <a:cubicBezTo>
                    <a:pt x="1524" y="2377"/>
                    <a:pt x="1524" y="2378"/>
                    <a:pt x="1523" y="2378"/>
                  </a:cubicBezTo>
                  <a:lnTo>
                    <a:pt x="1523" y="2378"/>
                  </a:lnTo>
                  <a:cubicBezTo>
                    <a:pt x="1523" y="2378"/>
                    <a:pt x="1523" y="2377"/>
                    <a:pt x="1522" y="2376"/>
                  </a:cubicBezTo>
                  <a:lnTo>
                    <a:pt x="1522" y="2376"/>
                  </a:lnTo>
                  <a:cubicBezTo>
                    <a:pt x="1523" y="2377"/>
                    <a:pt x="1523" y="2377"/>
                    <a:pt x="1524" y="2377"/>
                  </a:cubicBezTo>
                  <a:lnTo>
                    <a:pt x="1524" y="2377"/>
                  </a:lnTo>
                  <a:cubicBezTo>
                    <a:pt x="1524" y="2376"/>
                    <a:pt x="1524" y="2376"/>
                    <a:pt x="1524" y="2376"/>
                  </a:cubicBezTo>
                  <a:close/>
                  <a:moveTo>
                    <a:pt x="1904" y="2371"/>
                  </a:moveTo>
                  <a:cubicBezTo>
                    <a:pt x="1904" y="2372"/>
                    <a:pt x="1904" y="2376"/>
                    <a:pt x="1905" y="2380"/>
                  </a:cubicBezTo>
                  <a:lnTo>
                    <a:pt x="1905" y="2380"/>
                  </a:lnTo>
                  <a:cubicBezTo>
                    <a:pt x="1905" y="2376"/>
                    <a:pt x="1905" y="2372"/>
                    <a:pt x="1904" y="2371"/>
                  </a:cubicBezTo>
                  <a:close/>
                  <a:moveTo>
                    <a:pt x="1524" y="2377"/>
                  </a:moveTo>
                  <a:cubicBezTo>
                    <a:pt x="1546" y="2378"/>
                    <a:pt x="1537" y="2381"/>
                    <a:pt x="1528" y="2383"/>
                  </a:cubicBezTo>
                  <a:lnTo>
                    <a:pt x="1528" y="2383"/>
                  </a:lnTo>
                  <a:cubicBezTo>
                    <a:pt x="1527" y="2381"/>
                    <a:pt x="1525" y="2378"/>
                    <a:pt x="1524" y="2377"/>
                  </a:cubicBezTo>
                  <a:close/>
                  <a:moveTo>
                    <a:pt x="1518" y="2387"/>
                  </a:moveTo>
                  <a:cubicBezTo>
                    <a:pt x="1518" y="2387"/>
                    <a:pt x="1518" y="2387"/>
                    <a:pt x="1518" y="2387"/>
                  </a:cubicBezTo>
                  <a:cubicBezTo>
                    <a:pt x="1518" y="2387"/>
                    <a:pt x="1518" y="2387"/>
                    <a:pt x="1518" y="2387"/>
                  </a:cubicBezTo>
                  <a:close/>
                  <a:moveTo>
                    <a:pt x="1961" y="2418"/>
                  </a:moveTo>
                  <a:cubicBezTo>
                    <a:pt x="1960" y="2419"/>
                    <a:pt x="1960" y="2420"/>
                    <a:pt x="1960" y="2422"/>
                  </a:cubicBezTo>
                  <a:lnTo>
                    <a:pt x="1960" y="2422"/>
                  </a:lnTo>
                  <a:cubicBezTo>
                    <a:pt x="1960" y="2420"/>
                    <a:pt x="1961" y="2418"/>
                    <a:pt x="1961" y="2418"/>
                  </a:cubicBezTo>
                  <a:close/>
                  <a:moveTo>
                    <a:pt x="1984" y="2444"/>
                  </a:moveTo>
                  <a:lnTo>
                    <a:pt x="1984" y="2444"/>
                  </a:lnTo>
                  <a:cubicBezTo>
                    <a:pt x="1984" y="2447"/>
                    <a:pt x="1983" y="2449"/>
                    <a:pt x="1983" y="2452"/>
                  </a:cubicBezTo>
                  <a:lnTo>
                    <a:pt x="1983" y="2452"/>
                  </a:lnTo>
                  <a:cubicBezTo>
                    <a:pt x="1984" y="2450"/>
                    <a:pt x="1984" y="2447"/>
                    <a:pt x="1984" y="2444"/>
                  </a:cubicBezTo>
                  <a:close/>
                  <a:moveTo>
                    <a:pt x="1999" y="2466"/>
                  </a:moveTo>
                  <a:cubicBezTo>
                    <a:pt x="1999" y="2470"/>
                    <a:pt x="1999" y="2473"/>
                    <a:pt x="1999" y="2476"/>
                  </a:cubicBezTo>
                  <a:lnTo>
                    <a:pt x="1999" y="2476"/>
                  </a:lnTo>
                  <a:cubicBezTo>
                    <a:pt x="2000" y="2473"/>
                    <a:pt x="1999" y="2469"/>
                    <a:pt x="1999" y="2466"/>
                  </a:cubicBezTo>
                  <a:close/>
                  <a:moveTo>
                    <a:pt x="2010" y="2474"/>
                  </a:moveTo>
                  <a:lnTo>
                    <a:pt x="2010" y="2474"/>
                  </a:lnTo>
                  <a:cubicBezTo>
                    <a:pt x="2010" y="2476"/>
                    <a:pt x="2010" y="2477"/>
                    <a:pt x="2010" y="2479"/>
                  </a:cubicBezTo>
                  <a:lnTo>
                    <a:pt x="2010" y="2479"/>
                  </a:lnTo>
                  <a:cubicBezTo>
                    <a:pt x="2010" y="2477"/>
                    <a:pt x="2010" y="2476"/>
                    <a:pt x="2010" y="2474"/>
                  </a:cubicBezTo>
                  <a:close/>
                  <a:moveTo>
                    <a:pt x="1414" y="2512"/>
                  </a:moveTo>
                  <a:cubicBezTo>
                    <a:pt x="1413" y="2512"/>
                    <a:pt x="1412" y="2512"/>
                    <a:pt x="1412" y="2512"/>
                  </a:cubicBezTo>
                  <a:lnTo>
                    <a:pt x="1416" y="2512"/>
                  </a:lnTo>
                  <a:cubicBezTo>
                    <a:pt x="1415" y="2512"/>
                    <a:pt x="1414" y="2512"/>
                    <a:pt x="1414" y="2512"/>
                  </a:cubicBezTo>
                  <a:close/>
                  <a:moveTo>
                    <a:pt x="1601" y="3443"/>
                  </a:moveTo>
                  <a:cubicBezTo>
                    <a:pt x="1602" y="3444"/>
                    <a:pt x="1602" y="3445"/>
                    <a:pt x="1602" y="3446"/>
                  </a:cubicBezTo>
                  <a:cubicBezTo>
                    <a:pt x="1602" y="3446"/>
                    <a:pt x="1602" y="3447"/>
                    <a:pt x="1602" y="3447"/>
                  </a:cubicBezTo>
                  <a:cubicBezTo>
                    <a:pt x="1602" y="3447"/>
                    <a:pt x="1602" y="3445"/>
                    <a:pt x="1601" y="3443"/>
                  </a:cubicBezTo>
                  <a:close/>
                  <a:moveTo>
                    <a:pt x="2272" y="6021"/>
                  </a:moveTo>
                  <a:lnTo>
                    <a:pt x="2272" y="6021"/>
                  </a:lnTo>
                  <a:cubicBezTo>
                    <a:pt x="2256" y="6029"/>
                    <a:pt x="2239" y="6035"/>
                    <a:pt x="2220" y="6040"/>
                  </a:cubicBezTo>
                  <a:cubicBezTo>
                    <a:pt x="2238" y="6033"/>
                    <a:pt x="2256" y="6027"/>
                    <a:pt x="2272" y="6021"/>
                  </a:cubicBezTo>
                  <a:close/>
                  <a:moveTo>
                    <a:pt x="2520" y="6342"/>
                  </a:moveTo>
                  <a:lnTo>
                    <a:pt x="2520" y="6342"/>
                  </a:lnTo>
                  <a:cubicBezTo>
                    <a:pt x="2519" y="6346"/>
                    <a:pt x="2517" y="6351"/>
                    <a:pt x="2516" y="6354"/>
                  </a:cubicBezTo>
                  <a:lnTo>
                    <a:pt x="2508" y="6384"/>
                  </a:lnTo>
                  <a:cubicBezTo>
                    <a:pt x="2504" y="6381"/>
                    <a:pt x="2514" y="6357"/>
                    <a:pt x="2520" y="6342"/>
                  </a:cubicBezTo>
                  <a:close/>
                  <a:moveTo>
                    <a:pt x="2717" y="6881"/>
                  </a:moveTo>
                  <a:cubicBezTo>
                    <a:pt x="2715" y="6882"/>
                    <a:pt x="2715" y="6882"/>
                    <a:pt x="2714" y="6884"/>
                  </a:cubicBezTo>
                  <a:lnTo>
                    <a:pt x="2712" y="6881"/>
                  </a:lnTo>
                  <a:close/>
                  <a:moveTo>
                    <a:pt x="1905" y="7611"/>
                  </a:moveTo>
                  <a:cubicBezTo>
                    <a:pt x="1900" y="7617"/>
                    <a:pt x="1894" y="7623"/>
                    <a:pt x="1889" y="7623"/>
                  </a:cubicBezTo>
                  <a:cubicBezTo>
                    <a:pt x="1889" y="7623"/>
                    <a:pt x="1888" y="7623"/>
                    <a:pt x="1888" y="7622"/>
                  </a:cubicBezTo>
                  <a:cubicBezTo>
                    <a:pt x="1894" y="7618"/>
                    <a:pt x="1900" y="7615"/>
                    <a:pt x="1905" y="7611"/>
                  </a:cubicBezTo>
                  <a:close/>
                  <a:moveTo>
                    <a:pt x="1719" y="0"/>
                  </a:moveTo>
                  <a:cubicBezTo>
                    <a:pt x="1419" y="0"/>
                    <a:pt x="1162" y="225"/>
                    <a:pt x="1128" y="530"/>
                  </a:cubicBezTo>
                  <a:cubicBezTo>
                    <a:pt x="1093" y="856"/>
                    <a:pt x="1327" y="1149"/>
                    <a:pt x="1653" y="1185"/>
                  </a:cubicBezTo>
                  <a:cubicBezTo>
                    <a:pt x="1675" y="1188"/>
                    <a:pt x="1697" y="1189"/>
                    <a:pt x="1718" y="1189"/>
                  </a:cubicBezTo>
                  <a:cubicBezTo>
                    <a:pt x="1884" y="1189"/>
                    <a:pt x="2036" y="1120"/>
                    <a:pt x="2146" y="1006"/>
                  </a:cubicBezTo>
                  <a:cubicBezTo>
                    <a:pt x="2163" y="1016"/>
                    <a:pt x="2176" y="1024"/>
                    <a:pt x="2178" y="1024"/>
                  </a:cubicBezTo>
                  <a:lnTo>
                    <a:pt x="2245" y="1070"/>
                  </a:lnTo>
                  <a:cubicBezTo>
                    <a:pt x="2254" y="1105"/>
                    <a:pt x="2270" y="1175"/>
                    <a:pt x="2277" y="1206"/>
                  </a:cubicBezTo>
                  <a:cubicBezTo>
                    <a:pt x="2284" y="1238"/>
                    <a:pt x="2313" y="1332"/>
                    <a:pt x="2345" y="1376"/>
                  </a:cubicBezTo>
                  <a:cubicBezTo>
                    <a:pt x="2376" y="1418"/>
                    <a:pt x="2393" y="1433"/>
                    <a:pt x="2393" y="1434"/>
                  </a:cubicBezTo>
                  <a:cubicBezTo>
                    <a:pt x="2408" y="1528"/>
                    <a:pt x="2434" y="1713"/>
                    <a:pt x="2437" y="1750"/>
                  </a:cubicBezTo>
                  <a:cubicBezTo>
                    <a:pt x="2439" y="1787"/>
                    <a:pt x="2409" y="2035"/>
                    <a:pt x="2427" y="2120"/>
                  </a:cubicBezTo>
                  <a:cubicBezTo>
                    <a:pt x="2446" y="2206"/>
                    <a:pt x="2476" y="2365"/>
                    <a:pt x="2481" y="2415"/>
                  </a:cubicBezTo>
                  <a:cubicBezTo>
                    <a:pt x="2484" y="2464"/>
                    <a:pt x="2463" y="2518"/>
                    <a:pt x="2450" y="2536"/>
                  </a:cubicBezTo>
                  <a:cubicBezTo>
                    <a:pt x="2439" y="2553"/>
                    <a:pt x="2360" y="2642"/>
                    <a:pt x="2342" y="2726"/>
                  </a:cubicBezTo>
                  <a:cubicBezTo>
                    <a:pt x="2323" y="2809"/>
                    <a:pt x="2303" y="2876"/>
                    <a:pt x="2293" y="2898"/>
                  </a:cubicBezTo>
                  <a:cubicBezTo>
                    <a:pt x="2283" y="2922"/>
                    <a:pt x="2249" y="2945"/>
                    <a:pt x="2216" y="2970"/>
                  </a:cubicBezTo>
                  <a:cubicBezTo>
                    <a:pt x="2182" y="2994"/>
                    <a:pt x="2141" y="3035"/>
                    <a:pt x="2124" y="3072"/>
                  </a:cubicBezTo>
                  <a:cubicBezTo>
                    <a:pt x="2117" y="3080"/>
                    <a:pt x="2112" y="3089"/>
                    <a:pt x="2106" y="3098"/>
                  </a:cubicBezTo>
                  <a:cubicBezTo>
                    <a:pt x="2105" y="3099"/>
                    <a:pt x="2104" y="3099"/>
                    <a:pt x="2102" y="3101"/>
                  </a:cubicBezTo>
                  <a:cubicBezTo>
                    <a:pt x="2086" y="3130"/>
                    <a:pt x="2063" y="3155"/>
                    <a:pt x="2055" y="3185"/>
                  </a:cubicBezTo>
                  <a:cubicBezTo>
                    <a:pt x="2054" y="3194"/>
                    <a:pt x="2051" y="3201"/>
                    <a:pt x="2045" y="3207"/>
                  </a:cubicBezTo>
                  <a:cubicBezTo>
                    <a:pt x="2044" y="3210"/>
                    <a:pt x="2042" y="3213"/>
                    <a:pt x="2039" y="3216"/>
                  </a:cubicBezTo>
                  <a:lnTo>
                    <a:pt x="2015" y="2999"/>
                  </a:lnTo>
                  <a:cubicBezTo>
                    <a:pt x="2015" y="2994"/>
                    <a:pt x="2013" y="2987"/>
                    <a:pt x="2019" y="2973"/>
                  </a:cubicBezTo>
                  <a:cubicBezTo>
                    <a:pt x="2025" y="2957"/>
                    <a:pt x="2032" y="2955"/>
                    <a:pt x="2035" y="2955"/>
                  </a:cubicBezTo>
                  <a:cubicBezTo>
                    <a:pt x="2036" y="2955"/>
                    <a:pt x="2038" y="2955"/>
                    <a:pt x="2040" y="2955"/>
                  </a:cubicBezTo>
                  <a:cubicBezTo>
                    <a:pt x="2058" y="2955"/>
                    <a:pt x="2087" y="2954"/>
                    <a:pt x="2099" y="2923"/>
                  </a:cubicBezTo>
                  <a:cubicBezTo>
                    <a:pt x="2111" y="2888"/>
                    <a:pt x="2121" y="2840"/>
                    <a:pt x="2115" y="2826"/>
                  </a:cubicBezTo>
                  <a:cubicBezTo>
                    <a:pt x="2109" y="2809"/>
                    <a:pt x="2095" y="2793"/>
                    <a:pt x="2093" y="2792"/>
                  </a:cubicBezTo>
                  <a:cubicBezTo>
                    <a:pt x="2089" y="2788"/>
                    <a:pt x="2083" y="2779"/>
                    <a:pt x="2083" y="2776"/>
                  </a:cubicBezTo>
                  <a:cubicBezTo>
                    <a:pt x="2083" y="2773"/>
                    <a:pt x="2086" y="2747"/>
                    <a:pt x="2083" y="2728"/>
                  </a:cubicBezTo>
                  <a:cubicBezTo>
                    <a:pt x="2080" y="2710"/>
                    <a:pt x="2070" y="2662"/>
                    <a:pt x="2057" y="2630"/>
                  </a:cubicBezTo>
                  <a:cubicBezTo>
                    <a:pt x="2044" y="2598"/>
                    <a:pt x="2038" y="2565"/>
                    <a:pt x="2022" y="2544"/>
                  </a:cubicBezTo>
                  <a:cubicBezTo>
                    <a:pt x="2023" y="2539"/>
                    <a:pt x="2026" y="2534"/>
                    <a:pt x="2029" y="2530"/>
                  </a:cubicBezTo>
                  <a:cubicBezTo>
                    <a:pt x="2029" y="2528"/>
                    <a:pt x="2034" y="2524"/>
                    <a:pt x="2032" y="2524"/>
                  </a:cubicBezTo>
                  <a:lnTo>
                    <a:pt x="2032" y="2524"/>
                  </a:lnTo>
                  <a:cubicBezTo>
                    <a:pt x="2028" y="2524"/>
                    <a:pt x="2020" y="2530"/>
                    <a:pt x="2019" y="2531"/>
                  </a:cubicBezTo>
                  <a:cubicBezTo>
                    <a:pt x="2018" y="2517"/>
                    <a:pt x="2026" y="2505"/>
                    <a:pt x="2025" y="2492"/>
                  </a:cubicBezTo>
                  <a:lnTo>
                    <a:pt x="2025" y="2492"/>
                  </a:lnTo>
                  <a:cubicBezTo>
                    <a:pt x="2020" y="2495"/>
                    <a:pt x="2010" y="2504"/>
                    <a:pt x="2007" y="2509"/>
                  </a:cubicBezTo>
                  <a:cubicBezTo>
                    <a:pt x="2007" y="2510"/>
                    <a:pt x="2007" y="2511"/>
                    <a:pt x="2007" y="2511"/>
                  </a:cubicBezTo>
                  <a:cubicBezTo>
                    <a:pt x="2006" y="2511"/>
                    <a:pt x="2006" y="2505"/>
                    <a:pt x="2006" y="2504"/>
                  </a:cubicBezTo>
                  <a:cubicBezTo>
                    <a:pt x="2007" y="2495"/>
                    <a:pt x="2010" y="2487"/>
                    <a:pt x="2010" y="2479"/>
                  </a:cubicBezTo>
                  <a:lnTo>
                    <a:pt x="2010" y="2479"/>
                  </a:lnTo>
                  <a:cubicBezTo>
                    <a:pt x="2010" y="2480"/>
                    <a:pt x="2010" y="2482"/>
                    <a:pt x="2009" y="2483"/>
                  </a:cubicBezTo>
                  <a:cubicBezTo>
                    <a:pt x="2009" y="2485"/>
                    <a:pt x="2005" y="2489"/>
                    <a:pt x="2003" y="2489"/>
                  </a:cubicBezTo>
                  <a:cubicBezTo>
                    <a:pt x="2002" y="2489"/>
                    <a:pt x="2001" y="2488"/>
                    <a:pt x="2000" y="2486"/>
                  </a:cubicBezTo>
                  <a:cubicBezTo>
                    <a:pt x="1999" y="2483"/>
                    <a:pt x="1999" y="2480"/>
                    <a:pt x="1999" y="2476"/>
                  </a:cubicBezTo>
                  <a:lnTo>
                    <a:pt x="1999" y="2476"/>
                  </a:lnTo>
                  <a:cubicBezTo>
                    <a:pt x="1999" y="2480"/>
                    <a:pt x="1998" y="2484"/>
                    <a:pt x="1996" y="2486"/>
                  </a:cubicBezTo>
                  <a:cubicBezTo>
                    <a:pt x="1995" y="2486"/>
                    <a:pt x="1995" y="2486"/>
                    <a:pt x="1995" y="2486"/>
                  </a:cubicBezTo>
                  <a:cubicBezTo>
                    <a:pt x="1992" y="2486"/>
                    <a:pt x="1991" y="2481"/>
                    <a:pt x="1990" y="2476"/>
                  </a:cubicBezTo>
                  <a:cubicBezTo>
                    <a:pt x="1990" y="2479"/>
                    <a:pt x="1988" y="2483"/>
                    <a:pt x="1987" y="2483"/>
                  </a:cubicBezTo>
                  <a:cubicBezTo>
                    <a:pt x="1984" y="2483"/>
                    <a:pt x="1984" y="2473"/>
                    <a:pt x="1984" y="2472"/>
                  </a:cubicBezTo>
                  <a:cubicBezTo>
                    <a:pt x="1984" y="2464"/>
                    <a:pt x="1983" y="2458"/>
                    <a:pt x="1983" y="2452"/>
                  </a:cubicBezTo>
                  <a:lnTo>
                    <a:pt x="1983" y="2452"/>
                  </a:lnTo>
                  <a:cubicBezTo>
                    <a:pt x="1983" y="2453"/>
                    <a:pt x="1983" y="2453"/>
                    <a:pt x="1983" y="2454"/>
                  </a:cubicBezTo>
                  <a:cubicBezTo>
                    <a:pt x="1981" y="2458"/>
                    <a:pt x="1981" y="2465"/>
                    <a:pt x="1979" y="2465"/>
                  </a:cubicBezTo>
                  <a:cubicBezTo>
                    <a:pt x="1979" y="2465"/>
                    <a:pt x="1979" y="2465"/>
                    <a:pt x="1978" y="2464"/>
                  </a:cubicBezTo>
                  <a:cubicBezTo>
                    <a:pt x="1975" y="2458"/>
                    <a:pt x="1977" y="2447"/>
                    <a:pt x="1975" y="2441"/>
                  </a:cubicBezTo>
                  <a:cubicBezTo>
                    <a:pt x="1975" y="2449"/>
                    <a:pt x="1972" y="2454"/>
                    <a:pt x="1971" y="2454"/>
                  </a:cubicBezTo>
                  <a:cubicBezTo>
                    <a:pt x="1969" y="2454"/>
                    <a:pt x="1968" y="2451"/>
                    <a:pt x="1968" y="2442"/>
                  </a:cubicBezTo>
                  <a:cubicBezTo>
                    <a:pt x="1967" y="2437"/>
                    <a:pt x="1969" y="2429"/>
                    <a:pt x="1968" y="2423"/>
                  </a:cubicBezTo>
                  <a:lnTo>
                    <a:pt x="1968" y="2423"/>
                  </a:lnTo>
                  <a:cubicBezTo>
                    <a:pt x="1969" y="2429"/>
                    <a:pt x="1962" y="2447"/>
                    <a:pt x="1962" y="2447"/>
                  </a:cubicBezTo>
                  <a:cubicBezTo>
                    <a:pt x="1957" y="2441"/>
                    <a:pt x="1959" y="2429"/>
                    <a:pt x="1960" y="2422"/>
                  </a:cubicBezTo>
                  <a:lnTo>
                    <a:pt x="1960" y="2422"/>
                  </a:lnTo>
                  <a:cubicBezTo>
                    <a:pt x="1958" y="2427"/>
                    <a:pt x="1956" y="2435"/>
                    <a:pt x="1954" y="2435"/>
                  </a:cubicBezTo>
                  <a:cubicBezTo>
                    <a:pt x="1954" y="2435"/>
                    <a:pt x="1954" y="2435"/>
                    <a:pt x="1953" y="2435"/>
                  </a:cubicBezTo>
                  <a:cubicBezTo>
                    <a:pt x="1951" y="2434"/>
                    <a:pt x="1951" y="2421"/>
                    <a:pt x="1951" y="2418"/>
                  </a:cubicBezTo>
                  <a:cubicBezTo>
                    <a:pt x="1948" y="2422"/>
                    <a:pt x="1940" y="2432"/>
                    <a:pt x="1940" y="2438"/>
                  </a:cubicBezTo>
                  <a:cubicBezTo>
                    <a:pt x="1940" y="2438"/>
                    <a:pt x="1940" y="2437"/>
                    <a:pt x="1940" y="2437"/>
                  </a:cubicBezTo>
                  <a:cubicBezTo>
                    <a:pt x="1942" y="2423"/>
                    <a:pt x="1943" y="2403"/>
                    <a:pt x="1936" y="2393"/>
                  </a:cubicBezTo>
                  <a:cubicBezTo>
                    <a:pt x="1935" y="2400"/>
                    <a:pt x="1933" y="2407"/>
                    <a:pt x="1932" y="2415"/>
                  </a:cubicBezTo>
                  <a:cubicBezTo>
                    <a:pt x="1930" y="2417"/>
                    <a:pt x="1931" y="2422"/>
                    <a:pt x="1930" y="2422"/>
                  </a:cubicBezTo>
                  <a:cubicBezTo>
                    <a:pt x="1929" y="2422"/>
                    <a:pt x="1929" y="2422"/>
                    <a:pt x="1929" y="2422"/>
                  </a:cubicBezTo>
                  <a:cubicBezTo>
                    <a:pt x="1923" y="2421"/>
                    <a:pt x="1924" y="2402"/>
                    <a:pt x="1924" y="2397"/>
                  </a:cubicBezTo>
                  <a:lnTo>
                    <a:pt x="1924" y="2397"/>
                  </a:lnTo>
                  <a:cubicBezTo>
                    <a:pt x="1923" y="2405"/>
                    <a:pt x="1921" y="2408"/>
                    <a:pt x="1920" y="2408"/>
                  </a:cubicBezTo>
                  <a:cubicBezTo>
                    <a:pt x="1917" y="2408"/>
                    <a:pt x="1917" y="2379"/>
                    <a:pt x="1916" y="2371"/>
                  </a:cubicBezTo>
                  <a:cubicBezTo>
                    <a:pt x="1916" y="2377"/>
                    <a:pt x="1914" y="2391"/>
                    <a:pt x="1910" y="2394"/>
                  </a:cubicBezTo>
                  <a:cubicBezTo>
                    <a:pt x="1910" y="2394"/>
                    <a:pt x="1910" y="2394"/>
                    <a:pt x="1909" y="2394"/>
                  </a:cubicBezTo>
                  <a:cubicBezTo>
                    <a:pt x="1907" y="2394"/>
                    <a:pt x="1905" y="2387"/>
                    <a:pt x="1905" y="2380"/>
                  </a:cubicBezTo>
                  <a:lnTo>
                    <a:pt x="1905" y="2380"/>
                  </a:lnTo>
                  <a:cubicBezTo>
                    <a:pt x="1904" y="2384"/>
                    <a:pt x="1903" y="2388"/>
                    <a:pt x="1901" y="2388"/>
                  </a:cubicBezTo>
                  <a:cubicBezTo>
                    <a:pt x="1898" y="2388"/>
                    <a:pt x="1897" y="2361"/>
                    <a:pt x="1897" y="2358"/>
                  </a:cubicBezTo>
                  <a:cubicBezTo>
                    <a:pt x="1896" y="2371"/>
                    <a:pt x="1895" y="2376"/>
                    <a:pt x="1893" y="2376"/>
                  </a:cubicBezTo>
                  <a:cubicBezTo>
                    <a:pt x="1890" y="2376"/>
                    <a:pt x="1885" y="2356"/>
                    <a:pt x="1884" y="2343"/>
                  </a:cubicBezTo>
                  <a:cubicBezTo>
                    <a:pt x="1884" y="2351"/>
                    <a:pt x="1881" y="2367"/>
                    <a:pt x="1876" y="2372"/>
                  </a:cubicBezTo>
                  <a:cubicBezTo>
                    <a:pt x="1876" y="2373"/>
                    <a:pt x="1876" y="2373"/>
                    <a:pt x="1876" y="2373"/>
                  </a:cubicBezTo>
                  <a:cubicBezTo>
                    <a:pt x="1875" y="2373"/>
                    <a:pt x="1875" y="2370"/>
                    <a:pt x="1875" y="2370"/>
                  </a:cubicBezTo>
                  <a:cubicBezTo>
                    <a:pt x="1875" y="2367"/>
                    <a:pt x="1875" y="2362"/>
                    <a:pt x="1873" y="2359"/>
                  </a:cubicBezTo>
                  <a:cubicBezTo>
                    <a:pt x="1873" y="2355"/>
                    <a:pt x="1873" y="2351"/>
                    <a:pt x="1873" y="2346"/>
                  </a:cubicBezTo>
                  <a:cubicBezTo>
                    <a:pt x="1873" y="2352"/>
                    <a:pt x="1872" y="2361"/>
                    <a:pt x="1869" y="2365"/>
                  </a:cubicBezTo>
                  <a:cubicBezTo>
                    <a:pt x="1869" y="2365"/>
                    <a:pt x="1868" y="2355"/>
                    <a:pt x="1866" y="2354"/>
                  </a:cubicBezTo>
                  <a:cubicBezTo>
                    <a:pt x="1866" y="2348"/>
                    <a:pt x="1865" y="2342"/>
                    <a:pt x="1865" y="2336"/>
                  </a:cubicBezTo>
                  <a:cubicBezTo>
                    <a:pt x="1864" y="2350"/>
                    <a:pt x="1861" y="2355"/>
                    <a:pt x="1859" y="2355"/>
                  </a:cubicBezTo>
                  <a:cubicBezTo>
                    <a:pt x="1856" y="2355"/>
                    <a:pt x="1854" y="2350"/>
                    <a:pt x="1854" y="2341"/>
                  </a:cubicBezTo>
                  <a:lnTo>
                    <a:pt x="1854" y="2341"/>
                  </a:lnTo>
                  <a:cubicBezTo>
                    <a:pt x="1852" y="2345"/>
                    <a:pt x="1851" y="2349"/>
                    <a:pt x="1850" y="2354"/>
                  </a:cubicBezTo>
                  <a:cubicBezTo>
                    <a:pt x="1847" y="2348"/>
                    <a:pt x="1847" y="2340"/>
                    <a:pt x="1846" y="2333"/>
                  </a:cubicBezTo>
                  <a:lnTo>
                    <a:pt x="1846" y="2333"/>
                  </a:lnTo>
                  <a:cubicBezTo>
                    <a:pt x="1847" y="2338"/>
                    <a:pt x="1845" y="2345"/>
                    <a:pt x="1843" y="2349"/>
                  </a:cubicBezTo>
                  <a:cubicBezTo>
                    <a:pt x="1840" y="2345"/>
                    <a:pt x="1838" y="2340"/>
                    <a:pt x="1837" y="2336"/>
                  </a:cubicBezTo>
                  <a:cubicBezTo>
                    <a:pt x="1837" y="2342"/>
                    <a:pt x="1835" y="2349"/>
                    <a:pt x="1833" y="2355"/>
                  </a:cubicBezTo>
                  <a:cubicBezTo>
                    <a:pt x="1831" y="2351"/>
                    <a:pt x="1828" y="2345"/>
                    <a:pt x="1828" y="2339"/>
                  </a:cubicBezTo>
                  <a:lnTo>
                    <a:pt x="1828" y="2339"/>
                  </a:lnTo>
                  <a:cubicBezTo>
                    <a:pt x="1826" y="2343"/>
                    <a:pt x="1824" y="2347"/>
                    <a:pt x="1822" y="2351"/>
                  </a:cubicBezTo>
                  <a:cubicBezTo>
                    <a:pt x="1821" y="2349"/>
                    <a:pt x="1820" y="2348"/>
                    <a:pt x="1819" y="2348"/>
                  </a:cubicBezTo>
                  <a:cubicBezTo>
                    <a:pt x="1816" y="2348"/>
                    <a:pt x="1817" y="2358"/>
                    <a:pt x="1814" y="2362"/>
                  </a:cubicBezTo>
                  <a:cubicBezTo>
                    <a:pt x="1812" y="2352"/>
                    <a:pt x="1809" y="2339"/>
                    <a:pt x="1803" y="2332"/>
                  </a:cubicBezTo>
                  <a:cubicBezTo>
                    <a:pt x="1803" y="2332"/>
                    <a:pt x="1803" y="2331"/>
                    <a:pt x="1803" y="2331"/>
                  </a:cubicBezTo>
                  <a:cubicBezTo>
                    <a:pt x="1801" y="2331"/>
                    <a:pt x="1800" y="2345"/>
                    <a:pt x="1796" y="2345"/>
                  </a:cubicBezTo>
                  <a:cubicBezTo>
                    <a:pt x="1795" y="2345"/>
                    <a:pt x="1793" y="2344"/>
                    <a:pt x="1792" y="2340"/>
                  </a:cubicBezTo>
                  <a:cubicBezTo>
                    <a:pt x="1790" y="2339"/>
                    <a:pt x="1790" y="2338"/>
                    <a:pt x="1790" y="2336"/>
                  </a:cubicBezTo>
                  <a:cubicBezTo>
                    <a:pt x="1790" y="2338"/>
                    <a:pt x="1789" y="2338"/>
                    <a:pt x="1788" y="2338"/>
                  </a:cubicBezTo>
                  <a:cubicBezTo>
                    <a:pt x="1788" y="2338"/>
                    <a:pt x="1787" y="2338"/>
                    <a:pt x="1787" y="2336"/>
                  </a:cubicBezTo>
                  <a:cubicBezTo>
                    <a:pt x="1786" y="2338"/>
                    <a:pt x="1786" y="2339"/>
                    <a:pt x="1784" y="2340"/>
                  </a:cubicBezTo>
                  <a:cubicBezTo>
                    <a:pt x="1783" y="2338"/>
                    <a:pt x="1782" y="2333"/>
                    <a:pt x="1780" y="2330"/>
                  </a:cubicBezTo>
                  <a:cubicBezTo>
                    <a:pt x="1778" y="2334"/>
                    <a:pt x="1776" y="2336"/>
                    <a:pt x="1775" y="2336"/>
                  </a:cubicBezTo>
                  <a:cubicBezTo>
                    <a:pt x="1774" y="2336"/>
                    <a:pt x="1773" y="2334"/>
                    <a:pt x="1773" y="2327"/>
                  </a:cubicBezTo>
                  <a:cubicBezTo>
                    <a:pt x="1771" y="2329"/>
                    <a:pt x="1771" y="2330"/>
                    <a:pt x="1771" y="2332"/>
                  </a:cubicBezTo>
                  <a:cubicBezTo>
                    <a:pt x="1767" y="2327"/>
                    <a:pt x="1766" y="2320"/>
                    <a:pt x="1764" y="2314"/>
                  </a:cubicBezTo>
                  <a:cubicBezTo>
                    <a:pt x="1764" y="2319"/>
                    <a:pt x="1763" y="2321"/>
                    <a:pt x="1761" y="2326"/>
                  </a:cubicBezTo>
                  <a:cubicBezTo>
                    <a:pt x="1760" y="2325"/>
                    <a:pt x="1759" y="2323"/>
                    <a:pt x="1759" y="2321"/>
                  </a:cubicBezTo>
                  <a:lnTo>
                    <a:pt x="1759" y="2321"/>
                  </a:lnTo>
                  <a:cubicBezTo>
                    <a:pt x="1759" y="2323"/>
                    <a:pt x="1759" y="2324"/>
                    <a:pt x="1758" y="2326"/>
                  </a:cubicBezTo>
                  <a:cubicBezTo>
                    <a:pt x="1754" y="2322"/>
                    <a:pt x="1755" y="2314"/>
                    <a:pt x="1755" y="2308"/>
                  </a:cubicBezTo>
                  <a:lnTo>
                    <a:pt x="1755" y="2308"/>
                  </a:lnTo>
                  <a:cubicBezTo>
                    <a:pt x="1755" y="2314"/>
                    <a:pt x="1754" y="2318"/>
                    <a:pt x="1752" y="2323"/>
                  </a:cubicBezTo>
                  <a:cubicBezTo>
                    <a:pt x="1750" y="2314"/>
                    <a:pt x="1748" y="2303"/>
                    <a:pt x="1748" y="2294"/>
                  </a:cubicBezTo>
                  <a:cubicBezTo>
                    <a:pt x="1747" y="2297"/>
                    <a:pt x="1745" y="2313"/>
                    <a:pt x="1744" y="2313"/>
                  </a:cubicBezTo>
                  <a:cubicBezTo>
                    <a:pt x="1744" y="2313"/>
                    <a:pt x="1744" y="2313"/>
                    <a:pt x="1744" y="2313"/>
                  </a:cubicBezTo>
                  <a:cubicBezTo>
                    <a:pt x="1738" y="2305"/>
                    <a:pt x="1736" y="2295"/>
                    <a:pt x="1731" y="2288"/>
                  </a:cubicBezTo>
                  <a:cubicBezTo>
                    <a:pt x="1731" y="2291"/>
                    <a:pt x="1726" y="2313"/>
                    <a:pt x="1725" y="2313"/>
                  </a:cubicBezTo>
                  <a:cubicBezTo>
                    <a:pt x="1725" y="2313"/>
                    <a:pt x="1725" y="2313"/>
                    <a:pt x="1725" y="2313"/>
                  </a:cubicBezTo>
                  <a:cubicBezTo>
                    <a:pt x="1719" y="2305"/>
                    <a:pt x="1717" y="2294"/>
                    <a:pt x="1713" y="2285"/>
                  </a:cubicBezTo>
                  <a:lnTo>
                    <a:pt x="1713" y="2285"/>
                  </a:lnTo>
                  <a:cubicBezTo>
                    <a:pt x="1715" y="2289"/>
                    <a:pt x="1715" y="2295"/>
                    <a:pt x="1713" y="2300"/>
                  </a:cubicBezTo>
                  <a:cubicBezTo>
                    <a:pt x="1713" y="2305"/>
                    <a:pt x="1712" y="2307"/>
                    <a:pt x="1711" y="2307"/>
                  </a:cubicBezTo>
                  <a:cubicBezTo>
                    <a:pt x="1708" y="2307"/>
                    <a:pt x="1703" y="2282"/>
                    <a:pt x="1701" y="2281"/>
                  </a:cubicBezTo>
                  <a:lnTo>
                    <a:pt x="1701" y="2281"/>
                  </a:lnTo>
                  <a:cubicBezTo>
                    <a:pt x="1701" y="2288"/>
                    <a:pt x="1703" y="2298"/>
                    <a:pt x="1699" y="2304"/>
                  </a:cubicBezTo>
                  <a:cubicBezTo>
                    <a:pt x="1696" y="2300"/>
                    <a:pt x="1694" y="2294"/>
                    <a:pt x="1693" y="2289"/>
                  </a:cubicBezTo>
                  <a:lnTo>
                    <a:pt x="1693" y="2289"/>
                  </a:lnTo>
                  <a:cubicBezTo>
                    <a:pt x="1694" y="2294"/>
                    <a:pt x="1693" y="2309"/>
                    <a:pt x="1691" y="2309"/>
                  </a:cubicBezTo>
                  <a:cubicBezTo>
                    <a:pt x="1691" y="2309"/>
                    <a:pt x="1690" y="2309"/>
                    <a:pt x="1690" y="2307"/>
                  </a:cubicBezTo>
                  <a:cubicBezTo>
                    <a:pt x="1688" y="2302"/>
                    <a:pt x="1683" y="2281"/>
                    <a:pt x="1680" y="2281"/>
                  </a:cubicBezTo>
                  <a:cubicBezTo>
                    <a:pt x="1680" y="2281"/>
                    <a:pt x="1680" y="2282"/>
                    <a:pt x="1680" y="2282"/>
                  </a:cubicBezTo>
                  <a:cubicBezTo>
                    <a:pt x="1680" y="2289"/>
                    <a:pt x="1678" y="2297"/>
                    <a:pt x="1678" y="2304"/>
                  </a:cubicBezTo>
                  <a:cubicBezTo>
                    <a:pt x="1678" y="2305"/>
                    <a:pt x="1678" y="2310"/>
                    <a:pt x="1677" y="2310"/>
                  </a:cubicBezTo>
                  <a:cubicBezTo>
                    <a:pt x="1677" y="2310"/>
                    <a:pt x="1677" y="2310"/>
                    <a:pt x="1677" y="2310"/>
                  </a:cubicBezTo>
                  <a:cubicBezTo>
                    <a:pt x="1673" y="2307"/>
                    <a:pt x="1668" y="2291"/>
                    <a:pt x="1666" y="2291"/>
                  </a:cubicBezTo>
                  <a:lnTo>
                    <a:pt x="1666" y="2291"/>
                  </a:lnTo>
                  <a:cubicBezTo>
                    <a:pt x="1666" y="2291"/>
                    <a:pt x="1666" y="2292"/>
                    <a:pt x="1666" y="2294"/>
                  </a:cubicBezTo>
                  <a:cubicBezTo>
                    <a:pt x="1668" y="2305"/>
                    <a:pt x="1667" y="2310"/>
                    <a:pt x="1666" y="2310"/>
                  </a:cubicBezTo>
                  <a:cubicBezTo>
                    <a:pt x="1663" y="2310"/>
                    <a:pt x="1659" y="2296"/>
                    <a:pt x="1658" y="2286"/>
                  </a:cubicBezTo>
                  <a:lnTo>
                    <a:pt x="1658" y="2286"/>
                  </a:lnTo>
                  <a:cubicBezTo>
                    <a:pt x="1659" y="2295"/>
                    <a:pt x="1657" y="2312"/>
                    <a:pt x="1656" y="2312"/>
                  </a:cubicBezTo>
                  <a:cubicBezTo>
                    <a:pt x="1655" y="2312"/>
                    <a:pt x="1654" y="2310"/>
                    <a:pt x="1654" y="2305"/>
                  </a:cubicBezTo>
                  <a:lnTo>
                    <a:pt x="1654" y="2305"/>
                  </a:lnTo>
                  <a:cubicBezTo>
                    <a:pt x="1654" y="2310"/>
                    <a:pt x="1653" y="2314"/>
                    <a:pt x="1652" y="2319"/>
                  </a:cubicBezTo>
                  <a:cubicBezTo>
                    <a:pt x="1648" y="2310"/>
                    <a:pt x="1648" y="2298"/>
                    <a:pt x="1646" y="2288"/>
                  </a:cubicBezTo>
                  <a:lnTo>
                    <a:pt x="1646" y="2288"/>
                  </a:lnTo>
                  <a:cubicBezTo>
                    <a:pt x="1648" y="2300"/>
                    <a:pt x="1646" y="2308"/>
                    <a:pt x="1645" y="2319"/>
                  </a:cubicBezTo>
                  <a:cubicBezTo>
                    <a:pt x="1639" y="2311"/>
                    <a:pt x="1639" y="2300"/>
                    <a:pt x="1636" y="2291"/>
                  </a:cubicBezTo>
                  <a:lnTo>
                    <a:pt x="1636" y="2291"/>
                  </a:lnTo>
                  <a:cubicBezTo>
                    <a:pt x="1636" y="2301"/>
                    <a:pt x="1639" y="2323"/>
                    <a:pt x="1637" y="2323"/>
                  </a:cubicBezTo>
                  <a:cubicBezTo>
                    <a:pt x="1636" y="2323"/>
                    <a:pt x="1635" y="2321"/>
                    <a:pt x="1633" y="2314"/>
                  </a:cubicBezTo>
                  <a:cubicBezTo>
                    <a:pt x="1632" y="2310"/>
                    <a:pt x="1630" y="2308"/>
                    <a:pt x="1630" y="2304"/>
                  </a:cubicBezTo>
                  <a:lnTo>
                    <a:pt x="1630" y="2304"/>
                  </a:lnTo>
                  <a:cubicBezTo>
                    <a:pt x="1630" y="2309"/>
                    <a:pt x="1632" y="2314"/>
                    <a:pt x="1632" y="2319"/>
                  </a:cubicBezTo>
                  <a:cubicBezTo>
                    <a:pt x="1632" y="2323"/>
                    <a:pt x="1633" y="2327"/>
                    <a:pt x="1633" y="2332"/>
                  </a:cubicBezTo>
                  <a:cubicBezTo>
                    <a:pt x="1633" y="2333"/>
                    <a:pt x="1633" y="2336"/>
                    <a:pt x="1633" y="2336"/>
                  </a:cubicBezTo>
                  <a:cubicBezTo>
                    <a:pt x="1629" y="2330"/>
                    <a:pt x="1623" y="2316"/>
                    <a:pt x="1621" y="2310"/>
                  </a:cubicBezTo>
                  <a:lnTo>
                    <a:pt x="1621" y="2310"/>
                  </a:lnTo>
                  <a:cubicBezTo>
                    <a:pt x="1623" y="2317"/>
                    <a:pt x="1626" y="2327"/>
                    <a:pt x="1624" y="2335"/>
                  </a:cubicBezTo>
                  <a:cubicBezTo>
                    <a:pt x="1618" y="2327"/>
                    <a:pt x="1614" y="2317"/>
                    <a:pt x="1611" y="2307"/>
                  </a:cubicBezTo>
                  <a:lnTo>
                    <a:pt x="1611" y="2307"/>
                  </a:lnTo>
                  <a:cubicBezTo>
                    <a:pt x="1611" y="2313"/>
                    <a:pt x="1617" y="2335"/>
                    <a:pt x="1614" y="2338"/>
                  </a:cubicBezTo>
                  <a:cubicBezTo>
                    <a:pt x="1614" y="2338"/>
                    <a:pt x="1614" y="2338"/>
                    <a:pt x="1614" y="2338"/>
                  </a:cubicBezTo>
                  <a:cubicBezTo>
                    <a:pt x="1612" y="2338"/>
                    <a:pt x="1606" y="2323"/>
                    <a:pt x="1605" y="2322"/>
                  </a:cubicBezTo>
                  <a:lnTo>
                    <a:pt x="1605" y="2322"/>
                  </a:lnTo>
                  <a:cubicBezTo>
                    <a:pt x="1606" y="2334"/>
                    <a:pt x="1605" y="2343"/>
                    <a:pt x="1602" y="2343"/>
                  </a:cubicBezTo>
                  <a:cubicBezTo>
                    <a:pt x="1599" y="2343"/>
                    <a:pt x="1597" y="2338"/>
                    <a:pt x="1594" y="2329"/>
                  </a:cubicBezTo>
                  <a:lnTo>
                    <a:pt x="1594" y="2329"/>
                  </a:lnTo>
                  <a:cubicBezTo>
                    <a:pt x="1594" y="2332"/>
                    <a:pt x="1597" y="2354"/>
                    <a:pt x="1595" y="2354"/>
                  </a:cubicBezTo>
                  <a:cubicBezTo>
                    <a:pt x="1591" y="2354"/>
                    <a:pt x="1583" y="2332"/>
                    <a:pt x="1582" y="2329"/>
                  </a:cubicBezTo>
                  <a:lnTo>
                    <a:pt x="1582" y="2329"/>
                  </a:lnTo>
                  <a:cubicBezTo>
                    <a:pt x="1583" y="2336"/>
                    <a:pt x="1585" y="2349"/>
                    <a:pt x="1581" y="2355"/>
                  </a:cubicBezTo>
                  <a:cubicBezTo>
                    <a:pt x="1581" y="2355"/>
                    <a:pt x="1581" y="2355"/>
                    <a:pt x="1580" y="2355"/>
                  </a:cubicBezTo>
                  <a:cubicBezTo>
                    <a:pt x="1580" y="2355"/>
                    <a:pt x="1569" y="2340"/>
                    <a:pt x="1566" y="2339"/>
                  </a:cubicBezTo>
                  <a:lnTo>
                    <a:pt x="1566" y="2339"/>
                  </a:lnTo>
                  <a:cubicBezTo>
                    <a:pt x="1565" y="2349"/>
                    <a:pt x="1567" y="2362"/>
                    <a:pt x="1566" y="2362"/>
                  </a:cubicBezTo>
                  <a:cubicBezTo>
                    <a:pt x="1566" y="2362"/>
                    <a:pt x="1565" y="2359"/>
                    <a:pt x="1562" y="2349"/>
                  </a:cubicBezTo>
                  <a:cubicBezTo>
                    <a:pt x="1560" y="2346"/>
                    <a:pt x="1559" y="2342"/>
                    <a:pt x="1557" y="2339"/>
                  </a:cubicBezTo>
                  <a:lnTo>
                    <a:pt x="1557" y="2339"/>
                  </a:lnTo>
                  <a:cubicBezTo>
                    <a:pt x="1559" y="2345"/>
                    <a:pt x="1563" y="2355"/>
                    <a:pt x="1560" y="2362"/>
                  </a:cubicBezTo>
                  <a:cubicBezTo>
                    <a:pt x="1560" y="2362"/>
                    <a:pt x="1557" y="2358"/>
                    <a:pt x="1557" y="2358"/>
                  </a:cubicBezTo>
                  <a:cubicBezTo>
                    <a:pt x="1556" y="2357"/>
                    <a:pt x="1549" y="2343"/>
                    <a:pt x="1549" y="2343"/>
                  </a:cubicBezTo>
                  <a:cubicBezTo>
                    <a:pt x="1549" y="2343"/>
                    <a:pt x="1549" y="2343"/>
                    <a:pt x="1549" y="2343"/>
                  </a:cubicBezTo>
                  <a:cubicBezTo>
                    <a:pt x="1549" y="2346"/>
                    <a:pt x="1553" y="2362"/>
                    <a:pt x="1551" y="2364"/>
                  </a:cubicBezTo>
                  <a:cubicBezTo>
                    <a:pt x="1549" y="2364"/>
                    <a:pt x="1538" y="2352"/>
                    <a:pt x="1537" y="2352"/>
                  </a:cubicBezTo>
                  <a:lnTo>
                    <a:pt x="1537" y="2352"/>
                  </a:lnTo>
                  <a:cubicBezTo>
                    <a:pt x="1538" y="2357"/>
                    <a:pt x="1541" y="2365"/>
                    <a:pt x="1541" y="2365"/>
                  </a:cubicBezTo>
                  <a:cubicBezTo>
                    <a:pt x="1541" y="2365"/>
                    <a:pt x="1540" y="2364"/>
                    <a:pt x="1540" y="2364"/>
                  </a:cubicBezTo>
                  <a:cubicBezTo>
                    <a:pt x="1537" y="2359"/>
                    <a:pt x="1534" y="2355"/>
                    <a:pt x="1531" y="2351"/>
                  </a:cubicBezTo>
                  <a:cubicBezTo>
                    <a:pt x="1530" y="2349"/>
                    <a:pt x="1529" y="2347"/>
                    <a:pt x="1528" y="2347"/>
                  </a:cubicBezTo>
                  <a:cubicBezTo>
                    <a:pt x="1528" y="2347"/>
                    <a:pt x="1528" y="2347"/>
                    <a:pt x="1528" y="2348"/>
                  </a:cubicBezTo>
                  <a:cubicBezTo>
                    <a:pt x="1530" y="2355"/>
                    <a:pt x="1532" y="2362"/>
                    <a:pt x="1535" y="2368"/>
                  </a:cubicBezTo>
                  <a:cubicBezTo>
                    <a:pt x="1532" y="2364"/>
                    <a:pt x="1509" y="2361"/>
                    <a:pt x="1506" y="2358"/>
                  </a:cubicBezTo>
                  <a:lnTo>
                    <a:pt x="1506" y="2358"/>
                  </a:lnTo>
                  <a:cubicBezTo>
                    <a:pt x="1508" y="2364"/>
                    <a:pt x="1492" y="2370"/>
                    <a:pt x="1492" y="2375"/>
                  </a:cubicBezTo>
                  <a:cubicBezTo>
                    <a:pt x="1505" y="2376"/>
                    <a:pt x="1515" y="2376"/>
                    <a:pt x="1522" y="2376"/>
                  </a:cubicBezTo>
                  <a:lnTo>
                    <a:pt x="1522" y="2376"/>
                  </a:lnTo>
                  <a:cubicBezTo>
                    <a:pt x="1522" y="2377"/>
                    <a:pt x="1522" y="2378"/>
                    <a:pt x="1523" y="2379"/>
                  </a:cubicBezTo>
                  <a:lnTo>
                    <a:pt x="1523" y="2379"/>
                  </a:lnTo>
                  <a:cubicBezTo>
                    <a:pt x="1523" y="2379"/>
                    <a:pt x="1523" y="2379"/>
                    <a:pt x="1523" y="2378"/>
                  </a:cubicBezTo>
                  <a:lnTo>
                    <a:pt x="1523" y="2378"/>
                  </a:lnTo>
                  <a:cubicBezTo>
                    <a:pt x="1524" y="2380"/>
                    <a:pt x="1525" y="2382"/>
                    <a:pt x="1526" y="2384"/>
                  </a:cubicBezTo>
                  <a:lnTo>
                    <a:pt x="1526" y="2384"/>
                  </a:lnTo>
                  <a:cubicBezTo>
                    <a:pt x="1526" y="2384"/>
                    <a:pt x="1527" y="2384"/>
                    <a:pt x="1528" y="2383"/>
                  </a:cubicBezTo>
                  <a:lnTo>
                    <a:pt x="1528" y="2383"/>
                  </a:lnTo>
                  <a:cubicBezTo>
                    <a:pt x="1530" y="2387"/>
                    <a:pt x="1533" y="2391"/>
                    <a:pt x="1531" y="2391"/>
                  </a:cubicBezTo>
                  <a:cubicBezTo>
                    <a:pt x="1531" y="2391"/>
                    <a:pt x="1531" y="2391"/>
                    <a:pt x="1531" y="2391"/>
                  </a:cubicBezTo>
                  <a:cubicBezTo>
                    <a:pt x="1529" y="2391"/>
                    <a:pt x="1527" y="2388"/>
                    <a:pt x="1526" y="2384"/>
                  </a:cubicBezTo>
                  <a:lnTo>
                    <a:pt x="1526" y="2384"/>
                  </a:lnTo>
                  <a:cubicBezTo>
                    <a:pt x="1525" y="2384"/>
                    <a:pt x="1524" y="2384"/>
                    <a:pt x="1524" y="2385"/>
                  </a:cubicBezTo>
                  <a:lnTo>
                    <a:pt x="1524" y="2385"/>
                  </a:lnTo>
                  <a:cubicBezTo>
                    <a:pt x="1523" y="2383"/>
                    <a:pt x="1523" y="2381"/>
                    <a:pt x="1523" y="2379"/>
                  </a:cubicBezTo>
                  <a:lnTo>
                    <a:pt x="1523" y="2379"/>
                  </a:lnTo>
                  <a:cubicBezTo>
                    <a:pt x="1520" y="2382"/>
                    <a:pt x="1517" y="2384"/>
                    <a:pt x="1518" y="2387"/>
                  </a:cubicBezTo>
                  <a:lnTo>
                    <a:pt x="1518" y="2387"/>
                  </a:lnTo>
                  <a:cubicBezTo>
                    <a:pt x="1518" y="2386"/>
                    <a:pt x="1520" y="2385"/>
                    <a:pt x="1524" y="2385"/>
                  </a:cubicBezTo>
                  <a:lnTo>
                    <a:pt x="1524" y="2385"/>
                  </a:lnTo>
                  <a:cubicBezTo>
                    <a:pt x="1526" y="2393"/>
                    <a:pt x="1529" y="2402"/>
                    <a:pt x="1531" y="2413"/>
                  </a:cubicBezTo>
                  <a:cubicBezTo>
                    <a:pt x="1518" y="2386"/>
                    <a:pt x="1495" y="2377"/>
                    <a:pt x="1470" y="2368"/>
                  </a:cubicBezTo>
                  <a:lnTo>
                    <a:pt x="1470" y="2368"/>
                  </a:lnTo>
                  <a:cubicBezTo>
                    <a:pt x="1481" y="2374"/>
                    <a:pt x="1506" y="2390"/>
                    <a:pt x="1508" y="2406"/>
                  </a:cubicBezTo>
                  <a:cubicBezTo>
                    <a:pt x="1500" y="2394"/>
                    <a:pt x="1492" y="2393"/>
                    <a:pt x="1479" y="2390"/>
                  </a:cubicBezTo>
                  <a:lnTo>
                    <a:pt x="1479" y="2390"/>
                  </a:lnTo>
                  <a:cubicBezTo>
                    <a:pt x="1492" y="2393"/>
                    <a:pt x="1499" y="2406"/>
                    <a:pt x="1506" y="2416"/>
                  </a:cubicBezTo>
                  <a:cubicBezTo>
                    <a:pt x="1496" y="2409"/>
                    <a:pt x="1489" y="2405"/>
                    <a:pt x="1474" y="2402"/>
                  </a:cubicBezTo>
                  <a:lnTo>
                    <a:pt x="1474" y="2402"/>
                  </a:lnTo>
                  <a:cubicBezTo>
                    <a:pt x="1478" y="2405"/>
                    <a:pt x="1483" y="2410"/>
                    <a:pt x="1487" y="2414"/>
                  </a:cubicBezTo>
                  <a:lnTo>
                    <a:pt x="1487" y="2414"/>
                  </a:lnTo>
                  <a:cubicBezTo>
                    <a:pt x="1484" y="2412"/>
                    <a:pt x="1480" y="2411"/>
                    <a:pt x="1477" y="2410"/>
                  </a:cubicBezTo>
                  <a:lnTo>
                    <a:pt x="1477" y="2410"/>
                  </a:lnTo>
                  <a:cubicBezTo>
                    <a:pt x="1480" y="2413"/>
                    <a:pt x="1483" y="2418"/>
                    <a:pt x="1486" y="2421"/>
                  </a:cubicBezTo>
                  <a:cubicBezTo>
                    <a:pt x="1492" y="2427"/>
                    <a:pt x="1493" y="2430"/>
                    <a:pt x="1493" y="2430"/>
                  </a:cubicBezTo>
                  <a:cubicBezTo>
                    <a:pt x="1491" y="2430"/>
                    <a:pt x="1477" y="2418"/>
                    <a:pt x="1470" y="2415"/>
                  </a:cubicBezTo>
                  <a:lnTo>
                    <a:pt x="1470" y="2415"/>
                  </a:lnTo>
                  <a:cubicBezTo>
                    <a:pt x="1474" y="2420"/>
                    <a:pt x="1478" y="2427"/>
                    <a:pt x="1483" y="2432"/>
                  </a:cubicBezTo>
                  <a:lnTo>
                    <a:pt x="1483" y="2432"/>
                  </a:lnTo>
                  <a:cubicBezTo>
                    <a:pt x="1478" y="2428"/>
                    <a:pt x="1472" y="2423"/>
                    <a:pt x="1468" y="2423"/>
                  </a:cubicBezTo>
                  <a:cubicBezTo>
                    <a:pt x="1468" y="2423"/>
                    <a:pt x="1467" y="2423"/>
                    <a:pt x="1467" y="2423"/>
                  </a:cubicBezTo>
                  <a:cubicBezTo>
                    <a:pt x="1465" y="2423"/>
                    <a:pt x="1477" y="2439"/>
                    <a:pt x="1479" y="2441"/>
                  </a:cubicBezTo>
                  <a:cubicBezTo>
                    <a:pt x="1474" y="2437"/>
                    <a:pt x="1468" y="2432"/>
                    <a:pt x="1463" y="2431"/>
                  </a:cubicBezTo>
                  <a:lnTo>
                    <a:pt x="1463" y="2431"/>
                  </a:lnTo>
                  <a:cubicBezTo>
                    <a:pt x="1464" y="2432"/>
                    <a:pt x="1476" y="2451"/>
                    <a:pt x="1474" y="2451"/>
                  </a:cubicBezTo>
                  <a:cubicBezTo>
                    <a:pt x="1474" y="2451"/>
                    <a:pt x="1474" y="2451"/>
                    <a:pt x="1474" y="2451"/>
                  </a:cubicBezTo>
                  <a:cubicBezTo>
                    <a:pt x="1473" y="2451"/>
                    <a:pt x="1470" y="2448"/>
                    <a:pt x="1468" y="2448"/>
                  </a:cubicBezTo>
                  <a:cubicBezTo>
                    <a:pt x="1463" y="2444"/>
                    <a:pt x="1457" y="2442"/>
                    <a:pt x="1448" y="2441"/>
                  </a:cubicBezTo>
                  <a:lnTo>
                    <a:pt x="1448" y="2441"/>
                  </a:lnTo>
                  <a:cubicBezTo>
                    <a:pt x="1454" y="2444"/>
                    <a:pt x="1465" y="2456"/>
                    <a:pt x="1468" y="2461"/>
                  </a:cubicBezTo>
                  <a:cubicBezTo>
                    <a:pt x="1470" y="2464"/>
                    <a:pt x="1471" y="2470"/>
                    <a:pt x="1472" y="2471"/>
                  </a:cubicBezTo>
                  <a:lnTo>
                    <a:pt x="1472" y="2471"/>
                  </a:lnTo>
                  <a:cubicBezTo>
                    <a:pt x="1458" y="2463"/>
                    <a:pt x="1443" y="2463"/>
                    <a:pt x="1428" y="2458"/>
                  </a:cubicBezTo>
                  <a:lnTo>
                    <a:pt x="1428" y="2458"/>
                  </a:lnTo>
                  <a:cubicBezTo>
                    <a:pt x="1435" y="2464"/>
                    <a:pt x="1448" y="2470"/>
                    <a:pt x="1454" y="2477"/>
                  </a:cubicBezTo>
                  <a:cubicBezTo>
                    <a:pt x="1446" y="2476"/>
                    <a:pt x="1440" y="2473"/>
                    <a:pt x="1432" y="2473"/>
                  </a:cubicBezTo>
                  <a:cubicBezTo>
                    <a:pt x="1430" y="2473"/>
                    <a:pt x="1429" y="2473"/>
                    <a:pt x="1428" y="2473"/>
                  </a:cubicBezTo>
                  <a:cubicBezTo>
                    <a:pt x="1435" y="2477"/>
                    <a:pt x="1441" y="2482"/>
                    <a:pt x="1448" y="2486"/>
                  </a:cubicBezTo>
                  <a:cubicBezTo>
                    <a:pt x="1440" y="2485"/>
                    <a:pt x="1433" y="2481"/>
                    <a:pt x="1425" y="2481"/>
                  </a:cubicBezTo>
                  <a:cubicBezTo>
                    <a:pt x="1423" y="2481"/>
                    <a:pt x="1422" y="2482"/>
                    <a:pt x="1420" y="2482"/>
                  </a:cubicBezTo>
                  <a:cubicBezTo>
                    <a:pt x="1428" y="2484"/>
                    <a:pt x="1439" y="2494"/>
                    <a:pt x="1449" y="2494"/>
                  </a:cubicBezTo>
                  <a:cubicBezTo>
                    <a:pt x="1449" y="2494"/>
                    <a:pt x="1449" y="2494"/>
                    <a:pt x="1450" y="2493"/>
                  </a:cubicBezTo>
                  <a:lnTo>
                    <a:pt x="1450" y="2493"/>
                  </a:lnTo>
                  <a:cubicBezTo>
                    <a:pt x="1447" y="2494"/>
                    <a:pt x="1445" y="2494"/>
                    <a:pt x="1442" y="2494"/>
                  </a:cubicBezTo>
                  <a:cubicBezTo>
                    <a:pt x="1434" y="2494"/>
                    <a:pt x="1425" y="2493"/>
                    <a:pt x="1417" y="2493"/>
                  </a:cubicBezTo>
                  <a:cubicBezTo>
                    <a:pt x="1413" y="2493"/>
                    <a:pt x="1410" y="2493"/>
                    <a:pt x="1407" y="2493"/>
                  </a:cubicBezTo>
                  <a:cubicBezTo>
                    <a:pt x="1415" y="2496"/>
                    <a:pt x="1426" y="2499"/>
                    <a:pt x="1436" y="2499"/>
                  </a:cubicBezTo>
                  <a:cubicBezTo>
                    <a:pt x="1437" y="2499"/>
                    <a:pt x="1439" y="2499"/>
                    <a:pt x="1441" y="2499"/>
                  </a:cubicBezTo>
                  <a:lnTo>
                    <a:pt x="1441" y="2499"/>
                  </a:lnTo>
                  <a:cubicBezTo>
                    <a:pt x="1431" y="2501"/>
                    <a:pt x="1419" y="2499"/>
                    <a:pt x="1409" y="2504"/>
                  </a:cubicBezTo>
                  <a:cubicBezTo>
                    <a:pt x="1419" y="2505"/>
                    <a:pt x="1447" y="2513"/>
                    <a:pt x="1432" y="2513"/>
                  </a:cubicBezTo>
                  <a:cubicBezTo>
                    <a:pt x="1430" y="2513"/>
                    <a:pt x="1427" y="2513"/>
                    <a:pt x="1423" y="2512"/>
                  </a:cubicBezTo>
                  <a:lnTo>
                    <a:pt x="1416" y="2512"/>
                  </a:lnTo>
                  <a:cubicBezTo>
                    <a:pt x="1422" y="2513"/>
                    <a:pt x="1429" y="2517"/>
                    <a:pt x="1433" y="2518"/>
                  </a:cubicBezTo>
                  <a:cubicBezTo>
                    <a:pt x="1430" y="2518"/>
                    <a:pt x="1427" y="2517"/>
                    <a:pt x="1423" y="2517"/>
                  </a:cubicBezTo>
                  <a:cubicBezTo>
                    <a:pt x="1418" y="2517"/>
                    <a:pt x="1412" y="2518"/>
                    <a:pt x="1406" y="2520"/>
                  </a:cubicBezTo>
                  <a:cubicBezTo>
                    <a:pt x="1414" y="2521"/>
                    <a:pt x="1423" y="2523"/>
                    <a:pt x="1432" y="2524"/>
                  </a:cubicBezTo>
                  <a:cubicBezTo>
                    <a:pt x="1426" y="2525"/>
                    <a:pt x="1419" y="2525"/>
                    <a:pt x="1413" y="2527"/>
                  </a:cubicBezTo>
                  <a:cubicBezTo>
                    <a:pt x="1419" y="2528"/>
                    <a:pt x="1425" y="2528"/>
                    <a:pt x="1429" y="2531"/>
                  </a:cubicBezTo>
                  <a:cubicBezTo>
                    <a:pt x="1425" y="2531"/>
                    <a:pt x="1419" y="2531"/>
                    <a:pt x="1414" y="2533"/>
                  </a:cubicBezTo>
                  <a:cubicBezTo>
                    <a:pt x="1423" y="2540"/>
                    <a:pt x="1428" y="2539"/>
                    <a:pt x="1410" y="2540"/>
                  </a:cubicBezTo>
                  <a:cubicBezTo>
                    <a:pt x="1416" y="2543"/>
                    <a:pt x="1420" y="2543"/>
                    <a:pt x="1425" y="2546"/>
                  </a:cubicBezTo>
                  <a:cubicBezTo>
                    <a:pt x="1410" y="2547"/>
                    <a:pt x="1406" y="2547"/>
                    <a:pt x="1422" y="2552"/>
                  </a:cubicBezTo>
                  <a:cubicBezTo>
                    <a:pt x="1431" y="2553"/>
                    <a:pt x="1413" y="2555"/>
                    <a:pt x="1410" y="2556"/>
                  </a:cubicBezTo>
                  <a:cubicBezTo>
                    <a:pt x="1420" y="2560"/>
                    <a:pt x="1425" y="2562"/>
                    <a:pt x="1410" y="2566"/>
                  </a:cubicBezTo>
                  <a:cubicBezTo>
                    <a:pt x="1414" y="2568"/>
                    <a:pt x="1419" y="2568"/>
                    <a:pt x="1420" y="2569"/>
                  </a:cubicBezTo>
                  <a:cubicBezTo>
                    <a:pt x="1417" y="2571"/>
                    <a:pt x="1414" y="2571"/>
                    <a:pt x="1410" y="2571"/>
                  </a:cubicBezTo>
                  <a:cubicBezTo>
                    <a:pt x="1413" y="2572"/>
                    <a:pt x="1420" y="2573"/>
                    <a:pt x="1422" y="2576"/>
                  </a:cubicBezTo>
                  <a:cubicBezTo>
                    <a:pt x="1423" y="2579"/>
                    <a:pt x="1407" y="2578"/>
                    <a:pt x="1417" y="2582"/>
                  </a:cubicBezTo>
                  <a:lnTo>
                    <a:pt x="1412" y="2582"/>
                  </a:lnTo>
                  <a:cubicBezTo>
                    <a:pt x="1413" y="2584"/>
                    <a:pt x="1417" y="2588"/>
                    <a:pt x="1416" y="2588"/>
                  </a:cubicBezTo>
                  <a:cubicBezTo>
                    <a:pt x="1412" y="2591"/>
                    <a:pt x="1406" y="2592"/>
                    <a:pt x="1409" y="2598"/>
                  </a:cubicBezTo>
                  <a:cubicBezTo>
                    <a:pt x="1410" y="2600"/>
                    <a:pt x="1413" y="2603"/>
                    <a:pt x="1412" y="2604"/>
                  </a:cubicBezTo>
                  <a:cubicBezTo>
                    <a:pt x="1412" y="2607"/>
                    <a:pt x="1404" y="2604"/>
                    <a:pt x="1410" y="2608"/>
                  </a:cubicBezTo>
                  <a:cubicBezTo>
                    <a:pt x="1407" y="2613"/>
                    <a:pt x="1404" y="2611"/>
                    <a:pt x="1409" y="2617"/>
                  </a:cubicBezTo>
                  <a:cubicBezTo>
                    <a:pt x="1401" y="2649"/>
                    <a:pt x="1382" y="2740"/>
                    <a:pt x="1387" y="2777"/>
                  </a:cubicBezTo>
                  <a:cubicBezTo>
                    <a:pt x="1391" y="2815"/>
                    <a:pt x="1410" y="2871"/>
                    <a:pt x="1413" y="2871"/>
                  </a:cubicBezTo>
                  <a:cubicBezTo>
                    <a:pt x="1416" y="2871"/>
                    <a:pt x="1403" y="2882"/>
                    <a:pt x="1397" y="2888"/>
                  </a:cubicBezTo>
                  <a:cubicBezTo>
                    <a:pt x="1381" y="2898"/>
                    <a:pt x="1349" y="2920"/>
                    <a:pt x="1374" y="2974"/>
                  </a:cubicBezTo>
                  <a:cubicBezTo>
                    <a:pt x="1398" y="3028"/>
                    <a:pt x="1410" y="3037"/>
                    <a:pt x="1420" y="3044"/>
                  </a:cubicBezTo>
                  <a:cubicBezTo>
                    <a:pt x="1425" y="3048"/>
                    <a:pt x="1432" y="3049"/>
                    <a:pt x="1437" y="3049"/>
                  </a:cubicBezTo>
                  <a:cubicBezTo>
                    <a:pt x="1442" y="3049"/>
                    <a:pt x="1446" y="3048"/>
                    <a:pt x="1447" y="3048"/>
                  </a:cubicBezTo>
                  <a:cubicBezTo>
                    <a:pt x="1452" y="3047"/>
                    <a:pt x="1464" y="3045"/>
                    <a:pt x="1467" y="3045"/>
                  </a:cubicBezTo>
                  <a:cubicBezTo>
                    <a:pt x="1470" y="3044"/>
                    <a:pt x="1476" y="3044"/>
                    <a:pt x="1479" y="3044"/>
                  </a:cubicBezTo>
                  <a:cubicBezTo>
                    <a:pt x="1481" y="3051"/>
                    <a:pt x="1486" y="3066"/>
                    <a:pt x="1492" y="3078"/>
                  </a:cubicBezTo>
                  <a:cubicBezTo>
                    <a:pt x="1496" y="3088"/>
                    <a:pt x="1502" y="3096"/>
                    <a:pt x="1505" y="3101"/>
                  </a:cubicBezTo>
                  <a:cubicBezTo>
                    <a:pt x="1511" y="3124"/>
                    <a:pt x="1522" y="3172"/>
                    <a:pt x="1531" y="3214"/>
                  </a:cubicBezTo>
                  <a:cubicBezTo>
                    <a:pt x="1541" y="3255"/>
                    <a:pt x="1567" y="3350"/>
                    <a:pt x="1579" y="3389"/>
                  </a:cubicBezTo>
                  <a:cubicBezTo>
                    <a:pt x="1588" y="3420"/>
                    <a:pt x="1595" y="3431"/>
                    <a:pt x="1599" y="3439"/>
                  </a:cubicBezTo>
                  <a:lnTo>
                    <a:pt x="1599" y="3439"/>
                  </a:lnTo>
                  <a:lnTo>
                    <a:pt x="1598" y="3449"/>
                  </a:lnTo>
                  <a:cubicBezTo>
                    <a:pt x="1586" y="3455"/>
                    <a:pt x="1562" y="3472"/>
                    <a:pt x="1553" y="3484"/>
                  </a:cubicBezTo>
                  <a:cubicBezTo>
                    <a:pt x="1544" y="3497"/>
                    <a:pt x="1538" y="3529"/>
                    <a:pt x="1522" y="3539"/>
                  </a:cubicBezTo>
                  <a:cubicBezTo>
                    <a:pt x="1505" y="3549"/>
                    <a:pt x="1486" y="3554"/>
                    <a:pt x="1471" y="3555"/>
                  </a:cubicBezTo>
                  <a:cubicBezTo>
                    <a:pt x="1457" y="3557"/>
                    <a:pt x="1454" y="3564"/>
                    <a:pt x="1433" y="3577"/>
                  </a:cubicBezTo>
                  <a:cubicBezTo>
                    <a:pt x="1412" y="3592"/>
                    <a:pt x="1355" y="3580"/>
                    <a:pt x="1327" y="3600"/>
                  </a:cubicBezTo>
                  <a:cubicBezTo>
                    <a:pt x="1298" y="3621"/>
                    <a:pt x="1304" y="3622"/>
                    <a:pt x="1273" y="3624"/>
                  </a:cubicBezTo>
                  <a:cubicBezTo>
                    <a:pt x="1243" y="3624"/>
                    <a:pt x="1228" y="3627"/>
                    <a:pt x="1221" y="3627"/>
                  </a:cubicBezTo>
                  <a:cubicBezTo>
                    <a:pt x="1219" y="3631"/>
                    <a:pt x="1218" y="3635"/>
                    <a:pt x="1216" y="3640"/>
                  </a:cubicBezTo>
                  <a:cubicBezTo>
                    <a:pt x="1211" y="3638"/>
                    <a:pt x="1204" y="3638"/>
                    <a:pt x="1197" y="3638"/>
                  </a:cubicBezTo>
                  <a:cubicBezTo>
                    <a:pt x="1182" y="3638"/>
                    <a:pt x="1164" y="3641"/>
                    <a:pt x="1142" y="3646"/>
                  </a:cubicBezTo>
                  <a:cubicBezTo>
                    <a:pt x="1114" y="3660"/>
                    <a:pt x="1059" y="3688"/>
                    <a:pt x="1021" y="3737"/>
                  </a:cubicBezTo>
                  <a:cubicBezTo>
                    <a:pt x="983" y="3785"/>
                    <a:pt x="916" y="3876"/>
                    <a:pt x="894" y="3914"/>
                  </a:cubicBezTo>
                  <a:cubicBezTo>
                    <a:pt x="873" y="3953"/>
                    <a:pt x="829" y="3988"/>
                    <a:pt x="763" y="4042"/>
                  </a:cubicBezTo>
                  <a:cubicBezTo>
                    <a:pt x="696" y="4097"/>
                    <a:pt x="606" y="4161"/>
                    <a:pt x="593" y="4173"/>
                  </a:cubicBezTo>
                  <a:cubicBezTo>
                    <a:pt x="580" y="4185"/>
                    <a:pt x="514" y="4224"/>
                    <a:pt x="506" y="4227"/>
                  </a:cubicBezTo>
                  <a:cubicBezTo>
                    <a:pt x="500" y="4230"/>
                    <a:pt x="476" y="4246"/>
                    <a:pt x="457" y="4260"/>
                  </a:cubicBezTo>
                  <a:cubicBezTo>
                    <a:pt x="469" y="4233"/>
                    <a:pt x="478" y="4206"/>
                    <a:pt x="479" y="4192"/>
                  </a:cubicBezTo>
                  <a:cubicBezTo>
                    <a:pt x="484" y="4167"/>
                    <a:pt x="500" y="4126"/>
                    <a:pt x="508" y="4115"/>
                  </a:cubicBezTo>
                  <a:cubicBezTo>
                    <a:pt x="517" y="4103"/>
                    <a:pt x="516" y="4087"/>
                    <a:pt x="514" y="4087"/>
                  </a:cubicBezTo>
                  <a:lnTo>
                    <a:pt x="497" y="4075"/>
                  </a:lnTo>
                  <a:lnTo>
                    <a:pt x="476" y="4077"/>
                  </a:lnTo>
                  <a:cubicBezTo>
                    <a:pt x="459" y="4091"/>
                    <a:pt x="452" y="4078"/>
                    <a:pt x="425" y="4122"/>
                  </a:cubicBezTo>
                  <a:cubicBezTo>
                    <a:pt x="399" y="4166"/>
                    <a:pt x="385" y="4188"/>
                    <a:pt x="379" y="4198"/>
                  </a:cubicBezTo>
                  <a:cubicBezTo>
                    <a:pt x="373" y="4190"/>
                    <a:pt x="361" y="4177"/>
                    <a:pt x="351" y="4158"/>
                  </a:cubicBezTo>
                  <a:cubicBezTo>
                    <a:pt x="341" y="4138"/>
                    <a:pt x="334" y="4106"/>
                    <a:pt x="339" y="4097"/>
                  </a:cubicBezTo>
                  <a:cubicBezTo>
                    <a:pt x="344" y="4088"/>
                    <a:pt x="360" y="4061"/>
                    <a:pt x="364" y="4049"/>
                  </a:cubicBezTo>
                  <a:cubicBezTo>
                    <a:pt x="370" y="4039"/>
                    <a:pt x="415" y="4000"/>
                    <a:pt x="399" y="3992"/>
                  </a:cubicBezTo>
                  <a:cubicBezTo>
                    <a:pt x="390" y="3989"/>
                    <a:pt x="387" y="3983"/>
                    <a:pt x="379" y="3983"/>
                  </a:cubicBezTo>
                  <a:cubicBezTo>
                    <a:pt x="373" y="3983"/>
                    <a:pt x="365" y="3986"/>
                    <a:pt x="351" y="3994"/>
                  </a:cubicBezTo>
                  <a:cubicBezTo>
                    <a:pt x="316" y="4014"/>
                    <a:pt x="280" y="4035"/>
                    <a:pt x="272" y="4059"/>
                  </a:cubicBezTo>
                  <a:cubicBezTo>
                    <a:pt x="264" y="4086"/>
                    <a:pt x="252" y="4094"/>
                    <a:pt x="245" y="4099"/>
                  </a:cubicBezTo>
                  <a:cubicBezTo>
                    <a:pt x="243" y="4090"/>
                    <a:pt x="237" y="4070"/>
                    <a:pt x="249" y="4049"/>
                  </a:cubicBezTo>
                  <a:cubicBezTo>
                    <a:pt x="258" y="4030"/>
                    <a:pt x="267" y="4021"/>
                    <a:pt x="265" y="4020"/>
                  </a:cubicBezTo>
                  <a:cubicBezTo>
                    <a:pt x="265" y="4010"/>
                    <a:pt x="265" y="3992"/>
                    <a:pt x="252" y="3992"/>
                  </a:cubicBezTo>
                  <a:cubicBezTo>
                    <a:pt x="252" y="3992"/>
                    <a:pt x="251" y="3992"/>
                    <a:pt x="251" y="3992"/>
                  </a:cubicBezTo>
                  <a:cubicBezTo>
                    <a:pt x="236" y="3994"/>
                    <a:pt x="205" y="4005"/>
                    <a:pt x="203" y="4007"/>
                  </a:cubicBezTo>
                  <a:cubicBezTo>
                    <a:pt x="197" y="4007"/>
                    <a:pt x="185" y="4007"/>
                    <a:pt x="178" y="4014"/>
                  </a:cubicBezTo>
                  <a:cubicBezTo>
                    <a:pt x="169" y="4021"/>
                    <a:pt x="152" y="4048"/>
                    <a:pt x="150" y="4052"/>
                  </a:cubicBezTo>
                  <a:cubicBezTo>
                    <a:pt x="149" y="4056"/>
                    <a:pt x="128" y="4061"/>
                    <a:pt x="127" y="4061"/>
                  </a:cubicBezTo>
                  <a:cubicBezTo>
                    <a:pt x="115" y="4062"/>
                    <a:pt x="90" y="4067"/>
                    <a:pt x="87" y="4080"/>
                  </a:cubicBezTo>
                  <a:cubicBezTo>
                    <a:pt x="86" y="4091"/>
                    <a:pt x="101" y="4134"/>
                    <a:pt x="89" y="4163"/>
                  </a:cubicBezTo>
                  <a:cubicBezTo>
                    <a:pt x="77" y="4193"/>
                    <a:pt x="71" y="4209"/>
                    <a:pt x="54" y="4228"/>
                  </a:cubicBezTo>
                  <a:cubicBezTo>
                    <a:pt x="38" y="4246"/>
                    <a:pt x="20" y="4269"/>
                    <a:pt x="15" y="4288"/>
                  </a:cubicBezTo>
                  <a:cubicBezTo>
                    <a:pt x="7" y="4307"/>
                    <a:pt x="0" y="4332"/>
                    <a:pt x="13" y="4343"/>
                  </a:cubicBezTo>
                  <a:cubicBezTo>
                    <a:pt x="28" y="4354"/>
                    <a:pt x="29" y="4352"/>
                    <a:pt x="39" y="4373"/>
                  </a:cubicBezTo>
                  <a:cubicBezTo>
                    <a:pt x="50" y="4394"/>
                    <a:pt x="41" y="4426"/>
                    <a:pt x="63" y="4444"/>
                  </a:cubicBezTo>
                  <a:cubicBezTo>
                    <a:pt x="82" y="4459"/>
                    <a:pt x="78" y="4481"/>
                    <a:pt x="102" y="4481"/>
                  </a:cubicBezTo>
                  <a:cubicBezTo>
                    <a:pt x="106" y="4481"/>
                    <a:pt x="111" y="4480"/>
                    <a:pt x="117" y="4479"/>
                  </a:cubicBezTo>
                  <a:cubicBezTo>
                    <a:pt x="165" y="4536"/>
                    <a:pt x="236" y="4608"/>
                    <a:pt x="300" y="4617"/>
                  </a:cubicBezTo>
                  <a:cubicBezTo>
                    <a:pt x="346" y="4623"/>
                    <a:pt x="417" y="4630"/>
                    <a:pt x="478" y="4630"/>
                  </a:cubicBezTo>
                  <a:cubicBezTo>
                    <a:pt x="520" y="4630"/>
                    <a:pt x="557" y="4627"/>
                    <a:pt x="577" y="4617"/>
                  </a:cubicBezTo>
                  <a:cubicBezTo>
                    <a:pt x="625" y="4592"/>
                    <a:pt x="628" y="4565"/>
                    <a:pt x="676" y="4549"/>
                  </a:cubicBezTo>
                  <a:cubicBezTo>
                    <a:pt x="724" y="4534"/>
                    <a:pt x="819" y="4464"/>
                    <a:pt x="910" y="4409"/>
                  </a:cubicBezTo>
                  <a:cubicBezTo>
                    <a:pt x="1004" y="4355"/>
                    <a:pt x="1079" y="4256"/>
                    <a:pt x="1106" y="4225"/>
                  </a:cubicBezTo>
                  <a:cubicBezTo>
                    <a:pt x="1133" y="4193"/>
                    <a:pt x="1171" y="4167"/>
                    <a:pt x="1177" y="4160"/>
                  </a:cubicBezTo>
                  <a:cubicBezTo>
                    <a:pt x="1183" y="4154"/>
                    <a:pt x="1215" y="4134"/>
                    <a:pt x="1231" y="4123"/>
                  </a:cubicBezTo>
                  <a:lnTo>
                    <a:pt x="1240" y="4118"/>
                  </a:lnTo>
                  <a:cubicBezTo>
                    <a:pt x="1286" y="4186"/>
                    <a:pt x="1266" y="4176"/>
                    <a:pt x="1288" y="4212"/>
                  </a:cubicBezTo>
                  <a:cubicBezTo>
                    <a:pt x="1311" y="4252"/>
                    <a:pt x="1308" y="4275"/>
                    <a:pt x="1305" y="4294"/>
                  </a:cubicBezTo>
                  <a:cubicBezTo>
                    <a:pt x="1304" y="4314"/>
                    <a:pt x="1305" y="4365"/>
                    <a:pt x="1323" y="4407"/>
                  </a:cubicBezTo>
                  <a:cubicBezTo>
                    <a:pt x="1340" y="4448"/>
                    <a:pt x="1343" y="4457"/>
                    <a:pt x="1350" y="4508"/>
                  </a:cubicBezTo>
                  <a:cubicBezTo>
                    <a:pt x="1359" y="4559"/>
                    <a:pt x="1365" y="4582"/>
                    <a:pt x="1384" y="4625"/>
                  </a:cubicBezTo>
                  <a:cubicBezTo>
                    <a:pt x="1403" y="4665"/>
                    <a:pt x="1413" y="4696"/>
                    <a:pt x="1414" y="4718"/>
                  </a:cubicBezTo>
                  <a:cubicBezTo>
                    <a:pt x="1417" y="4740"/>
                    <a:pt x="1404" y="4802"/>
                    <a:pt x="1412" y="4898"/>
                  </a:cubicBezTo>
                  <a:cubicBezTo>
                    <a:pt x="1420" y="4995"/>
                    <a:pt x="1426" y="5142"/>
                    <a:pt x="1423" y="5194"/>
                  </a:cubicBezTo>
                  <a:cubicBezTo>
                    <a:pt x="1420" y="5248"/>
                    <a:pt x="1406" y="5292"/>
                    <a:pt x="1428" y="5359"/>
                  </a:cubicBezTo>
                  <a:cubicBezTo>
                    <a:pt x="1449" y="5427"/>
                    <a:pt x="1473" y="5433"/>
                    <a:pt x="1493" y="5475"/>
                  </a:cubicBezTo>
                  <a:cubicBezTo>
                    <a:pt x="1498" y="5487"/>
                    <a:pt x="1503" y="5497"/>
                    <a:pt x="1508" y="5506"/>
                  </a:cubicBezTo>
                  <a:cubicBezTo>
                    <a:pt x="1519" y="5532"/>
                    <a:pt x="1530" y="5554"/>
                    <a:pt x="1549" y="5558"/>
                  </a:cubicBezTo>
                  <a:cubicBezTo>
                    <a:pt x="1573" y="5566"/>
                    <a:pt x="1597" y="5557"/>
                    <a:pt x="1597" y="5573"/>
                  </a:cubicBezTo>
                  <a:cubicBezTo>
                    <a:pt x="1595" y="5589"/>
                    <a:pt x="1616" y="5596"/>
                    <a:pt x="1639" y="5599"/>
                  </a:cubicBezTo>
                  <a:cubicBezTo>
                    <a:pt x="1664" y="5601"/>
                    <a:pt x="1569" y="5638"/>
                    <a:pt x="1642" y="5640"/>
                  </a:cubicBezTo>
                  <a:cubicBezTo>
                    <a:pt x="1645" y="5640"/>
                    <a:pt x="1649" y="5640"/>
                    <a:pt x="1653" y="5640"/>
                  </a:cubicBezTo>
                  <a:cubicBezTo>
                    <a:pt x="1682" y="5640"/>
                    <a:pt x="1701" y="5635"/>
                    <a:pt x="1710" y="5635"/>
                  </a:cubicBezTo>
                  <a:cubicBezTo>
                    <a:pt x="1720" y="5635"/>
                    <a:pt x="1716" y="5642"/>
                    <a:pt x="1697" y="5669"/>
                  </a:cubicBezTo>
                  <a:cubicBezTo>
                    <a:pt x="1661" y="5723"/>
                    <a:pt x="1646" y="5768"/>
                    <a:pt x="1643" y="5783"/>
                  </a:cubicBezTo>
                  <a:cubicBezTo>
                    <a:pt x="1639" y="5796"/>
                    <a:pt x="1594" y="5826"/>
                    <a:pt x="1605" y="5895"/>
                  </a:cubicBezTo>
                  <a:cubicBezTo>
                    <a:pt x="1617" y="5962"/>
                    <a:pt x="1610" y="6008"/>
                    <a:pt x="1626" y="6081"/>
                  </a:cubicBezTo>
                  <a:cubicBezTo>
                    <a:pt x="1643" y="6153"/>
                    <a:pt x="1645" y="6231"/>
                    <a:pt x="1643" y="6236"/>
                  </a:cubicBezTo>
                  <a:cubicBezTo>
                    <a:pt x="1643" y="6241"/>
                    <a:pt x="1639" y="6403"/>
                    <a:pt x="1636" y="6428"/>
                  </a:cubicBezTo>
                  <a:cubicBezTo>
                    <a:pt x="1633" y="6453"/>
                    <a:pt x="1632" y="6463"/>
                    <a:pt x="1632" y="6467"/>
                  </a:cubicBezTo>
                  <a:cubicBezTo>
                    <a:pt x="1633" y="6464"/>
                    <a:pt x="1634" y="6461"/>
                    <a:pt x="1636" y="6458"/>
                  </a:cubicBezTo>
                  <a:lnTo>
                    <a:pt x="1636" y="6458"/>
                  </a:lnTo>
                  <a:cubicBezTo>
                    <a:pt x="1627" y="6502"/>
                    <a:pt x="1621" y="6547"/>
                    <a:pt x="1607" y="6587"/>
                  </a:cubicBezTo>
                  <a:cubicBezTo>
                    <a:pt x="1601" y="6600"/>
                    <a:pt x="1602" y="6616"/>
                    <a:pt x="1608" y="6632"/>
                  </a:cubicBezTo>
                  <a:cubicBezTo>
                    <a:pt x="1604" y="6708"/>
                    <a:pt x="1597" y="6845"/>
                    <a:pt x="1607" y="6964"/>
                  </a:cubicBezTo>
                  <a:cubicBezTo>
                    <a:pt x="1610" y="6996"/>
                    <a:pt x="1614" y="7028"/>
                    <a:pt x="1617" y="7059"/>
                  </a:cubicBezTo>
                  <a:cubicBezTo>
                    <a:pt x="1621" y="7094"/>
                    <a:pt x="1626" y="7127"/>
                    <a:pt x="1629" y="7159"/>
                  </a:cubicBezTo>
                  <a:cubicBezTo>
                    <a:pt x="1636" y="7207"/>
                    <a:pt x="1642" y="7251"/>
                    <a:pt x="1643" y="7283"/>
                  </a:cubicBezTo>
                  <a:cubicBezTo>
                    <a:pt x="1648" y="7351"/>
                    <a:pt x="1664" y="7494"/>
                    <a:pt x="1678" y="7545"/>
                  </a:cubicBezTo>
                  <a:cubicBezTo>
                    <a:pt x="1694" y="7596"/>
                    <a:pt x="1712" y="7665"/>
                    <a:pt x="1715" y="7697"/>
                  </a:cubicBezTo>
                  <a:cubicBezTo>
                    <a:pt x="1716" y="7704"/>
                    <a:pt x="1716" y="7711"/>
                    <a:pt x="1717" y="7717"/>
                  </a:cubicBezTo>
                  <a:cubicBezTo>
                    <a:pt x="1719" y="7733"/>
                    <a:pt x="1722" y="7740"/>
                    <a:pt x="1722" y="7745"/>
                  </a:cubicBezTo>
                  <a:cubicBezTo>
                    <a:pt x="1726" y="7742"/>
                    <a:pt x="1731" y="7739"/>
                    <a:pt x="1734" y="7736"/>
                  </a:cubicBezTo>
                  <a:lnTo>
                    <a:pt x="1734" y="7736"/>
                  </a:lnTo>
                  <a:cubicBezTo>
                    <a:pt x="1732" y="7758"/>
                    <a:pt x="1742" y="7793"/>
                    <a:pt x="1744" y="7810"/>
                  </a:cubicBezTo>
                  <a:cubicBezTo>
                    <a:pt x="1751" y="7877"/>
                    <a:pt x="1751" y="7943"/>
                    <a:pt x="1793" y="7989"/>
                  </a:cubicBezTo>
                  <a:cubicBezTo>
                    <a:pt x="1847" y="8046"/>
                    <a:pt x="1939" y="8080"/>
                    <a:pt x="2015" y="8119"/>
                  </a:cubicBezTo>
                  <a:cubicBezTo>
                    <a:pt x="2130" y="8180"/>
                    <a:pt x="2232" y="8243"/>
                    <a:pt x="2339" y="8316"/>
                  </a:cubicBezTo>
                  <a:cubicBezTo>
                    <a:pt x="2389" y="8348"/>
                    <a:pt x="2452" y="8357"/>
                    <a:pt x="2506" y="8386"/>
                  </a:cubicBezTo>
                  <a:cubicBezTo>
                    <a:pt x="2586" y="8432"/>
                    <a:pt x="2691" y="8435"/>
                    <a:pt x="2777" y="8476"/>
                  </a:cubicBezTo>
                  <a:cubicBezTo>
                    <a:pt x="2827" y="8501"/>
                    <a:pt x="2876" y="8528"/>
                    <a:pt x="2924" y="8559"/>
                  </a:cubicBezTo>
                  <a:cubicBezTo>
                    <a:pt x="2962" y="8581"/>
                    <a:pt x="3017" y="8598"/>
                    <a:pt x="3040" y="8632"/>
                  </a:cubicBezTo>
                  <a:cubicBezTo>
                    <a:pt x="3056" y="8654"/>
                    <a:pt x="3074" y="8674"/>
                    <a:pt x="3096" y="8692"/>
                  </a:cubicBezTo>
                  <a:cubicBezTo>
                    <a:pt x="3107" y="8703"/>
                    <a:pt x="3113" y="8721"/>
                    <a:pt x="3120" y="8738"/>
                  </a:cubicBezTo>
                  <a:cubicBezTo>
                    <a:pt x="3113" y="8735"/>
                    <a:pt x="3107" y="8731"/>
                    <a:pt x="3103" y="8729"/>
                  </a:cubicBezTo>
                  <a:lnTo>
                    <a:pt x="3059" y="8792"/>
                  </a:lnTo>
                  <a:cubicBezTo>
                    <a:pt x="3049" y="8801"/>
                    <a:pt x="3030" y="8820"/>
                    <a:pt x="3069" y="8846"/>
                  </a:cubicBezTo>
                  <a:cubicBezTo>
                    <a:pt x="3101" y="8869"/>
                    <a:pt x="3103" y="8878"/>
                    <a:pt x="3133" y="8878"/>
                  </a:cubicBezTo>
                  <a:cubicBezTo>
                    <a:pt x="3140" y="8878"/>
                    <a:pt x="3147" y="8877"/>
                    <a:pt x="3157" y="8877"/>
                  </a:cubicBezTo>
                  <a:cubicBezTo>
                    <a:pt x="3163" y="8876"/>
                    <a:pt x="3170" y="8876"/>
                    <a:pt x="3176" y="8876"/>
                  </a:cubicBezTo>
                  <a:cubicBezTo>
                    <a:pt x="3218" y="8876"/>
                    <a:pt x="3255" y="8883"/>
                    <a:pt x="3265" y="8883"/>
                  </a:cubicBezTo>
                  <a:cubicBezTo>
                    <a:pt x="3266" y="8883"/>
                    <a:pt x="3267" y="8883"/>
                    <a:pt x="3267" y="8882"/>
                  </a:cubicBezTo>
                  <a:cubicBezTo>
                    <a:pt x="3273" y="8882"/>
                    <a:pt x="3339" y="8965"/>
                    <a:pt x="3375" y="9009"/>
                  </a:cubicBezTo>
                  <a:cubicBezTo>
                    <a:pt x="3404" y="9041"/>
                    <a:pt x="3470" y="9107"/>
                    <a:pt x="3509" y="9153"/>
                  </a:cubicBezTo>
                  <a:cubicBezTo>
                    <a:pt x="3508" y="9155"/>
                    <a:pt x="3505" y="9156"/>
                    <a:pt x="3505" y="9159"/>
                  </a:cubicBezTo>
                  <a:cubicBezTo>
                    <a:pt x="3500" y="9171"/>
                    <a:pt x="3511" y="9172"/>
                    <a:pt x="3525" y="9172"/>
                  </a:cubicBezTo>
                  <a:cubicBezTo>
                    <a:pt x="3530" y="9178"/>
                    <a:pt x="3534" y="9184"/>
                    <a:pt x="3537" y="9188"/>
                  </a:cubicBezTo>
                  <a:cubicBezTo>
                    <a:pt x="3560" y="9226"/>
                    <a:pt x="3715" y="9404"/>
                    <a:pt x="3748" y="9436"/>
                  </a:cubicBezTo>
                  <a:cubicBezTo>
                    <a:pt x="3766" y="9453"/>
                    <a:pt x="3786" y="9461"/>
                    <a:pt x="3807" y="9461"/>
                  </a:cubicBezTo>
                  <a:cubicBezTo>
                    <a:pt x="3826" y="9461"/>
                    <a:pt x="3846" y="9454"/>
                    <a:pt x="3869" y="9440"/>
                  </a:cubicBezTo>
                  <a:cubicBezTo>
                    <a:pt x="3916" y="9411"/>
                    <a:pt x="4000" y="9302"/>
                    <a:pt x="3942" y="9136"/>
                  </a:cubicBezTo>
                  <a:cubicBezTo>
                    <a:pt x="3885" y="8970"/>
                    <a:pt x="3889" y="8914"/>
                    <a:pt x="3834" y="8855"/>
                  </a:cubicBezTo>
                  <a:cubicBezTo>
                    <a:pt x="3780" y="8798"/>
                    <a:pt x="3745" y="8766"/>
                    <a:pt x="3722" y="8737"/>
                  </a:cubicBezTo>
                  <a:cubicBezTo>
                    <a:pt x="3700" y="8708"/>
                    <a:pt x="3694" y="8689"/>
                    <a:pt x="3693" y="8678"/>
                  </a:cubicBezTo>
                  <a:cubicBezTo>
                    <a:pt x="3691" y="8671"/>
                    <a:pt x="3668" y="8437"/>
                    <a:pt x="3632" y="8361"/>
                  </a:cubicBezTo>
                  <a:cubicBezTo>
                    <a:pt x="3595" y="8285"/>
                    <a:pt x="3533" y="8211"/>
                    <a:pt x="3474" y="8208"/>
                  </a:cubicBezTo>
                  <a:cubicBezTo>
                    <a:pt x="3473" y="8208"/>
                    <a:pt x="3472" y="8208"/>
                    <a:pt x="3471" y="8208"/>
                  </a:cubicBezTo>
                  <a:cubicBezTo>
                    <a:pt x="3411" y="8208"/>
                    <a:pt x="3299" y="8277"/>
                    <a:pt x="3266" y="8311"/>
                  </a:cubicBezTo>
                  <a:cubicBezTo>
                    <a:pt x="3241" y="8338"/>
                    <a:pt x="3228" y="8351"/>
                    <a:pt x="3219" y="8351"/>
                  </a:cubicBezTo>
                  <a:cubicBezTo>
                    <a:pt x="3215" y="8345"/>
                    <a:pt x="3211" y="8342"/>
                    <a:pt x="3206" y="8341"/>
                  </a:cubicBezTo>
                  <a:cubicBezTo>
                    <a:pt x="3204" y="8338"/>
                    <a:pt x="3201" y="8336"/>
                    <a:pt x="3198" y="8336"/>
                  </a:cubicBezTo>
                  <a:cubicBezTo>
                    <a:pt x="3192" y="8336"/>
                    <a:pt x="3186" y="8341"/>
                    <a:pt x="3177" y="8354"/>
                  </a:cubicBezTo>
                  <a:cubicBezTo>
                    <a:pt x="3171" y="8364"/>
                    <a:pt x="3170" y="8365"/>
                    <a:pt x="3174" y="8367"/>
                  </a:cubicBezTo>
                  <a:cubicBezTo>
                    <a:pt x="3168" y="8370"/>
                    <a:pt x="3163" y="8373"/>
                    <a:pt x="3157" y="8377"/>
                  </a:cubicBezTo>
                  <a:cubicBezTo>
                    <a:pt x="3119" y="8345"/>
                    <a:pt x="3069" y="8313"/>
                    <a:pt x="3046" y="8304"/>
                  </a:cubicBezTo>
                  <a:cubicBezTo>
                    <a:pt x="3004" y="8282"/>
                    <a:pt x="2967" y="8236"/>
                    <a:pt x="2937" y="8205"/>
                  </a:cubicBezTo>
                  <a:cubicBezTo>
                    <a:pt x="2846" y="8113"/>
                    <a:pt x="2759" y="8010"/>
                    <a:pt x="2675" y="7909"/>
                  </a:cubicBezTo>
                  <a:cubicBezTo>
                    <a:pt x="2596" y="7816"/>
                    <a:pt x="2497" y="7787"/>
                    <a:pt x="2376" y="7759"/>
                  </a:cubicBezTo>
                  <a:cubicBezTo>
                    <a:pt x="2341" y="7751"/>
                    <a:pt x="2331" y="7727"/>
                    <a:pt x="2302" y="7710"/>
                  </a:cubicBezTo>
                  <a:cubicBezTo>
                    <a:pt x="2271" y="7691"/>
                    <a:pt x="2270" y="7628"/>
                    <a:pt x="2267" y="7580"/>
                  </a:cubicBezTo>
                  <a:cubicBezTo>
                    <a:pt x="2373" y="7518"/>
                    <a:pt x="2565" y="7404"/>
                    <a:pt x="2632" y="7330"/>
                  </a:cubicBezTo>
                  <a:cubicBezTo>
                    <a:pt x="2701" y="7252"/>
                    <a:pt x="2784" y="7139"/>
                    <a:pt x="2798" y="7127"/>
                  </a:cubicBezTo>
                  <a:cubicBezTo>
                    <a:pt x="2798" y="7126"/>
                    <a:pt x="2800" y="7124"/>
                    <a:pt x="2801" y="7124"/>
                  </a:cubicBezTo>
                  <a:cubicBezTo>
                    <a:pt x="2809" y="7118"/>
                    <a:pt x="2827" y="7094"/>
                    <a:pt x="2842" y="7075"/>
                  </a:cubicBezTo>
                  <a:cubicBezTo>
                    <a:pt x="2861" y="7114"/>
                    <a:pt x="2881" y="7162"/>
                    <a:pt x="2886" y="7190"/>
                  </a:cubicBezTo>
                  <a:cubicBezTo>
                    <a:pt x="2892" y="7229"/>
                    <a:pt x="2909" y="7318"/>
                    <a:pt x="2909" y="7319"/>
                  </a:cubicBezTo>
                  <a:cubicBezTo>
                    <a:pt x="2938" y="7416"/>
                    <a:pt x="3010" y="7605"/>
                    <a:pt x="3020" y="7653"/>
                  </a:cubicBezTo>
                  <a:cubicBezTo>
                    <a:pt x="3021" y="7660"/>
                    <a:pt x="3037" y="7668"/>
                    <a:pt x="3037" y="7676"/>
                  </a:cubicBezTo>
                  <a:cubicBezTo>
                    <a:pt x="3037" y="7719"/>
                    <a:pt x="3066" y="7771"/>
                    <a:pt x="3130" y="7771"/>
                  </a:cubicBezTo>
                  <a:cubicBezTo>
                    <a:pt x="3136" y="7771"/>
                    <a:pt x="3143" y="7771"/>
                    <a:pt x="3149" y="7770"/>
                  </a:cubicBezTo>
                  <a:cubicBezTo>
                    <a:pt x="3241" y="7755"/>
                    <a:pt x="3365" y="7660"/>
                    <a:pt x="3393" y="7551"/>
                  </a:cubicBezTo>
                  <a:cubicBezTo>
                    <a:pt x="3422" y="7442"/>
                    <a:pt x="3454" y="7343"/>
                    <a:pt x="3445" y="7260"/>
                  </a:cubicBezTo>
                  <a:cubicBezTo>
                    <a:pt x="3436" y="7175"/>
                    <a:pt x="3416" y="7121"/>
                    <a:pt x="3406" y="7095"/>
                  </a:cubicBezTo>
                  <a:lnTo>
                    <a:pt x="3375" y="7081"/>
                  </a:lnTo>
                  <a:lnTo>
                    <a:pt x="3313" y="6930"/>
                  </a:lnTo>
                  <a:cubicBezTo>
                    <a:pt x="3314" y="6878"/>
                    <a:pt x="3315" y="6772"/>
                    <a:pt x="3301" y="6703"/>
                  </a:cubicBezTo>
                  <a:cubicBezTo>
                    <a:pt x="3288" y="6633"/>
                    <a:pt x="3257" y="6531"/>
                    <a:pt x="3174" y="6499"/>
                  </a:cubicBezTo>
                  <a:cubicBezTo>
                    <a:pt x="3091" y="6469"/>
                    <a:pt x="3056" y="6466"/>
                    <a:pt x="3039" y="6466"/>
                  </a:cubicBezTo>
                  <a:lnTo>
                    <a:pt x="2951" y="6488"/>
                  </a:lnTo>
                  <a:lnTo>
                    <a:pt x="2873" y="6517"/>
                  </a:lnTo>
                  <a:lnTo>
                    <a:pt x="2855" y="6523"/>
                  </a:lnTo>
                  <a:lnTo>
                    <a:pt x="2811" y="6531"/>
                  </a:lnTo>
                  <a:lnTo>
                    <a:pt x="2760" y="6550"/>
                  </a:lnTo>
                  <a:lnTo>
                    <a:pt x="2762" y="6552"/>
                  </a:lnTo>
                  <a:cubicBezTo>
                    <a:pt x="2744" y="6547"/>
                    <a:pt x="2728" y="6542"/>
                    <a:pt x="2715" y="6533"/>
                  </a:cubicBezTo>
                  <a:cubicBezTo>
                    <a:pt x="2701" y="6524"/>
                    <a:pt x="2686" y="6512"/>
                    <a:pt x="2670" y="6501"/>
                  </a:cubicBezTo>
                  <a:cubicBezTo>
                    <a:pt x="2672" y="6477"/>
                    <a:pt x="2675" y="6435"/>
                    <a:pt x="2692" y="6400"/>
                  </a:cubicBezTo>
                  <a:cubicBezTo>
                    <a:pt x="2709" y="6364"/>
                    <a:pt x="2794" y="6310"/>
                    <a:pt x="2860" y="6279"/>
                  </a:cubicBezTo>
                  <a:cubicBezTo>
                    <a:pt x="2924" y="6247"/>
                    <a:pt x="2932" y="6279"/>
                    <a:pt x="2976" y="6144"/>
                  </a:cubicBezTo>
                  <a:cubicBezTo>
                    <a:pt x="3021" y="6008"/>
                    <a:pt x="2978" y="5985"/>
                    <a:pt x="3023" y="5915"/>
                  </a:cubicBezTo>
                  <a:cubicBezTo>
                    <a:pt x="3068" y="5845"/>
                    <a:pt x="3123" y="5829"/>
                    <a:pt x="3113" y="5749"/>
                  </a:cubicBezTo>
                  <a:cubicBezTo>
                    <a:pt x="3104" y="5668"/>
                    <a:pt x="3123" y="5615"/>
                    <a:pt x="3094" y="5564"/>
                  </a:cubicBezTo>
                  <a:cubicBezTo>
                    <a:pt x="3065" y="5513"/>
                    <a:pt x="3036" y="5480"/>
                    <a:pt x="2994" y="5448"/>
                  </a:cubicBezTo>
                  <a:cubicBezTo>
                    <a:pt x="2962" y="5424"/>
                    <a:pt x="2951" y="5413"/>
                    <a:pt x="2951" y="5389"/>
                  </a:cubicBezTo>
                  <a:cubicBezTo>
                    <a:pt x="2951" y="5382"/>
                    <a:pt x="2951" y="5372"/>
                    <a:pt x="2954" y="5362"/>
                  </a:cubicBezTo>
                  <a:cubicBezTo>
                    <a:pt x="2963" y="5315"/>
                    <a:pt x="2979" y="5283"/>
                    <a:pt x="2963" y="5223"/>
                  </a:cubicBezTo>
                  <a:cubicBezTo>
                    <a:pt x="2947" y="5163"/>
                    <a:pt x="2927" y="5130"/>
                    <a:pt x="2903" y="5063"/>
                  </a:cubicBezTo>
                  <a:cubicBezTo>
                    <a:pt x="2880" y="4996"/>
                    <a:pt x="2836" y="4847"/>
                    <a:pt x="2829" y="4782"/>
                  </a:cubicBezTo>
                  <a:cubicBezTo>
                    <a:pt x="2822" y="4716"/>
                    <a:pt x="2804" y="4633"/>
                    <a:pt x="2774" y="4540"/>
                  </a:cubicBezTo>
                  <a:cubicBezTo>
                    <a:pt x="2743" y="4447"/>
                    <a:pt x="2727" y="4375"/>
                    <a:pt x="2714" y="4335"/>
                  </a:cubicBezTo>
                  <a:cubicBezTo>
                    <a:pt x="2701" y="4292"/>
                    <a:pt x="2676" y="4135"/>
                    <a:pt x="2675" y="4058"/>
                  </a:cubicBezTo>
                  <a:cubicBezTo>
                    <a:pt x="2673" y="3982"/>
                    <a:pt x="2682" y="3936"/>
                    <a:pt x="2698" y="3867"/>
                  </a:cubicBezTo>
                  <a:cubicBezTo>
                    <a:pt x="2715" y="3799"/>
                    <a:pt x="2711" y="3727"/>
                    <a:pt x="2676" y="3628"/>
                  </a:cubicBezTo>
                  <a:cubicBezTo>
                    <a:pt x="2640" y="3528"/>
                    <a:pt x="2624" y="3490"/>
                    <a:pt x="2610" y="3464"/>
                  </a:cubicBezTo>
                  <a:cubicBezTo>
                    <a:pt x="2600" y="3446"/>
                    <a:pt x="2589" y="3420"/>
                    <a:pt x="2577" y="3391"/>
                  </a:cubicBezTo>
                  <a:cubicBezTo>
                    <a:pt x="2578" y="3385"/>
                    <a:pt x="2580" y="3379"/>
                    <a:pt x="2583" y="3372"/>
                  </a:cubicBezTo>
                  <a:cubicBezTo>
                    <a:pt x="2583" y="3372"/>
                    <a:pt x="2701" y="3032"/>
                    <a:pt x="2726" y="2917"/>
                  </a:cubicBezTo>
                  <a:cubicBezTo>
                    <a:pt x="2752" y="2802"/>
                    <a:pt x="2798" y="2587"/>
                    <a:pt x="2809" y="2521"/>
                  </a:cubicBezTo>
                  <a:cubicBezTo>
                    <a:pt x="2820" y="2456"/>
                    <a:pt x="2807" y="2405"/>
                    <a:pt x="2810" y="2368"/>
                  </a:cubicBezTo>
                  <a:cubicBezTo>
                    <a:pt x="2814" y="2333"/>
                    <a:pt x="2829" y="2240"/>
                    <a:pt x="2827" y="2222"/>
                  </a:cubicBezTo>
                  <a:cubicBezTo>
                    <a:pt x="2826" y="2205"/>
                    <a:pt x="2835" y="2061"/>
                    <a:pt x="2762" y="1861"/>
                  </a:cubicBezTo>
                  <a:cubicBezTo>
                    <a:pt x="2689" y="1662"/>
                    <a:pt x="2632" y="1466"/>
                    <a:pt x="2626" y="1411"/>
                  </a:cubicBezTo>
                  <a:cubicBezTo>
                    <a:pt x="2621" y="1357"/>
                    <a:pt x="2594" y="1265"/>
                    <a:pt x="2594" y="1264"/>
                  </a:cubicBezTo>
                  <a:lnTo>
                    <a:pt x="2589" y="1235"/>
                  </a:lnTo>
                  <a:cubicBezTo>
                    <a:pt x="2589" y="1233"/>
                    <a:pt x="2573" y="935"/>
                    <a:pt x="2546" y="805"/>
                  </a:cubicBezTo>
                  <a:cubicBezTo>
                    <a:pt x="2520" y="677"/>
                    <a:pt x="2524" y="658"/>
                    <a:pt x="2491" y="601"/>
                  </a:cubicBezTo>
                  <a:cubicBezTo>
                    <a:pt x="2459" y="544"/>
                    <a:pt x="2433" y="509"/>
                    <a:pt x="2420" y="493"/>
                  </a:cubicBezTo>
                  <a:cubicBezTo>
                    <a:pt x="2405" y="493"/>
                    <a:pt x="2376" y="493"/>
                    <a:pt x="2380" y="515"/>
                  </a:cubicBezTo>
                  <a:cubicBezTo>
                    <a:pt x="2385" y="536"/>
                    <a:pt x="2405" y="587"/>
                    <a:pt x="2415" y="613"/>
                  </a:cubicBezTo>
                  <a:lnTo>
                    <a:pt x="2428" y="648"/>
                  </a:lnTo>
                  <a:lnTo>
                    <a:pt x="2439" y="686"/>
                  </a:lnTo>
                  <a:cubicBezTo>
                    <a:pt x="2417" y="655"/>
                    <a:pt x="2374" y="594"/>
                    <a:pt x="2373" y="591"/>
                  </a:cubicBezTo>
                  <a:cubicBezTo>
                    <a:pt x="2370" y="587"/>
                    <a:pt x="2319" y="527"/>
                    <a:pt x="2312" y="521"/>
                  </a:cubicBezTo>
                  <a:cubicBezTo>
                    <a:pt x="2310" y="520"/>
                    <a:pt x="2307" y="518"/>
                    <a:pt x="2306" y="517"/>
                  </a:cubicBezTo>
                  <a:cubicBezTo>
                    <a:pt x="2271" y="252"/>
                    <a:pt x="2061" y="34"/>
                    <a:pt x="1783" y="4"/>
                  </a:cubicBezTo>
                  <a:cubicBezTo>
                    <a:pt x="1761" y="2"/>
                    <a:pt x="1740" y="0"/>
                    <a:pt x="171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7"/>
            <p:cNvSpPr/>
            <p:nvPr/>
          </p:nvSpPr>
          <p:spPr>
            <a:xfrm>
              <a:off x="8119285" y="1553798"/>
              <a:ext cx="98810" cy="103149"/>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7"/>
          <p:cNvGrpSpPr/>
          <p:nvPr/>
        </p:nvGrpSpPr>
        <p:grpSpPr>
          <a:xfrm>
            <a:off x="713225" y="2859112"/>
            <a:ext cx="1997100" cy="1650438"/>
            <a:chOff x="713225" y="2859112"/>
            <a:chExt cx="1997100" cy="1650438"/>
          </a:xfrm>
        </p:grpSpPr>
        <p:sp>
          <p:nvSpPr>
            <p:cNvPr id="170" name="Google Shape;170;p17"/>
            <p:cNvSpPr txBox="1"/>
            <p:nvPr/>
          </p:nvSpPr>
          <p:spPr>
            <a:xfrm>
              <a:off x="713225" y="3499075"/>
              <a:ext cx="1997100" cy="403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DUNK</a:t>
              </a:r>
              <a:endParaRPr sz="2000">
                <a:solidFill>
                  <a:schemeClr val="dk2"/>
                </a:solidFill>
                <a:latin typeface="Dosis SemiBold"/>
                <a:ea typeface="Dosis SemiBold"/>
                <a:cs typeface="Dosis SemiBold"/>
                <a:sym typeface="Dosis SemiBold"/>
              </a:endParaRPr>
            </a:p>
          </p:txBody>
        </p:sp>
        <p:sp>
          <p:nvSpPr>
            <p:cNvPr id="171" name="Google Shape;171;p17"/>
            <p:cNvSpPr txBox="1"/>
            <p:nvPr/>
          </p:nvSpPr>
          <p:spPr>
            <a:xfrm>
              <a:off x="713225" y="3840250"/>
              <a:ext cx="1997100" cy="669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600">
                  <a:solidFill>
                    <a:schemeClr val="lt1"/>
                  </a:solidFill>
                  <a:latin typeface="Dosis"/>
                  <a:ea typeface="Dosis"/>
                  <a:cs typeface="Dosis"/>
                  <a:sym typeface="Dosis"/>
                </a:rPr>
                <a:t>Mercury is the smallest planet of them all</a:t>
              </a:r>
              <a:endParaRPr sz="1600">
                <a:solidFill>
                  <a:schemeClr val="lt1"/>
                </a:solidFill>
                <a:latin typeface="Dosis"/>
                <a:ea typeface="Dosis"/>
                <a:cs typeface="Dosis"/>
                <a:sym typeface="Dosis"/>
              </a:endParaRPr>
            </a:p>
          </p:txBody>
        </p:sp>
        <p:sp>
          <p:nvSpPr>
            <p:cNvPr id="172" name="Google Shape;172;p17"/>
            <p:cNvSpPr/>
            <p:nvPr/>
          </p:nvSpPr>
          <p:spPr>
            <a:xfrm>
              <a:off x="1287964" y="2859112"/>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Bevan"/>
                  <a:ea typeface="Bevan"/>
                  <a:cs typeface="Bevan"/>
                  <a:sym typeface="Bevan"/>
                </a:rPr>
                <a:t>01</a:t>
              </a:r>
              <a:endParaRPr sz="2100">
                <a:solidFill>
                  <a:schemeClr val="lt1"/>
                </a:solidFill>
                <a:latin typeface="Bevan"/>
                <a:ea typeface="Bevan"/>
                <a:cs typeface="Bevan"/>
                <a:sym typeface="Bevan"/>
              </a:endParaRPr>
            </a:p>
          </p:txBody>
        </p:sp>
      </p:grpSp>
      <p:grpSp>
        <p:nvGrpSpPr>
          <p:cNvPr id="173" name="Google Shape;173;p17"/>
          <p:cNvGrpSpPr/>
          <p:nvPr/>
        </p:nvGrpSpPr>
        <p:grpSpPr>
          <a:xfrm>
            <a:off x="3573450" y="1431000"/>
            <a:ext cx="1997100" cy="1651376"/>
            <a:chOff x="3573450" y="1431000"/>
            <a:chExt cx="1997100" cy="1651376"/>
          </a:xfrm>
        </p:grpSpPr>
        <p:sp>
          <p:nvSpPr>
            <p:cNvPr id="174" name="Google Shape;174;p17"/>
            <p:cNvSpPr txBox="1"/>
            <p:nvPr/>
          </p:nvSpPr>
          <p:spPr>
            <a:xfrm>
              <a:off x="3573450" y="2071424"/>
              <a:ext cx="1997100" cy="403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LAYUP</a:t>
              </a:r>
              <a:endParaRPr sz="2000">
                <a:solidFill>
                  <a:schemeClr val="dk2"/>
                </a:solidFill>
                <a:latin typeface="Dosis SemiBold"/>
                <a:ea typeface="Dosis SemiBold"/>
                <a:cs typeface="Dosis SemiBold"/>
                <a:sym typeface="Dosis SemiBold"/>
              </a:endParaRPr>
            </a:p>
          </p:txBody>
        </p:sp>
        <p:sp>
          <p:nvSpPr>
            <p:cNvPr id="175" name="Google Shape;175;p17"/>
            <p:cNvSpPr txBox="1"/>
            <p:nvPr/>
          </p:nvSpPr>
          <p:spPr>
            <a:xfrm>
              <a:off x="3573450" y="2413075"/>
              <a:ext cx="1997100" cy="669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600">
                  <a:solidFill>
                    <a:schemeClr val="lt1"/>
                  </a:solidFill>
                  <a:latin typeface="Dosis"/>
                  <a:ea typeface="Dosis"/>
                  <a:cs typeface="Dosis"/>
                  <a:sym typeface="Dosis"/>
                </a:rPr>
                <a:t>Venus has a very beautiful name</a:t>
              </a:r>
              <a:endParaRPr sz="1600">
                <a:solidFill>
                  <a:schemeClr val="lt1"/>
                </a:solidFill>
                <a:latin typeface="Dosis"/>
                <a:ea typeface="Dosis"/>
                <a:cs typeface="Dosis"/>
                <a:sym typeface="Dosis"/>
              </a:endParaRPr>
            </a:p>
          </p:txBody>
        </p:sp>
        <p:sp>
          <p:nvSpPr>
            <p:cNvPr id="176" name="Google Shape;176;p17"/>
            <p:cNvSpPr/>
            <p:nvPr/>
          </p:nvSpPr>
          <p:spPr>
            <a:xfrm>
              <a:off x="4148176" y="1431000"/>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Bevan"/>
                  <a:ea typeface="Bevan"/>
                  <a:cs typeface="Bevan"/>
                  <a:sym typeface="Bevan"/>
                </a:rPr>
                <a:t>02</a:t>
              </a:r>
              <a:endParaRPr sz="2100">
                <a:solidFill>
                  <a:schemeClr val="lt1"/>
                </a:solidFill>
                <a:latin typeface="Bevan"/>
                <a:ea typeface="Bevan"/>
                <a:cs typeface="Bevan"/>
                <a:sym typeface="Bevan"/>
              </a:endParaRPr>
            </a:p>
          </p:txBody>
        </p:sp>
      </p:grpSp>
      <p:grpSp>
        <p:nvGrpSpPr>
          <p:cNvPr id="177" name="Google Shape;177;p17"/>
          <p:cNvGrpSpPr/>
          <p:nvPr/>
        </p:nvGrpSpPr>
        <p:grpSpPr>
          <a:xfrm>
            <a:off x="6426900" y="2859112"/>
            <a:ext cx="1997100" cy="1650888"/>
            <a:chOff x="6426900" y="2859112"/>
            <a:chExt cx="1997100" cy="1650888"/>
          </a:xfrm>
        </p:grpSpPr>
        <p:sp>
          <p:nvSpPr>
            <p:cNvPr id="178" name="Google Shape;178;p17"/>
            <p:cNvSpPr txBox="1"/>
            <p:nvPr/>
          </p:nvSpPr>
          <p:spPr>
            <a:xfrm>
              <a:off x="6426900" y="3499075"/>
              <a:ext cx="1997100" cy="403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HOOK</a:t>
              </a:r>
              <a:endParaRPr sz="2000">
                <a:solidFill>
                  <a:schemeClr val="dk2"/>
                </a:solidFill>
                <a:latin typeface="Dosis SemiBold"/>
                <a:ea typeface="Dosis SemiBold"/>
                <a:cs typeface="Dosis SemiBold"/>
                <a:sym typeface="Dosis SemiBold"/>
              </a:endParaRPr>
            </a:p>
          </p:txBody>
        </p:sp>
        <p:sp>
          <p:nvSpPr>
            <p:cNvPr id="179" name="Google Shape;179;p17"/>
            <p:cNvSpPr txBox="1"/>
            <p:nvPr/>
          </p:nvSpPr>
          <p:spPr>
            <a:xfrm>
              <a:off x="6426900" y="3840700"/>
              <a:ext cx="1997100" cy="669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600">
                  <a:solidFill>
                    <a:schemeClr val="lt1"/>
                  </a:solidFill>
                  <a:latin typeface="Dosis"/>
                  <a:ea typeface="Dosis"/>
                  <a:cs typeface="Dosis"/>
                  <a:sym typeface="Dosis"/>
                </a:rPr>
                <a:t>Jupiter is named after a Roman god</a:t>
              </a:r>
              <a:endParaRPr sz="1600">
                <a:solidFill>
                  <a:schemeClr val="lt1"/>
                </a:solidFill>
                <a:latin typeface="Dosis"/>
                <a:ea typeface="Dosis"/>
                <a:cs typeface="Dosis"/>
                <a:sym typeface="Dosis"/>
              </a:endParaRPr>
            </a:p>
          </p:txBody>
        </p:sp>
        <p:sp>
          <p:nvSpPr>
            <p:cNvPr id="180" name="Google Shape;180;p17"/>
            <p:cNvSpPr/>
            <p:nvPr/>
          </p:nvSpPr>
          <p:spPr>
            <a:xfrm>
              <a:off x="7008389" y="2859112"/>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Bevan"/>
                  <a:ea typeface="Bevan"/>
                  <a:cs typeface="Bevan"/>
                  <a:sym typeface="Bevan"/>
                </a:rPr>
                <a:t>03</a:t>
              </a:r>
              <a:endParaRPr sz="2100">
                <a:solidFill>
                  <a:schemeClr val="lt1"/>
                </a:solidFill>
                <a:latin typeface="Bevan"/>
                <a:ea typeface="Bevan"/>
                <a:cs typeface="Bevan"/>
                <a:sym typeface="Bevan"/>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8"/>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graphicFrame>
        <p:nvGraphicFramePr>
          <p:cNvPr id="186" name="Google Shape;186;p18"/>
          <p:cNvGraphicFramePr/>
          <p:nvPr/>
        </p:nvGraphicFramePr>
        <p:xfrm>
          <a:off x="713250" y="1591053"/>
          <a:ext cx="3000000" cy="3000000"/>
        </p:xfrm>
        <a:graphic>
          <a:graphicData uri="http://schemas.openxmlformats.org/drawingml/2006/table">
            <a:tbl>
              <a:tblPr>
                <a:noFill/>
                <a:tableStyleId>{42F52E1E-71C8-41E8-9905-C88289EF3109}</a:tableStyleId>
              </a:tblPr>
              <a:tblGrid>
                <a:gridCol w="1001025"/>
                <a:gridCol w="3189225"/>
                <a:gridCol w="3527250"/>
              </a:tblGrid>
              <a:tr h="670525">
                <a:tc>
                  <a:txBody>
                    <a:bodyPr/>
                    <a:lstStyle/>
                    <a:p>
                      <a:pPr indent="0" lvl="0" marL="0" marR="0" rtl="0" algn="ctr">
                        <a:lnSpc>
                          <a:spcPct val="115000"/>
                        </a:lnSpc>
                        <a:spcBef>
                          <a:spcPts val="0"/>
                        </a:spcBef>
                        <a:spcAft>
                          <a:spcPts val="0"/>
                        </a:spcAft>
                        <a:buNone/>
                      </a:pPr>
                      <a:r>
                        <a:rPr lang="en" sz="2100">
                          <a:solidFill>
                            <a:schemeClr val="lt1"/>
                          </a:solidFill>
                          <a:latin typeface="Bevan"/>
                          <a:ea typeface="Bevan"/>
                          <a:cs typeface="Bevan"/>
                          <a:sym typeface="Bevan"/>
                        </a:rPr>
                        <a:t>01</a:t>
                      </a:r>
                      <a:endParaRPr sz="2100">
                        <a:solidFill>
                          <a:schemeClr val="lt1"/>
                        </a:solidFill>
                        <a:latin typeface="Bevan"/>
                        <a:ea typeface="Bevan"/>
                        <a:cs typeface="Bevan"/>
                        <a:sym typeface="Bevan"/>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marR="0" rtl="0" algn="ctr">
                        <a:lnSpc>
                          <a:spcPct val="115000"/>
                        </a:lnSpc>
                        <a:spcBef>
                          <a:spcPts val="0"/>
                        </a:spcBef>
                        <a:spcAft>
                          <a:spcPts val="0"/>
                        </a:spcAft>
                        <a:buNone/>
                      </a:pPr>
                      <a:r>
                        <a:rPr lang="en" sz="2000">
                          <a:solidFill>
                            <a:schemeClr val="dk2"/>
                          </a:solidFill>
                          <a:latin typeface="Dosis SemiBold"/>
                          <a:ea typeface="Dosis SemiBold"/>
                          <a:cs typeface="Dosis SemiBold"/>
                          <a:sym typeface="Dosis SemiBold"/>
                        </a:rPr>
                        <a:t>FOUL</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600">
                          <a:solidFill>
                            <a:schemeClr val="lt1"/>
                          </a:solidFill>
                          <a:latin typeface="Dosis"/>
                          <a:ea typeface="Dosis"/>
                          <a:cs typeface="Dosis"/>
                          <a:sym typeface="Dosis"/>
                        </a:rPr>
                        <a:t>Mercury is a very small planet</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670525">
                <a:tc>
                  <a:txBody>
                    <a:bodyPr/>
                    <a:lstStyle/>
                    <a:p>
                      <a:pPr indent="0" lvl="0" marL="0" marR="0" rtl="0" algn="ctr">
                        <a:lnSpc>
                          <a:spcPct val="115000"/>
                        </a:lnSpc>
                        <a:spcBef>
                          <a:spcPts val="0"/>
                        </a:spcBef>
                        <a:spcAft>
                          <a:spcPts val="0"/>
                        </a:spcAft>
                        <a:buNone/>
                      </a:pPr>
                      <a:r>
                        <a:rPr lang="en" sz="2100">
                          <a:solidFill>
                            <a:schemeClr val="lt1"/>
                          </a:solidFill>
                          <a:latin typeface="Bevan"/>
                          <a:ea typeface="Bevan"/>
                          <a:cs typeface="Bevan"/>
                          <a:sym typeface="Bevan"/>
                        </a:rPr>
                        <a:t>02</a:t>
                      </a:r>
                      <a:endParaRPr sz="2100">
                        <a:solidFill>
                          <a:schemeClr val="lt1"/>
                        </a:solidFill>
                        <a:latin typeface="Bevan"/>
                        <a:ea typeface="Bevan"/>
                        <a:cs typeface="Bevan"/>
                        <a:sym typeface="Bevan"/>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marR="0" rtl="0" algn="ctr">
                        <a:lnSpc>
                          <a:spcPct val="115000"/>
                        </a:lnSpc>
                        <a:spcBef>
                          <a:spcPts val="0"/>
                        </a:spcBef>
                        <a:spcAft>
                          <a:spcPts val="0"/>
                        </a:spcAft>
                        <a:buNone/>
                      </a:pPr>
                      <a:r>
                        <a:rPr lang="en" sz="2000">
                          <a:solidFill>
                            <a:schemeClr val="dk2"/>
                          </a:solidFill>
                          <a:latin typeface="Dosis SemiBold"/>
                          <a:ea typeface="Dosis SemiBold"/>
                          <a:cs typeface="Dosis SemiBold"/>
                          <a:sym typeface="Dosis SemiBold"/>
                        </a:rPr>
                        <a:t>STEPS</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600">
                          <a:solidFill>
                            <a:schemeClr val="lt1"/>
                          </a:solidFill>
                          <a:latin typeface="Dosis"/>
                          <a:ea typeface="Dosis"/>
                          <a:cs typeface="Dosis"/>
                          <a:sym typeface="Dosis"/>
                        </a:rPr>
                        <a:t>Jupiter is the biggest planet</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670525">
                <a:tc>
                  <a:txBody>
                    <a:bodyPr/>
                    <a:lstStyle/>
                    <a:p>
                      <a:pPr indent="0" lvl="0" marL="0" marR="0" rtl="0" algn="ctr">
                        <a:lnSpc>
                          <a:spcPct val="115000"/>
                        </a:lnSpc>
                        <a:spcBef>
                          <a:spcPts val="0"/>
                        </a:spcBef>
                        <a:spcAft>
                          <a:spcPts val="0"/>
                        </a:spcAft>
                        <a:buNone/>
                      </a:pPr>
                      <a:r>
                        <a:rPr lang="en" sz="2100">
                          <a:solidFill>
                            <a:schemeClr val="lt1"/>
                          </a:solidFill>
                          <a:latin typeface="Bevan"/>
                          <a:ea typeface="Bevan"/>
                          <a:cs typeface="Bevan"/>
                          <a:sym typeface="Bevan"/>
                        </a:rPr>
                        <a:t>03</a:t>
                      </a:r>
                      <a:endParaRPr sz="2100">
                        <a:solidFill>
                          <a:schemeClr val="lt1"/>
                        </a:solidFill>
                        <a:latin typeface="Bevan"/>
                        <a:ea typeface="Bevan"/>
                        <a:cs typeface="Bevan"/>
                        <a:sym typeface="Bevan"/>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marR="0" rtl="0" algn="ctr">
                        <a:lnSpc>
                          <a:spcPct val="115000"/>
                        </a:lnSpc>
                        <a:spcBef>
                          <a:spcPts val="0"/>
                        </a:spcBef>
                        <a:spcAft>
                          <a:spcPts val="0"/>
                        </a:spcAft>
                        <a:buNone/>
                      </a:pPr>
                      <a:r>
                        <a:rPr lang="en" sz="2000">
                          <a:solidFill>
                            <a:schemeClr val="dk2"/>
                          </a:solidFill>
                          <a:latin typeface="Dosis SemiBold"/>
                          <a:ea typeface="Dosis SemiBold"/>
                          <a:cs typeface="Dosis SemiBold"/>
                          <a:sym typeface="Dosis SemiBold"/>
                        </a:rPr>
                        <a:t>DOUBLE DRIBBLE</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600">
                          <a:solidFill>
                            <a:schemeClr val="lt1"/>
                          </a:solidFill>
                          <a:latin typeface="Dosis"/>
                          <a:ea typeface="Dosis"/>
                          <a:cs typeface="Dosis"/>
                          <a:sym typeface="Dosis"/>
                        </a:rPr>
                        <a:t>Despite being red, it is cold</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670525">
                <a:tc>
                  <a:txBody>
                    <a:bodyPr/>
                    <a:lstStyle/>
                    <a:p>
                      <a:pPr indent="0" lvl="0" marL="0" marR="0" rtl="0" algn="ctr">
                        <a:lnSpc>
                          <a:spcPct val="115000"/>
                        </a:lnSpc>
                        <a:spcBef>
                          <a:spcPts val="0"/>
                        </a:spcBef>
                        <a:spcAft>
                          <a:spcPts val="0"/>
                        </a:spcAft>
                        <a:buNone/>
                      </a:pPr>
                      <a:r>
                        <a:rPr lang="en" sz="2100">
                          <a:solidFill>
                            <a:schemeClr val="lt1"/>
                          </a:solidFill>
                          <a:latin typeface="Bevan"/>
                          <a:ea typeface="Bevan"/>
                          <a:cs typeface="Bevan"/>
                          <a:sym typeface="Bevan"/>
                        </a:rPr>
                        <a:t>04</a:t>
                      </a:r>
                      <a:endParaRPr sz="2100">
                        <a:solidFill>
                          <a:schemeClr val="lt1"/>
                        </a:solidFill>
                        <a:latin typeface="Bevan"/>
                        <a:ea typeface="Bevan"/>
                        <a:cs typeface="Bevan"/>
                        <a:sym typeface="Bevan"/>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marR="0" rtl="0" algn="ctr">
                        <a:lnSpc>
                          <a:spcPct val="115000"/>
                        </a:lnSpc>
                        <a:spcBef>
                          <a:spcPts val="0"/>
                        </a:spcBef>
                        <a:spcAft>
                          <a:spcPts val="0"/>
                        </a:spcAft>
                        <a:buNone/>
                      </a:pPr>
                      <a:r>
                        <a:rPr lang="en" sz="2000">
                          <a:solidFill>
                            <a:schemeClr val="dk2"/>
                          </a:solidFill>
                          <a:latin typeface="Dosis SemiBold"/>
                          <a:ea typeface="Dosis SemiBold"/>
                          <a:cs typeface="Dosis SemiBold"/>
                          <a:sym typeface="Dosis SemiBold"/>
                        </a:rPr>
                        <a:t>TURNOVER</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600">
                          <a:solidFill>
                            <a:schemeClr val="lt1"/>
                          </a:solidFill>
                          <a:latin typeface="Dosis"/>
                          <a:ea typeface="Dosis"/>
                          <a:cs typeface="Dosis"/>
                          <a:sym typeface="Dosis"/>
                        </a:rPr>
                        <a:t>Earth is the planet that harbors life</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9"/>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sp>
        <p:nvSpPr>
          <p:cNvPr id="192" name="Google Shape;192;p19"/>
          <p:cNvSpPr/>
          <p:nvPr/>
        </p:nvSpPr>
        <p:spPr>
          <a:xfrm>
            <a:off x="3774075" y="1447300"/>
            <a:ext cx="1594800" cy="405900"/>
          </a:xfrm>
          <a:prstGeom prst="roundRect">
            <a:avLst>
              <a:gd fmla="val 0" name="adj"/>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ACTIONS</a:t>
            </a:r>
            <a:endParaRPr sz="2000">
              <a:solidFill>
                <a:schemeClr val="dk2"/>
              </a:solidFill>
              <a:latin typeface="Dosis SemiBold"/>
              <a:ea typeface="Dosis SemiBold"/>
              <a:cs typeface="Dosis SemiBold"/>
              <a:sym typeface="Dosis SemiBold"/>
            </a:endParaRPr>
          </a:p>
        </p:txBody>
      </p:sp>
      <p:grpSp>
        <p:nvGrpSpPr>
          <p:cNvPr id="193" name="Google Shape;193;p19"/>
          <p:cNvGrpSpPr/>
          <p:nvPr/>
        </p:nvGrpSpPr>
        <p:grpSpPr>
          <a:xfrm>
            <a:off x="719400" y="2835725"/>
            <a:ext cx="2428200" cy="1674275"/>
            <a:chOff x="719400" y="2835725"/>
            <a:chExt cx="2428200" cy="1674275"/>
          </a:xfrm>
        </p:grpSpPr>
        <p:sp>
          <p:nvSpPr>
            <p:cNvPr id="194" name="Google Shape;194;p19"/>
            <p:cNvSpPr txBox="1"/>
            <p:nvPr/>
          </p:nvSpPr>
          <p:spPr>
            <a:xfrm>
              <a:off x="719400" y="3241600"/>
              <a:ext cx="2428200" cy="12684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15000"/>
                </a:lnSpc>
                <a:spcBef>
                  <a:spcPts val="0"/>
                </a:spcBef>
                <a:spcAft>
                  <a:spcPts val="0"/>
                </a:spcAft>
                <a:buClr>
                  <a:schemeClr val="lt1"/>
                </a:buClr>
                <a:buSzPts val="1600"/>
                <a:buFont typeface="Dosis"/>
                <a:buChar char="●"/>
              </a:pPr>
              <a:r>
                <a:rPr lang="en" sz="1600">
                  <a:solidFill>
                    <a:schemeClr val="lt1"/>
                  </a:solidFill>
                  <a:latin typeface="Dosis"/>
                  <a:ea typeface="Dosis"/>
                  <a:cs typeface="Dosis"/>
                  <a:sym typeface="Dosis"/>
                </a:rPr>
                <a:t>Jupiter is a gas giant and the biggest planet</a:t>
              </a:r>
              <a:endParaRPr sz="1600">
                <a:solidFill>
                  <a:schemeClr val="lt1"/>
                </a:solidFill>
                <a:latin typeface="Dosis"/>
                <a:ea typeface="Dosis"/>
                <a:cs typeface="Dosis"/>
                <a:sym typeface="Dosis"/>
              </a:endParaRPr>
            </a:p>
            <a:p>
              <a:pPr indent="-330200" lvl="0" marL="457200" marR="0" rtl="0" algn="l">
                <a:lnSpc>
                  <a:spcPct val="115000"/>
                </a:lnSpc>
                <a:spcBef>
                  <a:spcPts val="0"/>
                </a:spcBef>
                <a:spcAft>
                  <a:spcPts val="0"/>
                </a:spcAft>
                <a:buClr>
                  <a:schemeClr val="lt1"/>
                </a:buClr>
                <a:buSzPts val="1600"/>
                <a:buFont typeface="Dosis"/>
                <a:buChar char="●"/>
              </a:pPr>
              <a:r>
                <a:rPr lang="en" sz="1600">
                  <a:solidFill>
                    <a:schemeClr val="lt1"/>
                  </a:solidFill>
                  <a:latin typeface="Dosis"/>
                  <a:ea typeface="Dosis"/>
                  <a:cs typeface="Dosis"/>
                  <a:sym typeface="Dosis"/>
                </a:rPr>
                <a:t>Mercury is the closest planet to the Sun</a:t>
              </a:r>
              <a:endParaRPr sz="1600">
                <a:solidFill>
                  <a:schemeClr val="lt1"/>
                </a:solidFill>
                <a:latin typeface="Dosis"/>
                <a:ea typeface="Dosis"/>
                <a:cs typeface="Dosis"/>
                <a:sym typeface="Dosis"/>
              </a:endParaRPr>
            </a:p>
          </p:txBody>
        </p:sp>
        <p:sp>
          <p:nvSpPr>
            <p:cNvPr id="195" name="Google Shape;195;p19"/>
            <p:cNvSpPr/>
            <p:nvPr/>
          </p:nvSpPr>
          <p:spPr>
            <a:xfrm>
              <a:off x="719400" y="2835725"/>
              <a:ext cx="2428200" cy="478200"/>
            </a:xfrm>
            <a:prstGeom prst="roundRect">
              <a:avLst>
                <a:gd fmla="val 0" name="adj"/>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REBOUND</a:t>
              </a:r>
              <a:endParaRPr sz="2000">
                <a:solidFill>
                  <a:schemeClr val="dk2"/>
                </a:solidFill>
                <a:latin typeface="Dosis SemiBold"/>
                <a:ea typeface="Dosis SemiBold"/>
                <a:cs typeface="Dosis SemiBold"/>
                <a:sym typeface="Dosis SemiBold"/>
              </a:endParaRPr>
            </a:p>
          </p:txBody>
        </p:sp>
      </p:grpSp>
      <p:grpSp>
        <p:nvGrpSpPr>
          <p:cNvPr id="196" name="Google Shape;196;p19"/>
          <p:cNvGrpSpPr/>
          <p:nvPr/>
        </p:nvGrpSpPr>
        <p:grpSpPr>
          <a:xfrm>
            <a:off x="5995200" y="2835725"/>
            <a:ext cx="2428200" cy="1674275"/>
            <a:chOff x="5995200" y="2835725"/>
            <a:chExt cx="2428200" cy="1674275"/>
          </a:xfrm>
        </p:grpSpPr>
        <p:sp>
          <p:nvSpPr>
            <p:cNvPr id="197" name="Google Shape;197;p19"/>
            <p:cNvSpPr txBox="1"/>
            <p:nvPr/>
          </p:nvSpPr>
          <p:spPr>
            <a:xfrm>
              <a:off x="5995200" y="3241600"/>
              <a:ext cx="2428200" cy="12684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15000"/>
                </a:lnSpc>
                <a:spcBef>
                  <a:spcPts val="0"/>
                </a:spcBef>
                <a:spcAft>
                  <a:spcPts val="0"/>
                </a:spcAft>
                <a:buClr>
                  <a:schemeClr val="lt1"/>
                </a:buClr>
                <a:buSzPts val="1600"/>
                <a:buFont typeface="Dosis"/>
                <a:buChar char="●"/>
              </a:pPr>
              <a:r>
                <a:rPr lang="en" sz="1600">
                  <a:solidFill>
                    <a:schemeClr val="lt1"/>
                  </a:solidFill>
                  <a:latin typeface="Dosis"/>
                  <a:ea typeface="Dosis"/>
                  <a:cs typeface="Dosis"/>
                  <a:sym typeface="Dosis"/>
                </a:rPr>
                <a:t>Pluto is considered a dwarf planet</a:t>
              </a:r>
              <a:endParaRPr sz="1600">
                <a:solidFill>
                  <a:schemeClr val="lt1"/>
                </a:solidFill>
                <a:latin typeface="Dosis"/>
                <a:ea typeface="Dosis"/>
                <a:cs typeface="Dosis"/>
                <a:sym typeface="Dosis"/>
              </a:endParaRPr>
            </a:p>
            <a:p>
              <a:pPr indent="-330200" lvl="0" marL="457200" marR="0" rtl="0" algn="l">
                <a:lnSpc>
                  <a:spcPct val="115000"/>
                </a:lnSpc>
                <a:spcBef>
                  <a:spcPts val="0"/>
                </a:spcBef>
                <a:spcAft>
                  <a:spcPts val="0"/>
                </a:spcAft>
                <a:buClr>
                  <a:schemeClr val="lt1"/>
                </a:buClr>
                <a:buSzPts val="1600"/>
                <a:buFont typeface="Dosis"/>
                <a:buChar char="●"/>
              </a:pPr>
              <a:r>
                <a:rPr lang="en" sz="1600">
                  <a:solidFill>
                    <a:schemeClr val="lt1"/>
                  </a:solidFill>
                  <a:latin typeface="Dosis"/>
                  <a:ea typeface="Dosis"/>
                  <a:cs typeface="Dosis"/>
                  <a:sym typeface="Dosis"/>
                </a:rPr>
                <a:t>Earth is the third planet from the Sun</a:t>
              </a:r>
              <a:endParaRPr sz="1600">
                <a:solidFill>
                  <a:schemeClr val="lt1"/>
                </a:solidFill>
                <a:latin typeface="Dosis"/>
                <a:ea typeface="Dosis"/>
                <a:cs typeface="Dosis"/>
                <a:sym typeface="Dosis"/>
              </a:endParaRPr>
            </a:p>
          </p:txBody>
        </p:sp>
        <p:sp>
          <p:nvSpPr>
            <p:cNvPr id="198" name="Google Shape;198;p19"/>
            <p:cNvSpPr/>
            <p:nvPr/>
          </p:nvSpPr>
          <p:spPr>
            <a:xfrm>
              <a:off x="5995200" y="2835725"/>
              <a:ext cx="2428200" cy="478200"/>
            </a:xfrm>
            <a:prstGeom prst="roundRect">
              <a:avLst>
                <a:gd fmla="val 0" name="adj"/>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DRIBBLE</a:t>
              </a:r>
              <a:endParaRPr sz="2000">
                <a:solidFill>
                  <a:schemeClr val="dk2"/>
                </a:solidFill>
                <a:latin typeface="Dosis SemiBold"/>
                <a:ea typeface="Dosis SemiBold"/>
                <a:cs typeface="Dosis SemiBold"/>
                <a:sym typeface="Dosis SemiBold"/>
              </a:endParaRPr>
            </a:p>
          </p:txBody>
        </p:sp>
      </p:grpSp>
      <p:grpSp>
        <p:nvGrpSpPr>
          <p:cNvPr id="199" name="Google Shape;199;p19"/>
          <p:cNvGrpSpPr/>
          <p:nvPr/>
        </p:nvGrpSpPr>
        <p:grpSpPr>
          <a:xfrm>
            <a:off x="3357300" y="2835725"/>
            <a:ext cx="2428200" cy="1674275"/>
            <a:chOff x="3357300" y="2835725"/>
            <a:chExt cx="2428200" cy="1674275"/>
          </a:xfrm>
        </p:grpSpPr>
        <p:sp>
          <p:nvSpPr>
            <p:cNvPr id="200" name="Google Shape;200;p19"/>
            <p:cNvSpPr txBox="1"/>
            <p:nvPr/>
          </p:nvSpPr>
          <p:spPr>
            <a:xfrm>
              <a:off x="3357300" y="3241600"/>
              <a:ext cx="2428200" cy="12684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15000"/>
                </a:lnSpc>
                <a:spcBef>
                  <a:spcPts val="0"/>
                </a:spcBef>
                <a:spcAft>
                  <a:spcPts val="0"/>
                </a:spcAft>
                <a:buClr>
                  <a:schemeClr val="lt1"/>
                </a:buClr>
                <a:buSzPts val="1600"/>
                <a:buFont typeface="Dosis"/>
                <a:buChar char="●"/>
              </a:pPr>
              <a:r>
                <a:rPr lang="en" sz="1600">
                  <a:solidFill>
                    <a:schemeClr val="lt1"/>
                  </a:solidFill>
                  <a:latin typeface="Dosis"/>
                  <a:ea typeface="Dosis"/>
                  <a:cs typeface="Dosis"/>
                  <a:sym typeface="Dosis"/>
                </a:rPr>
                <a:t>Neptune is the farthest planet from the Sun</a:t>
              </a:r>
              <a:endParaRPr sz="1600">
                <a:solidFill>
                  <a:schemeClr val="lt1"/>
                </a:solidFill>
                <a:latin typeface="Dosis"/>
                <a:ea typeface="Dosis"/>
                <a:cs typeface="Dosis"/>
                <a:sym typeface="Dosis"/>
              </a:endParaRPr>
            </a:p>
            <a:p>
              <a:pPr indent="-330200" lvl="0" marL="457200" marR="0" rtl="0" algn="l">
                <a:lnSpc>
                  <a:spcPct val="115000"/>
                </a:lnSpc>
                <a:spcBef>
                  <a:spcPts val="0"/>
                </a:spcBef>
                <a:spcAft>
                  <a:spcPts val="0"/>
                </a:spcAft>
                <a:buClr>
                  <a:schemeClr val="lt1"/>
                </a:buClr>
                <a:buSzPts val="1600"/>
                <a:buFont typeface="Dosis"/>
                <a:buChar char="●"/>
              </a:pPr>
              <a:r>
                <a:rPr lang="en" sz="1600">
                  <a:solidFill>
                    <a:schemeClr val="lt1"/>
                  </a:solidFill>
                  <a:latin typeface="Dosis"/>
                  <a:ea typeface="Dosis"/>
                  <a:cs typeface="Dosis"/>
                  <a:sym typeface="Dosis"/>
                </a:rPr>
                <a:t>Despite being red, Mars is a cold place</a:t>
              </a:r>
              <a:endParaRPr sz="1600">
                <a:solidFill>
                  <a:schemeClr val="lt1"/>
                </a:solidFill>
                <a:latin typeface="Dosis"/>
                <a:ea typeface="Dosis"/>
                <a:cs typeface="Dosis"/>
                <a:sym typeface="Dosis"/>
              </a:endParaRPr>
            </a:p>
          </p:txBody>
        </p:sp>
        <p:sp>
          <p:nvSpPr>
            <p:cNvPr id="201" name="Google Shape;201;p19"/>
            <p:cNvSpPr/>
            <p:nvPr/>
          </p:nvSpPr>
          <p:spPr>
            <a:xfrm>
              <a:off x="3357300" y="2835725"/>
              <a:ext cx="2428200" cy="478200"/>
            </a:xfrm>
            <a:prstGeom prst="roundRect">
              <a:avLst>
                <a:gd fmla="val 0" name="adj"/>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FAKE</a:t>
              </a:r>
              <a:endParaRPr sz="2000">
                <a:solidFill>
                  <a:schemeClr val="dk2"/>
                </a:solidFill>
                <a:latin typeface="Dosis SemiBold"/>
                <a:ea typeface="Dosis SemiBold"/>
                <a:cs typeface="Dosis SemiBold"/>
                <a:sym typeface="Dosis SemiBold"/>
              </a:endParaRPr>
            </a:p>
          </p:txBody>
        </p:sp>
      </p:grpSp>
      <p:cxnSp>
        <p:nvCxnSpPr>
          <p:cNvPr id="202" name="Google Shape;202;p19"/>
          <p:cNvCxnSpPr>
            <a:stCxn id="192" idx="1"/>
            <a:endCxn id="195" idx="0"/>
          </p:cNvCxnSpPr>
          <p:nvPr/>
        </p:nvCxnSpPr>
        <p:spPr>
          <a:xfrm flipH="1">
            <a:off x="1933575" y="1650250"/>
            <a:ext cx="1840500" cy="1185600"/>
          </a:xfrm>
          <a:prstGeom prst="bentConnector2">
            <a:avLst/>
          </a:prstGeom>
          <a:noFill/>
          <a:ln cap="flat" cmpd="sng" w="28575">
            <a:solidFill>
              <a:schemeClr val="lt1"/>
            </a:solidFill>
            <a:prstDash val="solid"/>
            <a:round/>
            <a:headEnd len="med" w="med" type="none"/>
            <a:tailEnd len="med" w="med" type="none"/>
          </a:ln>
        </p:spPr>
      </p:cxnSp>
      <p:cxnSp>
        <p:nvCxnSpPr>
          <p:cNvPr id="203" name="Google Shape;203;p19"/>
          <p:cNvCxnSpPr>
            <a:stCxn id="192" idx="2"/>
            <a:endCxn id="201" idx="0"/>
          </p:cNvCxnSpPr>
          <p:nvPr/>
        </p:nvCxnSpPr>
        <p:spPr>
          <a:xfrm flipH="1" rot="-5400000">
            <a:off x="4080525" y="2344150"/>
            <a:ext cx="982500" cy="600"/>
          </a:xfrm>
          <a:prstGeom prst="bentConnector3">
            <a:avLst>
              <a:gd fmla="val 50001" name="adj1"/>
            </a:avLst>
          </a:prstGeom>
          <a:noFill/>
          <a:ln cap="flat" cmpd="sng" w="28575">
            <a:solidFill>
              <a:schemeClr val="lt1"/>
            </a:solidFill>
            <a:prstDash val="solid"/>
            <a:round/>
            <a:headEnd len="med" w="med" type="none"/>
            <a:tailEnd len="med" w="med" type="none"/>
          </a:ln>
        </p:spPr>
      </p:cxnSp>
      <p:cxnSp>
        <p:nvCxnSpPr>
          <p:cNvPr id="204" name="Google Shape;204;p19"/>
          <p:cNvCxnSpPr>
            <a:stCxn id="192" idx="3"/>
            <a:endCxn id="198" idx="0"/>
          </p:cNvCxnSpPr>
          <p:nvPr/>
        </p:nvCxnSpPr>
        <p:spPr>
          <a:xfrm>
            <a:off x="5368875" y="1650250"/>
            <a:ext cx="1840500" cy="1185600"/>
          </a:xfrm>
          <a:prstGeom prst="bentConnector2">
            <a:avLst/>
          </a:prstGeom>
          <a:noFill/>
          <a:ln cap="flat" cmpd="sng" w="28575">
            <a:solidFill>
              <a:schemeClr val="lt1"/>
            </a:solidFill>
            <a:prstDash val="solid"/>
            <a:round/>
            <a:headEnd len="med" w="med" type="none"/>
            <a:tailEnd len="med" w="med" type="none"/>
          </a:ln>
        </p:spPr>
      </p:cxnSp>
      <p:grpSp>
        <p:nvGrpSpPr>
          <p:cNvPr id="205" name="Google Shape;205;p19"/>
          <p:cNvGrpSpPr/>
          <p:nvPr/>
        </p:nvGrpSpPr>
        <p:grpSpPr>
          <a:xfrm>
            <a:off x="7382120" y="1841112"/>
            <a:ext cx="694163" cy="982539"/>
            <a:chOff x="7382120" y="1841112"/>
            <a:chExt cx="694163" cy="982539"/>
          </a:xfrm>
        </p:grpSpPr>
        <p:sp>
          <p:nvSpPr>
            <p:cNvPr id="206" name="Google Shape;206;p19"/>
            <p:cNvSpPr/>
            <p:nvPr/>
          </p:nvSpPr>
          <p:spPr>
            <a:xfrm flipH="1">
              <a:off x="7382120" y="1841112"/>
              <a:ext cx="578449" cy="982539"/>
            </a:xfrm>
            <a:custGeom>
              <a:rect b="b" l="l" r="r" t="t"/>
              <a:pathLst>
                <a:path extrusionOk="0" h="7480" w="4404">
                  <a:moveTo>
                    <a:pt x="2655" y="1"/>
                  </a:moveTo>
                  <a:cubicBezTo>
                    <a:pt x="2558" y="1"/>
                    <a:pt x="2458" y="45"/>
                    <a:pt x="2374" y="120"/>
                  </a:cubicBezTo>
                  <a:cubicBezTo>
                    <a:pt x="2244" y="238"/>
                    <a:pt x="2233" y="496"/>
                    <a:pt x="2234" y="519"/>
                  </a:cubicBezTo>
                  <a:cubicBezTo>
                    <a:pt x="2236" y="539"/>
                    <a:pt x="2233" y="544"/>
                    <a:pt x="2223" y="544"/>
                  </a:cubicBezTo>
                  <a:cubicBezTo>
                    <a:pt x="2220" y="544"/>
                    <a:pt x="2216" y="543"/>
                    <a:pt x="2212" y="543"/>
                  </a:cubicBezTo>
                  <a:cubicBezTo>
                    <a:pt x="2209" y="542"/>
                    <a:pt x="2205" y="541"/>
                    <a:pt x="2201" y="541"/>
                  </a:cubicBezTo>
                  <a:cubicBezTo>
                    <a:pt x="2186" y="541"/>
                    <a:pt x="2168" y="550"/>
                    <a:pt x="2160" y="578"/>
                  </a:cubicBezTo>
                  <a:cubicBezTo>
                    <a:pt x="2151" y="613"/>
                    <a:pt x="2167" y="658"/>
                    <a:pt x="2182" y="678"/>
                  </a:cubicBezTo>
                  <a:cubicBezTo>
                    <a:pt x="2198" y="699"/>
                    <a:pt x="2204" y="787"/>
                    <a:pt x="2231" y="820"/>
                  </a:cubicBezTo>
                  <a:cubicBezTo>
                    <a:pt x="2248" y="839"/>
                    <a:pt x="2262" y="846"/>
                    <a:pt x="2273" y="846"/>
                  </a:cubicBezTo>
                  <a:cubicBezTo>
                    <a:pt x="2281" y="846"/>
                    <a:pt x="2288" y="843"/>
                    <a:pt x="2294" y="838"/>
                  </a:cubicBezTo>
                  <a:cubicBezTo>
                    <a:pt x="2300" y="834"/>
                    <a:pt x="2304" y="832"/>
                    <a:pt x="2306" y="832"/>
                  </a:cubicBezTo>
                  <a:cubicBezTo>
                    <a:pt x="2310" y="832"/>
                    <a:pt x="2309" y="838"/>
                    <a:pt x="2307" y="847"/>
                  </a:cubicBezTo>
                  <a:cubicBezTo>
                    <a:pt x="2306" y="863"/>
                    <a:pt x="2314" y="894"/>
                    <a:pt x="2317" y="962"/>
                  </a:cubicBezTo>
                  <a:cubicBezTo>
                    <a:pt x="2319" y="1029"/>
                    <a:pt x="2330" y="1053"/>
                    <a:pt x="2320" y="1057"/>
                  </a:cubicBezTo>
                  <a:cubicBezTo>
                    <a:pt x="2311" y="1060"/>
                    <a:pt x="2276" y="1072"/>
                    <a:pt x="2246" y="1086"/>
                  </a:cubicBezTo>
                  <a:cubicBezTo>
                    <a:pt x="2217" y="1101"/>
                    <a:pt x="2097" y="1140"/>
                    <a:pt x="2058" y="1144"/>
                  </a:cubicBezTo>
                  <a:cubicBezTo>
                    <a:pt x="2019" y="1147"/>
                    <a:pt x="1987" y="1184"/>
                    <a:pt x="1987" y="1198"/>
                  </a:cubicBezTo>
                  <a:cubicBezTo>
                    <a:pt x="1987" y="1213"/>
                    <a:pt x="1972" y="1217"/>
                    <a:pt x="1944" y="1232"/>
                  </a:cubicBezTo>
                  <a:cubicBezTo>
                    <a:pt x="1917" y="1246"/>
                    <a:pt x="1895" y="1265"/>
                    <a:pt x="1889" y="1278"/>
                  </a:cubicBezTo>
                  <a:cubicBezTo>
                    <a:pt x="1885" y="1291"/>
                    <a:pt x="1845" y="1312"/>
                    <a:pt x="1704" y="1379"/>
                  </a:cubicBezTo>
                  <a:cubicBezTo>
                    <a:pt x="1561" y="1446"/>
                    <a:pt x="1462" y="1624"/>
                    <a:pt x="1440" y="1679"/>
                  </a:cubicBezTo>
                  <a:cubicBezTo>
                    <a:pt x="1418" y="1736"/>
                    <a:pt x="1356" y="2010"/>
                    <a:pt x="1356" y="2031"/>
                  </a:cubicBezTo>
                  <a:cubicBezTo>
                    <a:pt x="1356" y="2055"/>
                    <a:pt x="1351" y="2077"/>
                    <a:pt x="1328" y="2109"/>
                  </a:cubicBezTo>
                  <a:cubicBezTo>
                    <a:pt x="1306" y="2141"/>
                    <a:pt x="1239" y="2237"/>
                    <a:pt x="1201" y="2308"/>
                  </a:cubicBezTo>
                  <a:cubicBezTo>
                    <a:pt x="1164" y="2378"/>
                    <a:pt x="1057" y="2729"/>
                    <a:pt x="1057" y="2754"/>
                  </a:cubicBezTo>
                  <a:cubicBezTo>
                    <a:pt x="1057" y="2777"/>
                    <a:pt x="1022" y="2853"/>
                    <a:pt x="964" y="2907"/>
                  </a:cubicBezTo>
                  <a:cubicBezTo>
                    <a:pt x="907" y="2961"/>
                    <a:pt x="796" y="3176"/>
                    <a:pt x="757" y="3251"/>
                  </a:cubicBezTo>
                  <a:cubicBezTo>
                    <a:pt x="718" y="3326"/>
                    <a:pt x="601" y="3616"/>
                    <a:pt x="569" y="3692"/>
                  </a:cubicBezTo>
                  <a:cubicBezTo>
                    <a:pt x="537" y="3766"/>
                    <a:pt x="311" y="4351"/>
                    <a:pt x="301" y="4410"/>
                  </a:cubicBezTo>
                  <a:cubicBezTo>
                    <a:pt x="290" y="4469"/>
                    <a:pt x="244" y="4597"/>
                    <a:pt x="220" y="4658"/>
                  </a:cubicBezTo>
                  <a:cubicBezTo>
                    <a:pt x="196" y="4719"/>
                    <a:pt x="163" y="4868"/>
                    <a:pt x="160" y="4900"/>
                  </a:cubicBezTo>
                  <a:cubicBezTo>
                    <a:pt x="158" y="4932"/>
                    <a:pt x="131" y="5018"/>
                    <a:pt x="106" y="5057"/>
                  </a:cubicBezTo>
                  <a:cubicBezTo>
                    <a:pt x="83" y="5096"/>
                    <a:pt x="84" y="5153"/>
                    <a:pt x="74" y="5176"/>
                  </a:cubicBezTo>
                  <a:cubicBezTo>
                    <a:pt x="65" y="5198"/>
                    <a:pt x="43" y="5292"/>
                    <a:pt x="43" y="5316"/>
                  </a:cubicBezTo>
                  <a:cubicBezTo>
                    <a:pt x="43" y="5340"/>
                    <a:pt x="5" y="5377"/>
                    <a:pt x="1" y="5404"/>
                  </a:cubicBezTo>
                  <a:cubicBezTo>
                    <a:pt x="0" y="5413"/>
                    <a:pt x="8" y="5416"/>
                    <a:pt x="20" y="5416"/>
                  </a:cubicBezTo>
                  <a:cubicBezTo>
                    <a:pt x="42" y="5416"/>
                    <a:pt x="77" y="5403"/>
                    <a:pt x="84" y="5389"/>
                  </a:cubicBezTo>
                  <a:cubicBezTo>
                    <a:pt x="94" y="5370"/>
                    <a:pt x="119" y="5342"/>
                    <a:pt x="129" y="5342"/>
                  </a:cubicBezTo>
                  <a:cubicBezTo>
                    <a:pt x="130" y="5342"/>
                    <a:pt x="132" y="5343"/>
                    <a:pt x="132" y="5345"/>
                  </a:cubicBezTo>
                  <a:cubicBezTo>
                    <a:pt x="136" y="5356"/>
                    <a:pt x="136" y="5362"/>
                    <a:pt x="152" y="5362"/>
                  </a:cubicBezTo>
                  <a:cubicBezTo>
                    <a:pt x="157" y="5362"/>
                    <a:pt x="163" y="5361"/>
                    <a:pt x="172" y="5360"/>
                  </a:cubicBezTo>
                  <a:cubicBezTo>
                    <a:pt x="207" y="5357"/>
                    <a:pt x="257" y="5219"/>
                    <a:pt x="257" y="5200"/>
                  </a:cubicBezTo>
                  <a:cubicBezTo>
                    <a:pt x="257" y="5181"/>
                    <a:pt x="271" y="5187"/>
                    <a:pt x="285" y="5179"/>
                  </a:cubicBezTo>
                  <a:cubicBezTo>
                    <a:pt x="300" y="5172"/>
                    <a:pt x="317" y="5109"/>
                    <a:pt x="316" y="5067"/>
                  </a:cubicBezTo>
                  <a:cubicBezTo>
                    <a:pt x="314" y="5026"/>
                    <a:pt x="329" y="4981"/>
                    <a:pt x="343" y="4961"/>
                  </a:cubicBezTo>
                  <a:cubicBezTo>
                    <a:pt x="358" y="4940"/>
                    <a:pt x="368" y="4908"/>
                    <a:pt x="375" y="4892"/>
                  </a:cubicBezTo>
                  <a:cubicBezTo>
                    <a:pt x="383" y="4875"/>
                    <a:pt x="384" y="4866"/>
                    <a:pt x="419" y="4863"/>
                  </a:cubicBezTo>
                  <a:cubicBezTo>
                    <a:pt x="449" y="4860"/>
                    <a:pt x="468" y="4850"/>
                    <a:pt x="485" y="4850"/>
                  </a:cubicBezTo>
                  <a:cubicBezTo>
                    <a:pt x="488" y="4850"/>
                    <a:pt x="492" y="4851"/>
                    <a:pt x="495" y="4852"/>
                  </a:cubicBezTo>
                  <a:cubicBezTo>
                    <a:pt x="512" y="4857"/>
                    <a:pt x="504" y="4885"/>
                    <a:pt x="523" y="4927"/>
                  </a:cubicBezTo>
                  <a:cubicBezTo>
                    <a:pt x="542" y="4971"/>
                    <a:pt x="537" y="4981"/>
                    <a:pt x="565" y="5007"/>
                  </a:cubicBezTo>
                  <a:cubicBezTo>
                    <a:pt x="580" y="5021"/>
                    <a:pt x="598" y="5026"/>
                    <a:pt x="615" y="5026"/>
                  </a:cubicBezTo>
                  <a:cubicBezTo>
                    <a:pt x="633" y="5026"/>
                    <a:pt x="650" y="5021"/>
                    <a:pt x="664" y="5016"/>
                  </a:cubicBezTo>
                  <a:cubicBezTo>
                    <a:pt x="695" y="5005"/>
                    <a:pt x="657" y="4946"/>
                    <a:pt x="648" y="4930"/>
                  </a:cubicBezTo>
                  <a:cubicBezTo>
                    <a:pt x="638" y="4913"/>
                    <a:pt x="611" y="4827"/>
                    <a:pt x="611" y="4806"/>
                  </a:cubicBezTo>
                  <a:cubicBezTo>
                    <a:pt x="611" y="4786"/>
                    <a:pt x="614" y="4745"/>
                    <a:pt x="614" y="4726"/>
                  </a:cubicBezTo>
                  <a:cubicBezTo>
                    <a:pt x="614" y="4707"/>
                    <a:pt x="610" y="4624"/>
                    <a:pt x="588" y="4578"/>
                  </a:cubicBezTo>
                  <a:cubicBezTo>
                    <a:pt x="566" y="4531"/>
                    <a:pt x="540" y="4471"/>
                    <a:pt x="537" y="4458"/>
                  </a:cubicBezTo>
                  <a:cubicBezTo>
                    <a:pt x="536" y="4445"/>
                    <a:pt x="582" y="4385"/>
                    <a:pt x="635" y="4307"/>
                  </a:cubicBezTo>
                  <a:cubicBezTo>
                    <a:pt x="687" y="4228"/>
                    <a:pt x="728" y="4141"/>
                    <a:pt x="829" y="3986"/>
                  </a:cubicBezTo>
                  <a:cubicBezTo>
                    <a:pt x="929" y="3832"/>
                    <a:pt x="996" y="3746"/>
                    <a:pt x="1107" y="3632"/>
                  </a:cubicBezTo>
                  <a:cubicBezTo>
                    <a:pt x="1216" y="3519"/>
                    <a:pt x="1299" y="3335"/>
                    <a:pt x="1335" y="3262"/>
                  </a:cubicBezTo>
                  <a:cubicBezTo>
                    <a:pt x="1373" y="3190"/>
                    <a:pt x="1392" y="3067"/>
                    <a:pt x="1392" y="3041"/>
                  </a:cubicBezTo>
                  <a:cubicBezTo>
                    <a:pt x="1392" y="3015"/>
                    <a:pt x="1435" y="2942"/>
                    <a:pt x="1469" y="2907"/>
                  </a:cubicBezTo>
                  <a:cubicBezTo>
                    <a:pt x="1506" y="2871"/>
                    <a:pt x="1574" y="2675"/>
                    <a:pt x="1621" y="2569"/>
                  </a:cubicBezTo>
                  <a:cubicBezTo>
                    <a:pt x="1668" y="2463"/>
                    <a:pt x="1748" y="2285"/>
                    <a:pt x="1767" y="2235"/>
                  </a:cubicBezTo>
                  <a:cubicBezTo>
                    <a:pt x="1785" y="2187"/>
                    <a:pt x="1863" y="2098"/>
                    <a:pt x="1871" y="2098"/>
                  </a:cubicBezTo>
                  <a:cubicBezTo>
                    <a:pt x="1871" y="2098"/>
                    <a:pt x="1872" y="2098"/>
                    <a:pt x="1872" y="2098"/>
                  </a:cubicBezTo>
                  <a:cubicBezTo>
                    <a:pt x="1872" y="2110"/>
                    <a:pt x="1861" y="2149"/>
                    <a:pt x="1854" y="2176"/>
                  </a:cubicBezTo>
                  <a:cubicBezTo>
                    <a:pt x="1847" y="2202"/>
                    <a:pt x="1815" y="2260"/>
                    <a:pt x="1788" y="2337"/>
                  </a:cubicBezTo>
                  <a:cubicBezTo>
                    <a:pt x="1764" y="2413"/>
                    <a:pt x="1787" y="2509"/>
                    <a:pt x="1812" y="2610"/>
                  </a:cubicBezTo>
                  <a:cubicBezTo>
                    <a:pt x="1835" y="2710"/>
                    <a:pt x="2004" y="2766"/>
                    <a:pt x="2052" y="2795"/>
                  </a:cubicBezTo>
                  <a:cubicBezTo>
                    <a:pt x="2100" y="2822"/>
                    <a:pt x="2191" y="2808"/>
                    <a:pt x="2224" y="2818"/>
                  </a:cubicBezTo>
                  <a:cubicBezTo>
                    <a:pt x="2258" y="2830"/>
                    <a:pt x="2386" y="2898"/>
                    <a:pt x="2386" y="2898"/>
                  </a:cubicBezTo>
                  <a:cubicBezTo>
                    <a:pt x="2386" y="2898"/>
                    <a:pt x="2392" y="2914"/>
                    <a:pt x="2358" y="2938"/>
                  </a:cubicBezTo>
                  <a:cubicBezTo>
                    <a:pt x="2325" y="2962"/>
                    <a:pt x="2227" y="3016"/>
                    <a:pt x="2173" y="3031"/>
                  </a:cubicBezTo>
                  <a:cubicBezTo>
                    <a:pt x="2119" y="3047"/>
                    <a:pt x="2093" y="3169"/>
                    <a:pt x="2090" y="3194"/>
                  </a:cubicBezTo>
                  <a:cubicBezTo>
                    <a:pt x="2086" y="3217"/>
                    <a:pt x="2020" y="3290"/>
                    <a:pt x="1968" y="3297"/>
                  </a:cubicBezTo>
                  <a:cubicBezTo>
                    <a:pt x="1915" y="3305"/>
                    <a:pt x="1853" y="3437"/>
                    <a:pt x="1848" y="3462"/>
                  </a:cubicBezTo>
                  <a:cubicBezTo>
                    <a:pt x="1845" y="3487"/>
                    <a:pt x="1638" y="3557"/>
                    <a:pt x="1606" y="3560"/>
                  </a:cubicBezTo>
                  <a:cubicBezTo>
                    <a:pt x="1574" y="3561"/>
                    <a:pt x="1528" y="3662"/>
                    <a:pt x="1516" y="3688"/>
                  </a:cubicBezTo>
                  <a:cubicBezTo>
                    <a:pt x="1506" y="3714"/>
                    <a:pt x="1362" y="3753"/>
                    <a:pt x="1362" y="3753"/>
                  </a:cubicBezTo>
                  <a:cubicBezTo>
                    <a:pt x="1318" y="3759"/>
                    <a:pt x="1363" y="3911"/>
                    <a:pt x="1365" y="3938"/>
                  </a:cubicBezTo>
                  <a:cubicBezTo>
                    <a:pt x="1367" y="3966"/>
                    <a:pt x="1373" y="4021"/>
                    <a:pt x="1384" y="4036"/>
                  </a:cubicBezTo>
                  <a:cubicBezTo>
                    <a:pt x="1395" y="4049"/>
                    <a:pt x="1437" y="4173"/>
                    <a:pt x="1437" y="4209"/>
                  </a:cubicBezTo>
                  <a:cubicBezTo>
                    <a:pt x="1439" y="4244"/>
                    <a:pt x="1547" y="4342"/>
                    <a:pt x="1548" y="4367"/>
                  </a:cubicBezTo>
                  <a:cubicBezTo>
                    <a:pt x="1550" y="4391"/>
                    <a:pt x="1525" y="4438"/>
                    <a:pt x="1506" y="4457"/>
                  </a:cubicBezTo>
                  <a:cubicBezTo>
                    <a:pt x="1487" y="4476"/>
                    <a:pt x="1478" y="4541"/>
                    <a:pt x="1478" y="4557"/>
                  </a:cubicBezTo>
                  <a:cubicBezTo>
                    <a:pt x="1478" y="4573"/>
                    <a:pt x="1449" y="4619"/>
                    <a:pt x="1413" y="4667"/>
                  </a:cubicBezTo>
                  <a:cubicBezTo>
                    <a:pt x="1375" y="4713"/>
                    <a:pt x="1346" y="4779"/>
                    <a:pt x="1325" y="4834"/>
                  </a:cubicBezTo>
                  <a:cubicBezTo>
                    <a:pt x="1305" y="4889"/>
                    <a:pt x="1321" y="4962"/>
                    <a:pt x="1328" y="5019"/>
                  </a:cubicBezTo>
                  <a:cubicBezTo>
                    <a:pt x="1335" y="5074"/>
                    <a:pt x="1379" y="5192"/>
                    <a:pt x="1389" y="5209"/>
                  </a:cubicBezTo>
                  <a:cubicBezTo>
                    <a:pt x="1400" y="5225"/>
                    <a:pt x="1420" y="5284"/>
                    <a:pt x="1426" y="5322"/>
                  </a:cubicBezTo>
                  <a:cubicBezTo>
                    <a:pt x="1432" y="5360"/>
                    <a:pt x="1477" y="5474"/>
                    <a:pt x="1500" y="5548"/>
                  </a:cubicBezTo>
                  <a:cubicBezTo>
                    <a:pt x="1522" y="5622"/>
                    <a:pt x="1640" y="5822"/>
                    <a:pt x="1670" y="5864"/>
                  </a:cubicBezTo>
                  <a:cubicBezTo>
                    <a:pt x="1700" y="5908"/>
                    <a:pt x="1765" y="5999"/>
                    <a:pt x="1771" y="6018"/>
                  </a:cubicBezTo>
                  <a:cubicBezTo>
                    <a:pt x="1778" y="6039"/>
                    <a:pt x="1774" y="6039"/>
                    <a:pt x="1767" y="6058"/>
                  </a:cubicBezTo>
                  <a:cubicBezTo>
                    <a:pt x="1759" y="6077"/>
                    <a:pt x="1855" y="6174"/>
                    <a:pt x="1869" y="6192"/>
                  </a:cubicBezTo>
                  <a:cubicBezTo>
                    <a:pt x="1882" y="6208"/>
                    <a:pt x="1904" y="6234"/>
                    <a:pt x="1920" y="6262"/>
                  </a:cubicBezTo>
                  <a:cubicBezTo>
                    <a:pt x="1937" y="6289"/>
                    <a:pt x="2052" y="6483"/>
                    <a:pt x="2073" y="6527"/>
                  </a:cubicBezTo>
                  <a:cubicBezTo>
                    <a:pt x="2093" y="6569"/>
                    <a:pt x="2121" y="6632"/>
                    <a:pt x="2118" y="6645"/>
                  </a:cubicBezTo>
                  <a:cubicBezTo>
                    <a:pt x="2113" y="6656"/>
                    <a:pt x="2113" y="6686"/>
                    <a:pt x="2129" y="6713"/>
                  </a:cubicBezTo>
                  <a:cubicBezTo>
                    <a:pt x="2144" y="6741"/>
                    <a:pt x="2119" y="6753"/>
                    <a:pt x="2106" y="6764"/>
                  </a:cubicBezTo>
                  <a:cubicBezTo>
                    <a:pt x="2093" y="6776"/>
                    <a:pt x="2106" y="6809"/>
                    <a:pt x="2103" y="6837"/>
                  </a:cubicBezTo>
                  <a:cubicBezTo>
                    <a:pt x="2102" y="6865"/>
                    <a:pt x="2081" y="6892"/>
                    <a:pt x="2058" y="6901"/>
                  </a:cubicBezTo>
                  <a:cubicBezTo>
                    <a:pt x="2035" y="6911"/>
                    <a:pt x="2026" y="6935"/>
                    <a:pt x="2020" y="6955"/>
                  </a:cubicBezTo>
                  <a:cubicBezTo>
                    <a:pt x="2014" y="6975"/>
                    <a:pt x="1972" y="7022"/>
                    <a:pt x="1953" y="7031"/>
                  </a:cubicBezTo>
                  <a:cubicBezTo>
                    <a:pt x="1933" y="7040"/>
                    <a:pt x="1851" y="7137"/>
                    <a:pt x="1832" y="7160"/>
                  </a:cubicBezTo>
                  <a:cubicBezTo>
                    <a:pt x="1812" y="7184"/>
                    <a:pt x="1720" y="7222"/>
                    <a:pt x="1691" y="7226"/>
                  </a:cubicBezTo>
                  <a:cubicBezTo>
                    <a:pt x="1660" y="7230"/>
                    <a:pt x="1608" y="7264"/>
                    <a:pt x="1603" y="7274"/>
                  </a:cubicBezTo>
                  <a:cubicBezTo>
                    <a:pt x="1598" y="7283"/>
                    <a:pt x="1567" y="7306"/>
                    <a:pt x="1545" y="7313"/>
                  </a:cubicBezTo>
                  <a:cubicBezTo>
                    <a:pt x="1522" y="7321"/>
                    <a:pt x="1528" y="7389"/>
                    <a:pt x="1539" y="7440"/>
                  </a:cubicBezTo>
                  <a:cubicBezTo>
                    <a:pt x="1547" y="7474"/>
                    <a:pt x="1700" y="7479"/>
                    <a:pt x="1824" y="7479"/>
                  </a:cubicBezTo>
                  <a:cubicBezTo>
                    <a:pt x="1884" y="7479"/>
                    <a:pt x="1938" y="7478"/>
                    <a:pt x="1964" y="7478"/>
                  </a:cubicBezTo>
                  <a:cubicBezTo>
                    <a:pt x="1968" y="7478"/>
                    <a:pt x="1971" y="7478"/>
                    <a:pt x="1973" y="7478"/>
                  </a:cubicBezTo>
                  <a:cubicBezTo>
                    <a:pt x="1974" y="7478"/>
                    <a:pt x="1975" y="7478"/>
                    <a:pt x="1976" y="7478"/>
                  </a:cubicBezTo>
                  <a:cubicBezTo>
                    <a:pt x="2039" y="7478"/>
                    <a:pt x="2334" y="7386"/>
                    <a:pt x="2392" y="7369"/>
                  </a:cubicBezTo>
                  <a:cubicBezTo>
                    <a:pt x="2448" y="7350"/>
                    <a:pt x="2700" y="7254"/>
                    <a:pt x="2839" y="7191"/>
                  </a:cubicBezTo>
                  <a:cubicBezTo>
                    <a:pt x="2977" y="7127"/>
                    <a:pt x="3054" y="7005"/>
                    <a:pt x="3066" y="6975"/>
                  </a:cubicBezTo>
                  <a:cubicBezTo>
                    <a:pt x="3078" y="6946"/>
                    <a:pt x="3022" y="6926"/>
                    <a:pt x="3022" y="6916"/>
                  </a:cubicBezTo>
                  <a:cubicBezTo>
                    <a:pt x="3022" y="6906"/>
                    <a:pt x="2989" y="6821"/>
                    <a:pt x="2973" y="6817"/>
                  </a:cubicBezTo>
                  <a:cubicBezTo>
                    <a:pt x="2955" y="6812"/>
                    <a:pt x="2947" y="6801"/>
                    <a:pt x="2941" y="6774"/>
                  </a:cubicBezTo>
                  <a:cubicBezTo>
                    <a:pt x="2935" y="6748"/>
                    <a:pt x="2872" y="6707"/>
                    <a:pt x="2869" y="6697"/>
                  </a:cubicBezTo>
                  <a:cubicBezTo>
                    <a:pt x="2866" y="6689"/>
                    <a:pt x="2836" y="6646"/>
                    <a:pt x="2820" y="6646"/>
                  </a:cubicBezTo>
                  <a:cubicBezTo>
                    <a:pt x="2805" y="6646"/>
                    <a:pt x="2748" y="6540"/>
                    <a:pt x="2753" y="6515"/>
                  </a:cubicBezTo>
                  <a:cubicBezTo>
                    <a:pt x="2756" y="6491"/>
                    <a:pt x="2732" y="6451"/>
                    <a:pt x="2717" y="6451"/>
                  </a:cubicBezTo>
                  <a:cubicBezTo>
                    <a:pt x="2717" y="6451"/>
                    <a:pt x="2717" y="6451"/>
                    <a:pt x="2716" y="6451"/>
                  </a:cubicBezTo>
                  <a:cubicBezTo>
                    <a:pt x="2700" y="6453"/>
                    <a:pt x="2676" y="6502"/>
                    <a:pt x="2665" y="6506"/>
                  </a:cubicBezTo>
                  <a:cubicBezTo>
                    <a:pt x="2664" y="6507"/>
                    <a:pt x="2663" y="6507"/>
                    <a:pt x="2662" y="6507"/>
                  </a:cubicBezTo>
                  <a:cubicBezTo>
                    <a:pt x="2648" y="6507"/>
                    <a:pt x="2618" y="6493"/>
                    <a:pt x="2609" y="6474"/>
                  </a:cubicBezTo>
                  <a:cubicBezTo>
                    <a:pt x="2597" y="6455"/>
                    <a:pt x="2575" y="6428"/>
                    <a:pt x="2559" y="6403"/>
                  </a:cubicBezTo>
                  <a:cubicBezTo>
                    <a:pt x="2542" y="6377"/>
                    <a:pt x="2451" y="6227"/>
                    <a:pt x="2447" y="6184"/>
                  </a:cubicBezTo>
                  <a:cubicBezTo>
                    <a:pt x="2443" y="6142"/>
                    <a:pt x="2320" y="5912"/>
                    <a:pt x="2309" y="5882"/>
                  </a:cubicBezTo>
                  <a:cubicBezTo>
                    <a:pt x="2297" y="5849"/>
                    <a:pt x="2271" y="5784"/>
                    <a:pt x="2271" y="5784"/>
                  </a:cubicBezTo>
                  <a:cubicBezTo>
                    <a:pt x="2271" y="5784"/>
                    <a:pt x="2260" y="5710"/>
                    <a:pt x="2256" y="5643"/>
                  </a:cubicBezTo>
                  <a:cubicBezTo>
                    <a:pt x="2253" y="5576"/>
                    <a:pt x="2170" y="5382"/>
                    <a:pt x="2170" y="5382"/>
                  </a:cubicBezTo>
                  <a:cubicBezTo>
                    <a:pt x="2170" y="5382"/>
                    <a:pt x="2170" y="5380"/>
                    <a:pt x="2171" y="5380"/>
                  </a:cubicBezTo>
                  <a:cubicBezTo>
                    <a:pt x="2173" y="5380"/>
                    <a:pt x="2177" y="5382"/>
                    <a:pt x="2185" y="5391"/>
                  </a:cubicBezTo>
                  <a:cubicBezTo>
                    <a:pt x="2199" y="5408"/>
                    <a:pt x="2256" y="5444"/>
                    <a:pt x="2322" y="5498"/>
                  </a:cubicBezTo>
                  <a:cubicBezTo>
                    <a:pt x="2360" y="5530"/>
                    <a:pt x="2393" y="5537"/>
                    <a:pt x="2419" y="5537"/>
                  </a:cubicBezTo>
                  <a:cubicBezTo>
                    <a:pt x="2436" y="5537"/>
                    <a:pt x="2451" y="5534"/>
                    <a:pt x="2463" y="5533"/>
                  </a:cubicBezTo>
                  <a:cubicBezTo>
                    <a:pt x="2491" y="5531"/>
                    <a:pt x="2492" y="5498"/>
                    <a:pt x="2508" y="5498"/>
                  </a:cubicBezTo>
                  <a:cubicBezTo>
                    <a:pt x="2509" y="5498"/>
                    <a:pt x="2509" y="5498"/>
                    <a:pt x="2510" y="5498"/>
                  </a:cubicBezTo>
                  <a:cubicBezTo>
                    <a:pt x="2526" y="5500"/>
                    <a:pt x="2673" y="5546"/>
                    <a:pt x="2703" y="5554"/>
                  </a:cubicBezTo>
                  <a:cubicBezTo>
                    <a:pt x="2735" y="5562"/>
                    <a:pt x="2772" y="5571"/>
                    <a:pt x="2775" y="5584"/>
                  </a:cubicBezTo>
                  <a:cubicBezTo>
                    <a:pt x="2776" y="5595"/>
                    <a:pt x="2779" y="5596"/>
                    <a:pt x="2787" y="5596"/>
                  </a:cubicBezTo>
                  <a:cubicBezTo>
                    <a:pt x="2790" y="5596"/>
                    <a:pt x="2794" y="5596"/>
                    <a:pt x="2799" y="5596"/>
                  </a:cubicBezTo>
                  <a:cubicBezTo>
                    <a:pt x="2817" y="5596"/>
                    <a:pt x="2901" y="5606"/>
                    <a:pt x="2948" y="5608"/>
                  </a:cubicBezTo>
                  <a:cubicBezTo>
                    <a:pt x="2996" y="5611"/>
                    <a:pt x="3072" y="5656"/>
                    <a:pt x="3101" y="5662"/>
                  </a:cubicBezTo>
                  <a:cubicBezTo>
                    <a:pt x="3132" y="5669"/>
                    <a:pt x="3158" y="5697"/>
                    <a:pt x="3158" y="5708"/>
                  </a:cubicBezTo>
                  <a:cubicBezTo>
                    <a:pt x="3158" y="5720"/>
                    <a:pt x="3184" y="5747"/>
                    <a:pt x="3194" y="5762"/>
                  </a:cubicBezTo>
                  <a:cubicBezTo>
                    <a:pt x="3206" y="5778"/>
                    <a:pt x="3201" y="5790"/>
                    <a:pt x="3190" y="5807"/>
                  </a:cubicBezTo>
                  <a:cubicBezTo>
                    <a:pt x="3180" y="5825"/>
                    <a:pt x="3239" y="5880"/>
                    <a:pt x="3263" y="5912"/>
                  </a:cubicBezTo>
                  <a:cubicBezTo>
                    <a:pt x="3286" y="5944"/>
                    <a:pt x="3296" y="5983"/>
                    <a:pt x="3292" y="5998"/>
                  </a:cubicBezTo>
                  <a:cubicBezTo>
                    <a:pt x="3287" y="6014"/>
                    <a:pt x="3290" y="6027"/>
                    <a:pt x="3292" y="6052"/>
                  </a:cubicBezTo>
                  <a:cubicBezTo>
                    <a:pt x="3293" y="6077"/>
                    <a:pt x="3312" y="6148"/>
                    <a:pt x="3306" y="6182"/>
                  </a:cubicBezTo>
                  <a:cubicBezTo>
                    <a:pt x="3302" y="6215"/>
                    <a:pt x="3306" y="6321"/>
                    <a:pt x="3306" y="6351"/>
                  </a:cubicBezTo>
                  <a:cubicBezTo>
                    <a:pt x="3306" y="6380"/>
                    <a:pt x="3308" y="6410"/>
                    <a:pt x="3295" y="6431"/>
                  </a:cubicBezTo>
                  <a:cubicBezTo>
                    <a:pt x="3282" y="6451"/>
                    <a:pt x="3247" y="6533"/>
                    <a:pt x="3255" y="6656"/>
                  </a:cubicBezTo>
                  <a:cubicBezTo>
                    <a:pt x="3262" y="6755"/>
                    <a:pt x="3347" y="6793"/>
                    <a:pt x="3454" y="6793"/>
                  </a:cubicBezTo>
                  <a:cubicBezTo>
                    <a:pt x="3482" y="6793"/>
                    <a:pt x="3511" y="6791"/>
                    <a:pt x="3541" y="6786"/>
                  </a:cubicBezTo>
                  <a:cubicBezTo>
                    <a:pt x="3687" y="6761"/>
                    <a:pt x="3860" y="6547"/>
                    <a:pt x="3925" y="6422"/>
                  </a:cubicBezTo>
                  <a:cubicBezTo>
                    <a:pt x="3991" y="6297"/>
                    <a:pt x="3998" y="6152"/>
                    <a:pt x="3991" y="6115"/>
                  </a:cubicBezTo>
                  <a:cubicBezTo>
                    <a:pt x="3985" y="6075"/>
                    <a:pt x="3982" y="5986"/>
                    <a:pt x="3990" y="5935"/>
                  </a:cubicBezTo>
                  <a:cubicBezTo>
                    <a:pt x="3998" y="5884"/>
                    <a:pt x="4041" y="5790"/>
                    <a:pt x="4073" y="5726"/>
                  </a:cubicBezTo>
                  <a:cubicBezTo>
                    <a:pt x="4103" y="5660"/>
                    <a:pt x="4126" y="5522"/>
                    <a:pt x="4115" y="5439"/>
                  </a:cubicBezTo>
                  <a:cubicBezTo>
                    <a:pt x="4102" y="5356"/>
                    <a:pt x="4022" y="5309"/>
                    <a:pt x="3952" y="5281"/>
                  </a:cubicBezTo>
                  <a:cubicBezTo>
                    <a:pt x="3913" y="5265"/>
                    <a:pt x="3854" y="5261"/>
                    <a:pt x="3806" y="5261"/>
                  </a:cubicBezTo>
                  <a:cubicBezTo>
                    <a:pt x="3768" y="5261"/>
                    <a:pt x="3737" y="5263"/>
                    <a:pt x="3729" y="5265"/>
                  </a:cubicBezTo>
                  <a:cubicBezTo>
                    <a:pt x="3727" y="5266"/>
                    <a:pt x="3726" y="5266"/>
                    <a:pt x="3724" y="5266"/>
                  </a:cubicBezTo>
                  <a:cubicBezTo>
                    <a:pt x="3705" y="5266"/>
                    <a:pt x="3684" y="5242"/>
                    <a:pt x="3665" y="5219"/>
                  </a:cubicBezTo>
                  <a:cubicBezTo>
                    <a:pt x="3644" y="5194"/>
                    <a:pt x="3608" y="5174"/>
                    <a:pt x="3574" y="5169"/>
                  </a:cubicBezTo>
                  <a:cubicBezTo>
                    <a:pt x="3574" y="5169"/>
                    <a:pt x="3573" y="5169"/>
                    <a:pt x="3572" y="5169"/>
                  </a:cubicBezTo>
                  <a:cubicBezTo>
                    <a:pt x="3541" y="5169"/>
                    <a:pt x="3525" y="5244"/>
                    <a:pt x="3526" y="5249"/>
                  </a:cubicBezTo>
                  <a:cubicBezTo>
                    <a:pt x="3528" y="5255"/>
                    <a:pt x="3490" y="5252"/>
                    <a:pt x="3461" y="5254"/>
                  </a:cubicBezTo>
                  <a:cubicBezTo>
                    <a:pt x="3460" y="5254"/>
                    <a:pt x="3460" y="5254"/>
                    <a:pt x="3460" y="5254"/>
                  </a:cubicBezTo>
                  <a:cubicBezTo>
                    <a:pt x="3428" y="5254"/>
                    <a:pt x="3289" y="5194"/>
                    <a:pt x="3257" y="5174"/>
                  </a:cubicBezTo>
                  <a:cubicBezTo>
                    <a:pt x="3233" y="5158"/>
                    <a:pt x="3195" y="5156"/>
                    <a:pt x="3174" y="5156"/>
                  </a:cubicBezTo>
                  <a:cubicBezTo>
                    <a:pt x="3168" y="5156"/>
                    <a:pt x="3163" y="5156"/>
                    <a:pt x="3161" y="5156"/>
                  </a:cubicBezTo>
                  <a:cubicBezTo>
                    <a:pt x="3148" y="5156"/>
                    <a:pt x="3056" y="5093"/>
                    <a:pt x="3035" y="5079"/>
                  </a:cubicBezTo>
                  <a:cubicBezTo>
                    <a:pt x="3015" y="5064"/>
                    <a:pt x="2976" y="5074"/>
                    <a:pt x="2957" y="5066"/>
                  </a:cubicBezTo>
                  <a:cubicBezTo>
                    <a:pt x="2936" y="5057"/>
                    <a:pt x="2922" y="5032"/>
                    <a:pt x="2936" y="5024"/>
                  </a:cubicBezTo>
                  <a:cubicBezTo>
                    <a:pt x="2952" y="5016"/>
                    <a:pt x="3126" y="4818"/>
                    <a:pt x="3164" y="4786"/>
                  </a:cubicBezTo>
                  <a:cubicBezTo>
                    <a:pt x="3203" y="4754"/>
                    <a:pt x="3317" y="4630"/>
                    <a:pt x="3338" y="4603"/>
                  </a:cubicBezTo>
                  <a:cubicBezTo>
                    <a:pt x="3362" y="4576"/>
                    <a:pt x="3525" y="4429"/>
                    <a:pt x="3579" y="4383"/>
                  </a:cubicBezTo>
                  <a:cubicBezTo>
                    <a:pt x="3634" y="4336"/>
                    <a:pt x="3762" y="4145"/>
                    <a:pt x="3783" y="4113"/>
                  </a:cubicBezTo>
                  <a:cubicBezTo>
                    <a:pt x="3803" y="4082"/>
                    <a:pt x="3888" y="3997"/>
                    <a:pt x="3928" y="3954"/>
                  </a:cubicBezTo>
                  <a:cubicBezTo>
                    <a:pt x="3968" y="3914"/>
                    <a:pt x="4055" y="3768"/>
                    <a:pt x="4092" y="3667"/>
                  </a:cubicBezTo>
                  <a:cubicBezTo>
                    <a:pt x="4128" y="3565"/>
                    <a:pt x="4154" y="3357"/>
                    <a:pt x="4154" y="3342"/>
                  </a:cubicBezTo>
                  <a:cubicBezTo>
                    <a:pt x="4154" y="3329"/>
                    <a:pt x="4157" y="3316"/>
                    <a:pt x="4191" y="3308"/>
                  </a:cubicBezTo>
                  <a:cubicBezTo>
                    <a:pt x="4226" y="3299"/>
                    <a:pt x="4250" y="3278"/>
                    <a:pt x="4326" y="3217"/>
                  </a:cubicBezTo>
                  <a:cubicBezTo>
                    <a:pt x="4403" y="3156"/>
                    <a:pt x="4395" y="2978"/>
                    <a:pt x="4386" y="2892"/>
                  </a:cubicBezTo>
                  <a:cubicBezTo>
                    <a:pt x="4377" y="2806"/>
                    <a:pt x="4323" y="2651"/>
                    <a:pt x="4316" y="2624"/>
                  </a:cubicBezTo>
                  <a:cubicBezTo>
                    <a:pt x="4310" y="2597"/>
                    <a:pt x="4268" y="2457"/>
                    <a:pt x="4247" y="2365"/>
                  </a:cubicBezTo>
                  <a:cubicBezTo>
                    <a:pt x="4227" y="2273"/>
                    <a:pt x="4110" y="2011"/>
                    <a:pt x="4084" y="1980"/>
                  </a:cubicBezTo>
                  <a:cubicBezTo>
                    <a:pt x="4058" y="1948"/>
                    <a:pt x="4033" y="1852"/>
                    <a:pt x="4030" y="1812"/>
                  </a:cubicBezTo>
                  <a:cubicBezTo>
                    <a:pt x="4027" y="1769"/>
                    <a:pt x="3995" y="1682"/>
                    <a:pt x="3944" y="1551"/>
                  </a:cubicBezTo>
                  <a:cubicBezTo>
                    <a:pt x="3893" y="1421"/>
                    <a:pt x="3829" y="1376"/>
                    <a:pt x="3829" y="1376"/>
                  </a:cubicBezTo>
                  <a:cubicBezTo>
                    <a:pt x="3829" y="1376"/>
                    <a:pt x="3834" y="1363"/>
                    <a:pt x="3819" y="1340"/>
                  </a:cubicBezTo>
                  <a:cubicBezTo>
                    <a:pt x="3805" y="1318"/>
                    <a:pt x="3569" y="1178"/>
                    <a:pt x="3553" y="1178"/>
                  </a:cubicBezTo>
                  <a:cubicBezTo>
                    <a:pt x="3538" y="1178"/>
                    <a:pt x="3515" y="1156"/>
                    <a:pt x="3472" y="1122"/>
                  </a:cubicBezTo>
                  <a:cubicBezTo>
                    <a:pt x="3432" y="1089"/>
                    <a:pt x="3187" y="1003"/>
                    <a:pt x="3165" y="1003"/>
                  </a:cubicBezTo>
                  <a:cubicBezTo>
                    <a:pt x="3142" y="1003"/>
                    <a:pt x="3088" y="984"/>
                    <a:pt x="3069" y="962"/>
                  </a:cubicBezTo>
                  <a:cubicBezTo>
                    <a:pt x="3050" y="939"/>
                    <a:pt x="3006" y="887"/>
                    <a:pt x="3006" y="887"/>
                  </a:cubicBezTo>
                  <a:cubicBezTo>
                    <a:pt x="3006" y="887"/>
                    <a:pt x="3009" y="860"/>
                    <a:pt x="3025" y="854"/>
                  </a:cubicBezTo>
                  <a:cubicBezTo>
                    <a:pt x="3043" y="846"/>
                    <a:pt x="3041" y="815"/>
                    <a:pt x="3041" y="815"/>
                  </a:cubicBezTo>
                  <a:cubicBezTo>
                    <a:pt x="3041" y="815"/>
                    <a:pt x="3051" y="729"/>
                    <a:pt x="3062" y="712"/>
                  </a:cubicBezTo>
                  <a:cubicBezTo>
                    <a:pt x="3070" y="696"/>
                    <a:pt x="3079" y="637"/>
                    <a:pt x="3091" y="616"/>
                  </a:cubicBezTo>
                  <a:cubicBezTo>
                    <a:pt x="3102" y="592"/>
                    <a:pt x="3069" y="570"/>
                    <a:pt x="3069" y="570"/>
                  </a:cubicBezTo>
                  <a:cubicBezTo>
                    <a:pt x="3069" y="570"/>
                    <a:pt x="3066" y="551"/>
                    <a:pt x="3085" y="436"/>
                  </a:cubicBezTo>
                  <a:cubicBezTo>
                    <a:pt x="3104" y="320"/>
                    <a:pt x="2949" y="128"/>
                    <a:pt x="2811" y="45"/>
                  </a:cubicBezTo>
                  <a:cubicBezTo>
                    <a:pt x="2762" y="14"/>
                    <a:pt x="2709" y="1"/>
                    <a:pt x="265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9"/>
            <p:cNvSpPr/>
            <p:nvPr/>
          </p:nvSpPr>
          <p:spPr>
            <a:xfrm flipH="1">
              <a:off x="7917355" y="2619520"/>
              <a:ext cx="158929" cy="158940"/>
            </a:xfrm>
            <a:custGeom>
              <a:rect b="b" l="l" r="r" t="t"/>
              <a:pathLst>
                <a:path extrusionOk="0" h="1210" w="1210">
                  <a:moveTo>
                    <a:pt x="605" y="1"/>
                  </a:moveTo>
                  <a:cubicBezTo>
                    <a:pt x="272" y="1"/>
                    <a:pt x="1" y="272"/>
                    <a:pt x="1" y="605"/>
                  </a:cubicBezTo>
                  <a:cubicBezTo>
                    <a:pt x="1" y="940"/>
                    <a:pt x="272" y="1210"/>
                    <a:pt x="605" y="1210"/>
                  </a:cubicBezTo>
                  <a:cubicBezTo>
                    <a:pt x="939" y="1210"/>
                    <a:pt x="1210" y="940"/>
                    <a:pt x="1210" y="605"/>
                  </a:cubicBezTo>
                  <a:cubicBezTo>
                    <a:pt x="1210" y="272"/>
                    <a:pt x="939" y="1"/>
                    <a:pt x="6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9"/>
          <p:cNvGrpSpPr/>
          <p:nvPr/>
        </p:nvGrpSpPr>
        <p:grpSpPr>
          <a:xfrm>
            <a:off x="4793445" y="1834611"/>
            <a:ext cx="694135" cy="995564"/>
            <a:chOff x="4793445" y="1834611"/>
            <a:chExt cx="694135" cy="995564"/>
          </a:xfrm>
        </p:grpSpPr>
        <p:sp>
          <p:nvSpPr>
            <p:cNvPr id="209" name="Google Shape;209;p19"/>
            <p:cNvSpPr/>
            <p:nvPr/>
          </p:nvSpPr>
          <p:spPr>
            <a:xfrm>
              <a:off x="4793445" y="1834611"/>
              <a:ext cx="694135" cy="995564"/>
            </a:xfrm>
            <a:custGeom>
              <a:rect b="b" l="l" r="r" t="t"/>
              <a:pathLst>
                <a:path extrusionOk="0" h="7429" w="5180">
                  <a:moveTo>
                    <a:pt x="2840" y="1"/>
                  </a:moveTo>
                  <a:cubicBezTo>
                    <a:pt x="2740" y="1"/>
                    <a:pt x="2588" y="41"/>
                    <a:pt x="2419" y="103"/>
                  </a:cubicBezTo>
                  <a:cubicBezTo>
                    <a:pt x="2206" y="181"/>
                    <a:pt x="2238" y="588"/>
                    <a:pt x="2247" y="622"/>
                  </a:cubicBezTo>
                  <a:cubicBezTo>
                    <a:pt x="2257" y="657"/>
                    <a:pt x="2266" y="752"/>
                    <a:pt x="2266" y="800"/>
                  </a:cubicBezTo>
                  <a:cubicBezTo>
                    <a:pt x="2266" y="848"/>
                    <a:pt x="2320" y="899"/>
                    <a:pt x="2319" y="937"/>
                  </a:cubicBezTo>
                  <a:cubicBezTo>
                    <a:pt x="2316" y="976"/>
                    <a:pt x="2375" y="972"/>
                    <a:pt x="2389" y="976"/>
                  </a:cubicBezTo>
                  <a:cubicBezTo>
                    <a:pt x="2403" y="980"/>
                    <a:pt x="2389" y="1041"/>
                    <a:pt x="2375" y="1041"/>
                  </a:cubicBezTo>
                  <a:cubicBezTo>
                    <a:pt x="2361" y="1041"/>
                    <a:pt x="2355" y="1053"/>
                    <a:pt x="2316" y="1066"/>
                  </a:cubicBezTo>
                  <a:cubicBezTo>
                    <a:pt x="2302" y="1071"/>
                    <a:pt x="2287" y="1072"/>
                    <a:pt x="2271" y="1072"/>
                  </a:cubicBezTo>
                  <a:cubicBezTo>
                    <a:pt x="2265" y="1072"/>
                    <a:pt x="2258" y="1072"/>
                    <a:pt x="2252" y="1072"/>
                  </a:cubicBezTo>
                  <a:cubicBezTo>
                    <a:pt x="2229" y="1072"/>
                    <a:pt x="2207" y="1074"/>
                    <a:pt x="2189" y="1087"/>
                  </a:cubicBezTo>
                  <a:cubicBezTo>
                    <a:pt x="2153" y="1114"/>
                    <a:pt x="2157" y="1145"/>
                    <a:pt x="2129" y="1162"/>
                  </a:cubicBezTo>
                  <a:cubicBezTo>
                    <a:pt x="2102" y="1181"/>
                    <a:pt x="2037" y="1251"/>
                    <a:pt x="2033" y="1267"/>
                  </a:cubicBezTo>
                  <a:cubicBezTo>
                    <a:pt x="2029" y="1283"/>
                    <a:pt x="1952" y="1324"/>
                    <a:pt x="1870" y="1375"/>
                  </a:cubicBezTo>
                  <a:cubicBezTo>
                    <a:pt x="1787" y="1425"/>
                    <a:pt x="1694" y="1566"/>
                    <a:pt x="1672" y="1646"/>
                  </a:cubicBezTo>
                  <a:cubicBezTo>
                    <a:pt x="1649" y="1725"/>
                    <a:pt x="1685" y="1929"/>
                    <a:pt x="1685" y="1950"/>
                  </a:cubicBezTo>
                  <a:cubicBezTo>
                    <a:pt x="1685" y="1974"/>
                    <a:pt x="1660" y="2016"/>
                    <a:pt x="1637" y="2068"/>
                  </a:cubicBezTo>
                  <a:cubicBezTo>
                    <a:pt x="1615" y="2121"/>
                    <a:pt x="1548" y="2240"/>
                    <a:pt x="1532" y="2269"/>
                  </a:cubicBezTo>
                  <a:cubicBezTo>
                    <a:pt x="1516" y="2299"/>
                    <a:pt x="1450" y="2331"/>
                    <a:pt x="1407" y="2357"/>
                  </a:cubicBezTo>
                  <a:cubicBezTo>
                    <a:pt x="1364" y="2382"/>
                    <a:pt x="1293" y="2475"/>
                    <a:pt x="1228" y="2555"/>
                  </a:cubicBezTo>
                  <a:cubicBezTo>
                    <a:pt x="1161" y="2634"/>
                    <a:pt x="946" y="2851"/>
                    <a:pt x="910" y="2883"/>
                  </a:cubicBezTo>
                  <a:cubicBezTo>
                    <a:pt x="874" y="2915"/>
                    <a:pt x="793" y="2980"/>
                    <a:pt x="792" y="2999"/>
                  </a:cubicBezTo>
                  <a:cubicBezTo>
                    <a:pt x="789" y="3017"/>
                    <a:pt x="763" y="3026"/>
                    <a:pt x="731" y="3047"/>
                  </a:cubicBezTo>
                  <a:cubicBezTo>
                    <a:pt x="699" y="3068"/>
                    <a:pt x="721" y="3110"/>
                    <a:pt x="712" y="3129"/>
                  </a:cubicBezTo>
                  <a:cubicBezTo>
                    <a:pt x="703" y="3148"/>
                    <a:pt x="671" y="3211"/>
                    <a:pt x="642" y="3245"/>
                  </a:cubicBezTo>
                  <a:cubicBezTo>
                    <a:pt x="611" y="3279"/>
                    <a:pt x="601" y="3346"/>
                    <a:pt x="601" y="3379"/>
                  </a:cubicBezTo>
                  <a:cubicBezTo>
                    <a:pt x="601" y="3414"/>
                    <a:pt x="595" y="3497"/>
                    <a:pt x="591" y="3516"/>
                  </a:cubicBezTo>
                  <a:cubicBezTo>
                    <a:pt x="587" y="3534"/>
                    <a:pt x="627" y="3541"/>
                    <a:pt x="646" y="3562"/>
                  </a:cubicBezTo>
                  <a:cubicBezTo>
                    <a:pt x="664" y="3582"/>
                    <a:pt x="651" y="3613"/>
                    <a:pt x="651" y="3650"/>
                  </a:cubicBezTo>
                  <a:cubicBezTo>
                    <a:pt x="651" y="3690"/>
                    <a:pt x="680" y="3703"/>
                    <a:pt x="694" y="3703"/>
                  </a:cubicBezTo>
                  <a:cubicBezTo>
                    <a:pt x="707" y="3703"/>
                    <a:pt x="716" y="3710"/>
                    <a:pt x="740" y="3726"/>
                  </a:cubicBezTo>
                  <a:cubicBezTo>
                    <a:pt x="746" y="3730"/>
                    <a:pt x="752" y="3732"/>
                    <a:pt x="758" y="3732"/>
                  </a:cubicBezTo>
                  <a:cubicBezTo>
                    <a:pt x="769" y="3732"/>
                    <a:pt x="779" y="3727"/>
                    <a:pt x="785" y="3723"/>
                  </a:cubicBezTo>
                  <a:cubicBezTo>
                    <a:pt x="865" y="3851"/>
                    <a:pt x="1008" y="3936"/>
                    <a:pt x="1169" y="3936"/>
                  </a:cubicBezTo>
                  <a:cubicBezTo>
                    <a:pt x="1421" y="3936"/>
                    <a:pt x="1625" y="3732"/>
                    <a:pt x="1625" y="3480"/>
                  </a:cubicBezTo>
                  <a:cubicBezTo>
                    <a:pt x="1625" y="3264"/>
                    <a:pt x="1477" y="3084"/>
                    <a:pt x="1276" y="3036"/>
                  </a:cubicBezTo>
                  <a:cubicBezTo>
                    <a:pt x="1279" y="3030"/>
                    <a:pt x="1280" y="3027"/>
                    <a:pt x="1280" y="3027"/>
                  </a:cubicBezTo>
                  <a:cubicBezTo>
                    <a:pt x="1264" y="3027"/>
                    <a:pt x="1245" y="2999"/>
                    <a:pt x="1265" y="2976"/>
                  </a:cubicBezTo>
                  <a:cubicBezTo>
                    <a:pt x="1286" y="2954"/>
                    <a:pt x="1427" y="2875"/>
                    <a:pt x="1474" y="2849"/>
                  </a:cubicBezTo>
                  <a:cubicBezTo>
                    <a:pt x="1519" y="2822"/>
                    <a:pt x="1641" y="2714"/>
                    <a:pt x="1665" y="2692"/>
                  </a:cubicBezTo>
                  <a:cubicBezTo>
                    <a:pt x="1688" y="2669"/>
                    <a:pt x="1704" y="2656"/>
                    <a:pt x="1724" y="2637"/>
                  </a:cubicBezTo>
                  <a:cubicBezTo>
                    <a:pt x="1745" y="2619"/>
                    <a:pt x="1806" y="2562"/>
                    <a:pt x="1850" y="2526"/>
                  </a:cubicBezTo>
                  <a:cubicBezTo>
                    <a:pt x="1893" y="2489"/>
                    <a:pt x="1978" y="2269"/>
                    <a:pt x="1994" y="2223"/>
                  </a:cubicBezTo>
                  <a:cubicBezTo>
                    <a:pt x="2004" y="2189"/>
                    <a:pt x="2012" y="2165"/>
                    <a:pt x="2021" y="2165"/>
                  </a:cubicBezTo>
                  <a:cubicBezTo>
                    <a:pt x="2024" y="2165"/>
                    <a:pt x="2028" y="2170"/>
                    <a:pt x="2032" y="2179"/>
                  </a:cubicBezTo>
                  <a:cubicBezTo>
                    <a:pt x="2045" y="2211"/>
                    <a:pt x="2125" y="2338"/>
                    <a:pt x="2153" y="2361"/>
                  </a:cubicBezTo>
                  <a:cubicBezTo>
                    <a:pt x="2180" y="2385"/>
                    <a:pt x="2243" y="2463"/>
                    <a:pt x="2265" y="2535"/>
                  </a:cubicBezTo>
                  <a:cubicBezTo>
                    <a:pt x="2285" y="2605"/>
                    <a:pt x="2253" y="2765"/>
                    <a:pt x="2225" y="2826"/>
                  </a:cubicBezTo>
                  <a:cubicBezTo>
                    <a:pt x="2198" y="2887"/>
                    <a:pt x="2266" y="2956"/>
                    <a:pt x="2278" y="3012"/>
                  </a:cubicBezTo>
                  <a:cubicBezTo>
                    <a:pt x="2289" y="3069"/>
                    <a:pt x="2278" y="3120"/>
                    <a:pt x="2234" y="3149"/>
                  </a:cubicBezTo>
                  <a:cubicBezTo>
                    <a:pt x="2192" y="3178"/>
                    <a:pt x="2244" y="3314"/>
                    <a:pt x="2246" y="3342"/>
                  </a:cubicBezTo>
                  <a:cubicBezTo>
                    <a:pt x="2249" y="3368"/>
                    <a:pt x="2234" y="3375"/>
                    <a:pt x="2176" y="3410"/>
                  </a:cubicBezTo>
                  <a:cubicBezTo>
                    <a:pt x="2116" y="3444"/>
                    <a:pt x="2048" y="3576"/>
                    <a:pt x="2011" y="3613"/>
                  </a:cubicBezTo>
                  <a:cubicBezTo>
                    <a:pt x="1975" y="3649"/>
                    <a:pt x="1991" y="3808"/>
                    <a:pt x="1986" y="3856"/>
                  </a:cubicBezTo>
                  <a:cubicBezTo>
                    <a:pt x="1982" y="3904"/>
                    <a:pt x="1952" y="3917"/>
                    <a:pt x="1909" y="3965"/>
                  </a:cubicBezTo>
                  <a:cubicBezTo>
                    <a:pt x="1866" y="4013"/>
                    <a:pt x="1765" y="4271"/>
                    <a:pt x="1732" y="4325"/>
                  </a:cubicBezTo>
                  <a:cubicBezTo>
                    <a:pt x="1697" y="4380"/>
                    <a:pt x="1681" y="4497"/>
                    <a:pt x="1681" y="4504"/>
                  </a:cubicBezTo>
                  <a:cubicBezTo>
                    <a:pt x="1681" y="4510"/>
                    <a:pt x="1663" y="4538"/>
                    <a:pt x="1653" y="4574"/>
                  </a:cubicBezTo>
                  <a:cubicBezTo>
                    <a:pt x="1644" y="4610"/>
                    <a:pt x="1560" y="4752"/>
                    <a:pt x="1538" y="4775"/>
                  </a:cubicBezTo>
                  <a:cubicBezTo>
                    <a:pt x="1514" y="4797"/>
                    <a:pt x="1449" y="4937"/>
                    <a:pt x="1418" y="4993"/>
                  </a:cubicBezTo>
                  <a:cubicBezTo>
                    <a:pt x="1389" y="5050"/>
                    <a:pt x="1236" y="5232"/>
                    <a:pt x="1184" y="5305"/>
                  </a:cubicBezTo>
                  <a:cubicBezTo>
                    <a:pt x="1131" y="5378"/>
                    <a:pt x="993" y="5732"/>
                    <a:pt x="957" y="5811"/>
                  </a:cubicBezTo>
                  <a:cubicBezTo>
                    <a:pt x="920" y="5891"/>
                    <a:pt x="840" y="6191"/>
                    <a:pt x="833" y="6191"/>
                  </a:cubicBezTo>
                  <a:cubicBezTo>
                    <a:pt x="827" y="6191"/>
                    <a:pt x="817" y="6201"/>
                    <a:pt x="817" y="6201"/>
                  </a:cubicBezTo>
                  <a:cubicBezTo>
                    <a:pt x="817" y="6201"/>
                    <a:pt x="764" y="6335"/>
                    <a:pt x="731" y="6360"/>
                  </a:cubicBezTo>
                  <a:cubicBezTo>
                    <a:pt x="696" y="6385"/>
                    <a:pt x="671" y="6465"/>
                    <a:pt x="664" y="6484"/>
                  </a:cubicBezTo>
                  <a:cubicBezTo>
                    <a:pt x="658" y="6501"/>
                    <a:pt x="601" y="6500"/>
                    <a:pt x="582" y="6501"/>
                  </a:cubicBezTo>
                  <a:cubicBezTo>
                    <a:pt x="565" y="6504"/>
                    <a:pt x="571" y="6536"/>
                    <a:pt x="565" y="6557"/>
                  </a:cubicBezTo>
                  <a:cubicBezTo>
                    <a:pt x="557" y="6577"/>
                    <a:pt x="533" y="6610"/>
                    <a:pt x="521" y="6618"/>
                  </a:cubicBezTo>
                  <a:cubicBezTo>
                    <a:pt x="509" y="6624"/>
                    <a:pt x="509" y="6691"/>
                    <a:pt x="505" y="6718"/>
                  </a:cubicBezTo>
                  <a:cubicBezTo>
                    <a:pt x="501" y="6744"/>
                    <a:pt x="352" y="6864"/>
                    <a:pt x="332" y="6886"/>
                  </a:cubicBezTo>
                  <a:cubicBezTo>
                    <a:pt x="311" y="6909"/>
                    <a:pt x="206" y="6970"/>
                    <a:pt x="163" y="7017"/>
                  </a:cubicBezTo>
                  <a:cubicBezTo>
                    <a:pt x="120" y="7062"/>
                    <a:pt x="1" y="7211"/>
                    <a:pt x="20" y="7313"/>
                  </a:cubicBezTo>
                  <a:cubicBezTo>
                    <a:pt x="35" y="7399"/>
                    <a:pt x="239" y="7429"/>
                    <a:pt x="352" y="7429"/>
                  </a:cubicBezTo>
                  <a:cubicBezTo>
                    <a:pt x="373" y="7429"/>
                    <a:pt x="390" y="7428"/>
                    <a:pt x="403" y="7426"/>
                  </a:cubicBezTo>
                  <a:cubicBezTo>
                    <a:pt x="486" y="7415"/>
                    <a:pt x="591" y="7199"/>
                    <a:pt x="606" y="7183"/>
                  </a:cubicBezTo>
                  <a:cubicBezTo>
                    <a:pt x="613" y="7174"/>
                    <a:pt x="642" y="7171"/>
                    <a:pt x="676" y="7171"/>
                  </a:cubicBezTo>
                  <a:cubicBezTo>
                    <a:pt x="703" y="7171"/>
                    <a:pt x="734" y="7173"/>
                    <a:pt x="760" y="7174"/>
                  </a:cubicBezTo>
                  <a:cubicBezTo>
                    <a:pt x="760" y="7174"/>
                    <a:pt x="761" y="7174"/>
                    <a:pt x="761" y="7174"/>
                  </a:cubicBezTo>
                  <a:cubicBezTo>
                    <a:pt x="821" y="7174"/>
                    <a:pt x="904" y="7059"/>
                    <a:pt x="925" y="7017"/>
                  </a:cubicBezTo>
                  <a:cubicBezTo>
                    <a:pt x="944" y="6975"/>
                    <a:pt x="945" y="6827"/>
                    <a:pt x="949" y="6827"/>
                  </a:cubicBezTo>
                  <a:cubicBezTo>
                    <a:pt x="949" y="6827"/>
                    <a:pt x="949" y="6827"/>
                    <a:pt x="949" y="6827"/>
                  </a:cubicBezTo>
                  <a:cubicBezTo>
                    <a:pt x="950" y="6830"/>
                    <a:pt x="952" y="6832"/>
                    <a:pt x="955" y="6832"/>
                  </a:cubicBezTo>
                  <a:cubicBezTo>
                    <a:pt x="963" y="6832"/>
                    <a:pt x="978" y="6819"/>
                    <a:pt x="989" y="6803"/>
                  </a:cubicBezTo>
                  <a:cubicBezTo>
                    <a:pt x="1002" y="6779"/>
                    <a:pt x="1027" y="6715"/>
                    <a:pt x="1027" y="6715"/>
                  </a:cubicBezTo>
                  <a:cubicBezTo>
                    <a:pt x="1027" y="6715"/>
                    <a:pt x="973" y="6682"/>
                    <a:pt x="961" y="6675"/>
                  </a:cubicBezTo>
                  <a:cubicBezTo>
                    <a:pt x="949" y="6669"/>
                    <a:pt x="984" y="6574"/>
                    <a:pt x="1005" y="6558"/>
                  </a:cubicBezTo>
                  <a:cubicBezTo>
                    <a:pt x="1025" y="6542"/>
                    <a:pt x="1021" y="6513"/>
                    <a:pt x="1027" y="6492"/>
                  </a:cubicBezTo>
                  <a:cubicBezTo>
                    <a:pt x="1034" y="6472"/>
                    <a:pt x="1127" y="6328"/>
                    <a:pt x="1136" y="6315"/>
                  </a:cubicBezTo>
                  <a:cubicBezTo>
                    <a:pt x="1146" y="6302"/>
                    <a:pt x="1131" y="6286"/>
                    <a:pt x="1131" y="6286"/>
                  </a:cubicBezTo>
                  <a:cubicBezTo>
                    <a:pt x="1131" y="6286"/>
                    <a:pt x="1184" y="6238"/>
                    <a:pt x="1204" y="6205"/>
                  </a:cubicBezTo>
                  <a:cubicBezTo>
                    <a:pt x="1225" y="6173"/>
                    <a:pt x="1394" y="6009"/>
                    <a:pt x="1474" y="5932"/>
                  </a:cubicBezTo>
                  <a:cubicBezTo>
                    <a:pt x="1554" y="5854"/>
                    <a:pt x="1651" y="5570"/>
                    <a:pt x="1679" y="5487"/>
                  </a:cubicBezTo>
                  <a:cubicBezTo>
                    <a:pt x="1705" y="5406"/>
                    <a:pt x="1772" y="5285"/>
                    <a:pt x="1788" y="5272"/>
                  </a:cubicBezTo>
                  <a:cubicBezTo>
                    <a:pt x="1804" y="5257"/>
                    <a:pt x="1911" y="5123"/>
                    <a:pt x="1947" y="5078"/>
                  </a:cubicBezTo>
                  <a:cubicBezTo>
                    <a:pt x="1984" y="5031"/>
                    <a:pt x="2088" y="4934"/>
                    <a:pt x="2154" y="4861"/>
                  </a:cubicBezTo>
                  <a:cubicBezTo>
                    <a:pt x="2220" y="4789"/>
                    <a:pt x="2340" y="4674"/>
                    <a:pt x="2362" y="4674"/>
                  </a:cubicBezTo>
                  <a:cubicBezTo>
                    <a:pt x="2362" y="4674"/>
                    <a:pt x="2362" y="4674"/>
                    <a:pt x="2362" y="4674"/>
                  </a:cubicBezTo>
                  <a:cubicBezTo>
                    <a:pt x="2366" y="4675"/>
                    <a:pt x="2371" y="4675"/>
                    <a:pt x="2378" y="4675"/>
                  </a:cubicBezTo>
                  <a:cubicBezTo>
                    <a:pt x="2401" y="4675"/>
                    <a:pt x="2438" y="4670"/>
                    <a:pt x="2476" y="4640"/>
                  </a:cubicBezTo>
                  <a:cubicBezTo>
                    <a:pt x="2524" y="4602"/>
                    <a:pt x="2572" y="4578"/>
                    <a:pt x="2576" y="4555"/>
                  </a:cubicBezTo>
                  <a:cubicBezTo>
                    <a:pt x="2581" y="4533"/>
                    <a:pt x="2652" y="4517"/>
                    <a:pt x="2689" y="4510"/>
                  </a:cubicBezTo>
                  <a:cubicBezTo>
                    <a:pt x="2725" y="4504"/>
                    <a:pt x="2871" y="4399"/>
                    <a:pt x="2891" y="4373"/>
                  </a:cubicBezTo>
                  <a:cubicBezTo>
                    <a:pt x="2906" y="4355"/>
                    <a:pt x="2937" y="4331"/>
                    <a:pt x="2958" y="4331"/>
                  </a:cubicBezTo>
                  <a:cubicBezTo>
                    <a:pt x="2965" y="4331"/>
                    <a:pt x="2971" y="4334"/>
                    <a:pt x="2976" y="4341"/>
                  </a:cubicBezTo>
                  <a:cubicBezTo>
                    <a:pt x="2992" y="4369"/>
                    <a:pt x="3162" y="4519"/>
                    <a:pt x="3185" y="4546"/>
                  </a:cubicBezTo>
                  <a:cubicBezTo>
                    <a:pt x="3207" y="4574"/>
                    <a:pt x="3247" y="4690"/>
                    <a:pt x="3247" y="4739"/>
                  </a:cubicBezTo>
                  <a:cubicBezTo>
                    <a:pt x="3247" y="4787"/>
                    <a:pt x="3365" y="4918"/>
                    <a:pt x="3365" y="4918"/>
                  </a:cubicBezTo>
                  <a:cubicBezTo>
                    <a:pt x="3365" y="4918"/>
                    <a:pt x="3383" y="5052"/>
                    <a:pt x="3388" y="5110"/>
                  </a:cubicBezTo>
                  <a:cubicBezTo>
                    <a:pt x="3392" y="5167"/>
                    <a:pt x="3478" y="5248"/>
                    <a:pt x="3501" y="5302"/>
                  </a:cubicBezTo>
                  <a:cubicBezTo>
                    <a:pt x="3525" y="5358"/>
                    <a:pt x="3670" y="5499"/>
                    <a:pt x="3735" y="5560"/>
                  </a:cubicBezTo>
                  <a:cubicBezTo>
                    <a:pt x="3797" y="5623"/>
                    <a:pt x="3839" y="5715"/>
                    <a:pt x="3861" y="5768"/>
                  </a:cubicBezTo>
                  <a:cubicBezTo>
                    <a:pt x="3885" y="5821"/>
                    <a:pt x="3922" y="5914"/>
                    <a:pt x="3954" y="5956"/>
                  </a:cubicBezTo>
                  <a:cubicBezTo>
                    <a:pt x="3987" y="6000"/>
                    <a:pt x="4139" y="6157"/>
                    <a:pt x="4190" y="6208"/>
                  </a:cubicBezTo>
                  <a:cubicBezTo>
                    <a:pt x="4240" y="6258"/>
                    <a:pt x="4300" y="6342"/>
                    <a:pt x="4306" y="6351"/>
                  </a:cubicBezTo>
                  <a:cubicBezTo>
                    <a:pt x="4313" y="6360"/>
                    <a:pt x="4349" y="6404"/>
                    <a:pt x="4345" y="6412"/>
                  </a:cubicBezTo>
                  <a:cubicBezTo>
                    <a:pt x="4341" y="6423"/>
                    <a:pt x="4362" y="6443"/>
                    <a:pt x="4374" y="6465"/>
                  </a:cubicBezTo>
                  <a:cubicBezTo>
                    <a:pt x="4386" y="6488"/>
                    <a:pt x="4441" y="6577"/>
                    <a:pt x="4442" y="6605"/>
                  </a:cubicBezTo>
                  <a:cubicBezTo>
                    <a:pt x="4445" y="6632"/>
                    <a:pt x="4451" y="6648"/>
                    <a:pt x="4461" y="6670"/>
                  </a:cubicBezTo>
                  <a:cubicBezTo>
                    <a:pt x="4470" y="6693"/>
                    <a:pt x="4463" y="6693"/>
                    <a:pt x="4450" y="6714"/>
                  </a:cubicBezTo>
                  <a:cubicBezTo>
                    <a:pt x="4435" y="6734"/>
                    <a:pt x="4426" y="6746"/>
                    <a:pt x="4426" y="6759"/>
                  </a:cubicBezTo>
                  <a:cubicBezTo>
                    <a:pt x="4426" y="6774"/>
                    <a:pt x="4475" y="6860"/>
                    <a:pt x="4475" y="6887"/>
                  </a:cubicBezTo>
                  <a:cubicBezTo>
                    <a:pt x="4475" y="6913"/>
                    <a:pt x="4539" y="6932"/>
                    <a:pt x="4550" y="6960"/>
                  </a:cubicBezTo>
                  <a:cubicBezTo>
                    <a:pt x="4560" y="6988"/>
                    <a:pt x="4593" y="7030"/>
                    <a:pt x="4609" y="7046"/>
                  </a:cubicBezTo>
                  <a:cubicBezTo>
                    <a:pt x="4625" y="7062"/>
                    <a:pt x="4652" y="7103"/>
                    <a:pt x="4671" y="7125"/>
                  </a:cubicBezTo>
                  <a:cubicBezTo>
                    <a:pt x="4689" y="7145"/>
                    <a:pt x="4687" y="7177"/>
                    <a:pt x="4676" y="7222"/>
                  </a:cubicBezTo>
                  <a:cubicBezTo>
                    <a:pt x="4664" y="7267"/>
                    <a:pt x="4712" y="7311"/>
                    <a:pt x="4708" y="7349"/>
                  </a:cubicBezTo>
                  <a:cubicBezTo>
                    <a:pt x="4703" y="7388"/>
                    <a:pt x="4732" y="7401"/>
                    <a:pt x="4754" y="7401"/>
                  </a:cubicBezTo>
                  <a:cubicBezTo>
                    <a:pt x="4778" y="7401"/>
                    <a:pt x="5037" y="7263"/>
                    <a:pt x="5089" y="7228"/>
                  </a:cubicBezTo>
                  <a:cubicBezTo>
                    <a:pt x="5140" y="7195"/>
                    <a:pt x="5180" y="7149"/>
                    <a:pt x="5164" y="7077"/>
                  </a:cubicBezTo>
                  <a:cubicBezTo>
                    <a:pt x="5148" y="7004"/>
                    <a:pt x="5066" y="6947"/>
                    <a:pt x="5054" y="6912"/>
                  </a:cubicBezTo>
                  <a:cubicBezTo>
                    <a:pt x="5043" y="6878"/>
                    <a:pt x="4948" y="6758"/>
                    <a:pt x="4929" y="6755"/>
                  </a:cubicBezTo>
                  <a:cubicBezTo>
                    <a:pt x="4912" y="6753"/>
                    <a:pt x="4885" y="6680"/>
                    <a:pt x="4856" y="6631"/>
                  </a:cubicBezTo>
                  <a:cubicBezTo>
                    <a:pt x="4827" y="6584"/>
                    <a:pt x="4812" y="6584"/>
                    <a:pt x="4799" y="6584"/>
                  </a:cubicBezTo>
                  <a:cubicBezTo>
                    <a:pt x="4786" y="6584"/>
                    <a:pt x="4779" y="6552"/>
                    <a:pt x="4780" y="6542"/>
                  </a:cubicBezTo>
                  <a:cubicBezTo>
                    <a:pt x="4783" y="6533"/>
                    <a:pt x="4756" y="6506"/>
                    <a:pt x="4743" y="6506"/>
                  </a:cubicBezTo>
                  <a:cubicBezTo>
                    <a:pt x="4729" y="6506"/>
                    <a:pt x="4718" y="6436"/>
                    <a:pt x="4706" y="6411"/>
                  </a:cubicBezTo>
                  <a:cubicBezTo>
                    <a:pt x="4694" y="6386"/>
                    <a:pt x="4641" y="6246"/>
                    <a:pt x="4635" y="6230"/>
                  </a:cubicBezTo>
                  <a:cubicBezTo>
                    <a:pt x="4633" y="6224"/>
                    <a:pt x="4630" y="6222"/>
                    <a:pt x="4627" y="6222"/>
                  </a:cubicBezTo>
                  <a:cubicBezTo>
                    <a:pt x="4622" y="6222"/>
                    <a:pt x="4617" y="6227"/>
                    <a:pt x="4617" y="6227"/>
                  </a:cubicBezTo>
                  <a:cubicBezTo>
                    <a:pt x="4617" y="6227"/>
                    <a:pt x="4585" y="6156"/>
                    <a:pt x="4568" y="6093"/>
                  </a:cubicBezTo>
                  <a:cubicBezTo>
                    <a:pt x="4549" y="6032"/>
                    <a:pt x="4476" y="5790"/>
                    <a:pt x="4399" y="5624"/>
                  </a:cubicBezTo>
                  <a:cubicBezTo>
                    <a:pt x="4320" y="5458"/>
                    <a:pt x="4182" y="5334"/>
                    <a:pt x="4116" y="5285"/>
                  </a:cubicBezTo>
                  <a:cubicBezTo>
                    <a:pt x="4049" y="5234"/>
                    <a:pt x="4029" y="5189"/>
                    <a:pt x="3979" y="5103"/>
                  </a:cubicBezTo>
                  <a:cubicBezTo>
                    <a:pt x="3930" y="5015"/>
                    <a:pt x="3963" y="4988"/>
                    <a:pt x="3963" y="4988"/>
                  </a:cubicBezTo>
                  <a:cubicBezTo>
                    <a:pt x="3963" y="4988"/>
                    <a:pt x="4007" y="4988"/>
                    <a:pt x="4016" y="4979"/>
                  </a:cubicBezTo>
                  <a:cubicBezTo>
                    <a:pt x="4024" y="4970"/>
                    <a:pt x="4016" y="4954"/>
                    <a:pt x="4033" y="4910"/>
                  </a:cubicBezTo>
                  <a:cubicBezTo>
                    <a:pt x="4052" y="4867"/>
                    <a:pt x="4109" y="4865"/>
                    <a:pt x="4113" y="4842"/>
                  </a:cubicBezTo>
                  <a:cubicBezTo>
                    <a:pt x="4118" y="4820"/>
                    <a:pt x="4081" y="4514"/>
                    <a:pt x="4068" y="4437"/>
                  </a:cubicBezTo>
                  <a:cubicBezTo>
                    <a:pt x="4055" y="4360"/>
                    <a:pt x="4027" y="4175"/>
                    <a:pt x="4020" y="4152"/>
                  </a:cubicBezTo>
                  <a:cubicBezTo>
                    <a:pt x="4013" y="4130"/>
                    <a:pt x="4003" y="4054"/>
                    <a:pt x="4008" y="4015"/>
                  </a:cubicBezTo>
                  <a:cubicBezTo>
                    <a:pt x="4016" y="3977"/>
                    <a:pt x="3984" y="3827"/>
                    <a:pt x="3984" y="3827"/>
                  </a:cubicBezTo>
                  <a:cubicBezTo>
                    <a:pt x="3984" y="3827"/>
                    <a:pt x="3956" y="3748"/>
                    <a:pt x="3970" y="3715"/>
                  </a:cubicBezTo>
                  <a:cubicBezTo>
                    <a:pt x="3984" y="3680"/>
                    <a:pt x="3984" y="3534"/>
                    <a:pt x="3984" y="3502"/>
                  </a:cubicBezTo>
                  <a:cubicBezTo>
                    <a:pt x="3984" y="3471"/>
                    <a:pt x="4004" y="3412"/>
                    <a:pt x="4024" y="3345"/>
                  </a:cubicBezTo>
                  <a:cubicBezTo>
                    <a:pt x="4045" y="3279"/>
                    <a:pt x="4107" y="3162"/>
                    <a:pt x="4107" y="3162"/>
                  </a:cubicBezTo>
                  <a:lnTo>
                    <a:pt x="4125" y="3162"/>
                  </a:lnTo>
                  <a:cubicBezTo>
                    <a:pt x="4125" y="3162"/>
                    <a:pt x="4137" y="3113"/>
                    <a:pt x="4154" y="3093"/>
                  </a:cubicBezTo>
                  <a:cubicBezTo>
                    <a:pt x="4173" y="3072"/>
                    <a:pt x="4189" y="2903"/>
                    <a:pt x="4205" y="2867"/>
                  </a:cubicBezTo>
                  <a:cubicBezTo>
                    <a:pt x="4221" y="2830"/>
                    <a:pt x="4193" y="2743"/>
                    <a:pt x="4193" y="2743"/>
                  </a:cubicBezTo>
                  <a:cubicBezTo>
                    <a:pt x="4193" y="2743"/>
                    <a:pt x="4185" y="2689"/>
                    <a:pt x="4177" y="2637"/>
                  </a:cubicBezTo>
                  <a:cubicBezTo>
                    <a:pt x="4170" y="2584"/>
                    <a:pt x="4129" y="2443"/>
                    <a:pt x="4116" y="2411"/>
                  </a:cubicBezTo>
                  <a:cubicBezTo>
                    <a:pt x="4102" y="2379"/>
                    <a:pt x="4040" y="2201"/>
                    <a:pt x="4023" y="2133"/>
                  </a:cubicBezTo>
                  <a:cubicBezTo>
                    <a:pt x="4004" y="2064"/>
                    <a:pt x="3931" y="1910"/>
                    <a:pt x="3918" y="1881"/>
                  </a:cubicBezTo>
                  <a:cubicBezTo>
                    <a:pt x="3903" y="1850"/>
                    <a:pt x="3799" y="1567"/>
                    <a:pt x="3730" y="1441"/>
                  </a:cubicBezTo>
                  <a:cubicBezTo>
                    <a:pt x="3663" y="1312"/>
                    <a:pt x="3469" y="1180"/>
                    <a:pt x="3475" y="1180"/>
                  </a:cubicBezTo>
                  <a:cubicBezTo>
                    <a:pt x="3483" y="1180"/>
                    <a:pt x="3475" y="1164"/>
                    <a:pt x="3466" y="1146"/>
                  </a:cubicBezTo>
                  <a:cubicBezTo>
                    <a:pt x="3458" y="1127"/>
                    <a:pt x="3348" y="1094"/>
                    <a:pt x="3308" y="1069"/>
                  </a:cubicBezTo>
                  <a:cubicBezTo>
                    <a:pt x="3265" y="1044"/>
                    <a:pt x="3075" y="1008"/>
                    <a:pt x="3075" y="1008"/>
                  </a:cubicBezTo>
                  <a:lnTo>
                    <a:pt x="3070" y="1008"/>
                  </a:lnTo>
                  <a:cubicBezTo>
                    <a:pt x="3083" y="1001"/>
                    <a:pt x="3066" y="937"/>
                    <a:pt x="3050" y="921"/>
                  </a:cubicBezTo>
                  <a:cubicBezTo>
                    <a:pt x="3034" y="905"/>
                    <a:pt x="3050" y="859"/>
                    <a:pt x="3062" y="848"/>
                  </a:cubicBezTo>
                  <a:cubicBezTo>
                    <a:pt x="3073" y="836"/>
                    <a:pt x="3086" y="819"/>
                    <a:pt x="3086" y="794"/>
                  </a:cubicBezTo>
                  <a:cubicBezTo>
                    <a:pt x="3086" y="768"/>
                    <a:pt x="3095" y="714"/>
                    <a:pt x="3095" y="714"/>
                  </a:cubicBezTo>
                  <a:cubicBezTo>
                    <a:pt x="3095" y="714"/>
                    <a:pt x="3118" y="709"/>
                    <a:pt x="3139" y="679"/>
                  </a:cubicBezTo>
                  <a:cubicBezTo>
                    <a:pt x="3159" y="650"/>
                    <a:pt x="3099" y="581"/>
                    <a:pt x="3083" y="552"/>
                  </a:cubicBezTo>
                  <a:cubicBezTo>
                    <a:pt x="3067" y="521"/>
                    <a:pt x="3073" y="500"/>
                    <a:pt x="3089" y="484"/>
                  </a:cubicBezTo>
                  <a:cubicBezTo>
                    <a:pt x="3104" y="468"/>
                    <a:pt x="3098" y="396"/>
                    <a:pt x="3079" y="360"/>
                  </a:cubicBezTo>
                  <a:cubicBezTo>
                    <a:pt x="3062" y="323"/>
                    <a:pt x="3037" y="271"/>
                    <a:pt x="3063" y="271"/>
                  </a:cubicBezTo>
                  <a:cubicBezTo>
                    <a:pt x="3091" y="271"/>
                    <a:pt x="3098" y="224"/>
                    <a:pt x="3114" y="192"/>
                  </a:cubicBezTo>
                  <a:cubicBezTo>
                    <a:pt x="3130" y="160"/>
                    <a:pt x="2997" y="36"/>
                    <a:pt x="2906" y="9"/>
                  </a:cubicBezTo>
                  <a:cubicBezTo>
                    <a:pt x="2888" y="3"/>
                    <a:pt x="2866" y="1"/>
                    <a:pt x="284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9"/>
            <p:cNvSpPr/>
            <p:nvPr/>
          </p:nvSpPr>
          <p:spPr>
            <a:xfrm>
              <a:off x="4871518" y="2241622"/>
              <a:ext cx="173936" cy="181584"/>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1" name="Google Shape;211;p19"/>
          <p:cNvGrpSpPr/>
          <p:nvPr/>
        </p:nvGrpSpPr>
        <p:grpSpPr>
          <a:xfrm>
            <a:off x="2093232" y="1217552"/>
            <a:ext cx="610305" cy="1618077"/>
            <a:chOff x="2093232" y="1217552"/>
            <a:chExt cx="610305" cy="1618077"/>
          </a:xfrm>
        </p:grpSpPr>
        <p:sp>
          <p:nvSpPr>
            <p:cNvPr id="212" name="Google Shape;212;p19"/>
            <p:cNvSpPr/>
            <p:nvPr/>
          </p:nvSpPr>
          <p:spPr>
            <a:xfrm>
              <a:off x="2126223" y="1237671"/>
              <a:ext cx="577313" cy="1597958"/>
            </a:xfrm>
            <a:custGeom>
              <a:rect b="b" l="l" r="r" t="t"/>
              <a:pathLst>
                <a:path extrusionOk="0" h="9369" w="3385">
                  <a:moveTo>
                    <a:pt x="656" y="848"/>
                  </a:moveTo>
                  <a:cubicBezTo>
                    <a:pt x="743" y="895"/>
                    <a:pt x="829" y="901"/>
                    <a:pt x="866" y="901"/>
                  </a:cubicBezTo>
                  <a:cubicBezTo>
                    <a:pt x="880" y="901"/>
                    <a:pt x="887" y="900"/>
                    <a:pt x="886" y="900"/>
                  </a:cubicBezTo>
                  <a:cubicBezTo>
                    <a:pt x="850" y="899"/>
                    <a:pt x="817" y="893"/>
                    <a:pt x="787" y="886"/>
                  </a:cubicBezTo>
                  <a:lnTo>
                    <a:pt x="787" y="886"/>
                  </a:lnTo>
                  <a:cubicBezTo>
                    <a:pt x="812" y="890"/>
                    <a:pt x="836" y="895"/>
                    <a:pt x="863" y="895"/>
                  </a:cubicBezTo>
                  <a:cubicBezTo>
                    <a:pt x="902" y="895"/>
                    <a:pt x="938" y="887"/>
                    <a:pt x="975" y="879"/>
                  </a:cubicBezTo>
                  <a:cubicBezTo>
                    <a:pt x="976" y="940"/>
                    <a:pt x="988" y="1024"/>
                    <a:pt x="1030" y="1066"/>
                  </a:cubicBezTo>
                  <a:cubicBezTo>
                    <a:pt x="1102" y="1139"/>
                    <a:pt x="1102" y="1419"/>
                    <a:pt x="1102" y="1471"/>
                  </a:cubicBezTo>
                  <a:cubicBezTo>
                    <a:pt x="1102" y="1524"/>
                    <a:pt x="1110" y="1817"/>
                    <a:pt x="1110" y="1817"/>
                  </a:cubicBezTo>
                  <a:cubicBezTo>
                    <a:pt x="1110" y="1817"/>
                    <a:pt x="950" y="1828"/>
                    <a:pt x="899" y="1879"/>
                  </a:cubicBezTo>
                  <a:cubicBezTo>
                    <a:pt x="848" y="1930"/>
                    <a:pt x="796" y="1974"/>
                    <a:pt x="796" y="2012"/>
                  </a:cubicBezTo>
                  <a:cubicBezTo>
                    <a:pt x="796" y="2051"/>
                    <a:pt x="785" y="2089"/>
                    <a:pt x="785" y="2089"/>
                  </a:cubicBezTo>
                  <a:cubicBezTo>
                    <a:pt x="785" y="2089"/>
                    <a:pt x="753" y="2069"/>
                    <a:pt x="727" y="1981"/>
                  </a:cubicBezTo>
                  <a:cubicBezTo>
                    <a:pt x="701" y="1892"/>
                    <a:pt x="628" y="1725"/>
                    <a:pt x="643" y="1607"/>
                  </a:cubicBezTo>
                  <a:cubicBezTo>
                    <a:pt x="657" y="1490"/>
                    <a:pt x="657" y="1157"/>
                    <a:pt x="657" y="1093"/>
                  </a:cubicBezTo>
                  <a:cubicBezTo>
                    <a:pt x="657" y="1039"/>
                    <a:pt x="634" y="916"/>
                    <a:pt x="656" y="848"/>
                  </a:cubicBezTo>
                  <a:close/>
                  <a:moveTo>
                    <a:pt x="863" y="0"/>
                  </a:moveTo>
                  <a:cubicBezTo>
                    <a:pt x="749" y="0"/>
                    <a:pt x="646" y="45"/>
                    <a:pt x="567" y="118"/>
                  </a:cubicBezTo>
                  <a:cubicBezTo>
                    <a:pt x="561" y="108"/>
                    <a:pt x="552" y="99"/>
                    <a:pt x="539" y="99"/>
                  </a:cubicBezTo>
                  <a:cubicBezTo>
                    <a:pt x="513" y="99"/>
                    <a:pt x="464" y="137"/>
                    <a:pt x="497" y="171"/>
                  </a:cubicBezTo>
                  <a:cubicBezTo>
                    <a:pt x="497" y="171"/>
                    <a:pt x="501" y="178"/>
                    <a:pt x="506" y="187"/>
                  </a:cubicBezTo>
                  <a:cubicBezTo>
                    <a:pt x="472" y="235"/>
                    <a:pt x="447" y="289"/>
                    <a:pt x="433" y="348"/>
                  </a:cubicBezTo>
                  <a:cubicBezTo>
                    <a:pt x="429" y="348"/>
                    <a:pt x="425" y="347"/>
                    <a:pt x="420" y="347"/>
                  </a:cubicBezTo>
                  <a:cubicBezTo>
                    <a:pt x="404" y="347"/>
                    <a:pt x="386" y="353"/>
                    <a:pt x="386" y="373"/>
                  </a:cubicBezTo>
                  <a:cubicBezTo>
                    <a:pt x="386" y="411"/>
                    <a:pt x="385" y="444"/>
                    <a:pt x="418" y="444"/>
                  </a:cubicBezTo>
                  <a:lnTo>
                    <a:pt x="423" y="444"/>
                  </a:lnTo>
                  <a:cubicBezTo>
                    <a:pt x="423" y="446"/>
                    <a:pt x="421" y="446"/>
                    <a:pt x="421" y="447"/>
                  </a:cubicBezTo>
                  <a:cubicBezTo>
                    <a:pt x="421" y="504"/>
                    <a:pt x="433" y="559"/>
                    <a:pt x="453" y="610"/>
                  </a:cubicBezTo>
                  <a:cubicBezTo>
                    <a:pt x="452" y="664"/>
                    <a:pt x="447" y="723"/>
                    <a:pt x="436" y="759"/>
                  </a:cubicBezTo>
                  <a:cubicBezTo>
                    <a:pt x="411" y="845"/>
                    <a:pt x="300" y="1190"/>
                    <a:pt x="300" y="1374"/>
                  </a:cubicBezTo>
                  <a:cubicBezTo>
                    <a:pt x="300" y="1557"/>
                    <a:pt x="305" y="1710"/>
                    <a:pt x="293" y="1779"/>
                  </a:cubicBezTo>
                  <a:cubicBezTo>
                    <a:pt x="281" y="1849"/>
                    <a:pt x="270" y="2034"/>
                    <a:pt x="318" y="2124"/>
                  </a:cubicBezTo>
                  <a:cubicBezTo>
                    <a:pt x="367" y="2216"/>
                    <a:pt x="452" y="2434"/>
                    <a:pt x="452" y="2498"/>
                  </a:cubicBezTo>
                  <a:cubicBezTo>
                    <a:pt x="452" y="2562"/>
                    <a:pt x="466" y="2820"/>
                    <a:pt x="440" y="2895"/>
                  </a:cubicBezTo>
                  <a:cubicBezTo>
                    <a:pt x="440" y="2895"/>
                    <a:pt x="245" y="3144"/>
                    <a:pt x="197" y="3426"/>
                  </a:cubicBezTo>
                  <a:cubicBezTo>
                    <a:pt x="147" y="3709"/>
                    <a:pt x="13" y="4152"/>
                    <a:pt x="41" y="4259"/>
                  </a:cubicBezTo>
                  <a:cubicBezTo>
                    <a:pt x="43" y="4262"/>
                    <a:pt x="43" y="4265"/>
                    <a:pt x="43" y="4268"/>
                  </a:cubicBezTo>
                  <a:cubicBezTo>
                    <a:pt x="22" y="4331"/>
                    <a:pt x="0" y="4391"/>
                    <a:pt x="40" y="4468"/>
                  </a:cubicBezTo>
                  <a:cubicBezTo>
                    <a:pt x="41" y="4481"/>
                    <a:pt x="43" y="4495"/>
                    <a:pt x="48" y="4513"/>
                  </a:cubicBezTo>
                  <a:cubicBezTo>
                    <a:pt x="80" y="4616"/>
                    <a:pt x="143" y="4941"/>
                    <a:pt x="217" y="5017"/>
                  </a:cubicBezTo>
                  <a:cubicBezTo>
                    <a:pt x="292" y="5091"/>
                    <a:pt x="404" y="5037"/>
                    <a:pt x="404" y="5167"/>
                  </a:cubicBezTo>
                  <a:cubicBezTo>
                    <a:pt x="404" y="5295"/>
                    <a:pt x="436" y="5723"/>
                    <a:pt x="510" y="5859"/>
                  </a:cubicBezTo>
                  <a:cubicBezTo>
                    <a:pt x="584" y="5996"/>
                    <a:pt x="593" y="6064"/>
                    <a:pt x="555" y="6102"/>
                  </a:cubicBezTo>
                  <a:cubicBezTo>
                    <a:pt x="519" y="6140"/>
                    <a:pt x="558" y="6179"/>
                    <a:pt x="558" y="6179"/>
                  </a:cubicBezTo>
                  <a:cubicBezTo>
                    <a:pt x="558" y="6179"/>
                    <a:pt x="389" y="6535"/>
                    <a:pt x="433" y="6721"/>
                  </a:cubicBezTo>
                  <a:cubicBezTo>
                    <a:pt x="475" y="6906"/>
                    <a:pt x="573" y="7049"/>
                    <a:pt x="598" y="7152"/>
                  </a:cubicBezTo>
                  <a:cubicBezTo>
                    <a:pt x="622" y="7256"/>
                    <a:pt x="820" y="8143"/>
                    <a:pt x="820" y="8143"/>
                  </a:cubicBezTo>
                  <a:lnTo>
                    <a:pt x="791" y="8153"/>
                  </a:lnTo>
                  <a:cubicBezTo>
                    <a:pt x="791" y="8153"/>
                    <a:pt x="788" y="8439"/>
                    <a:pt x="823" y="8532"/>
                  </a:cubicBezTo>
                  <a:cubicBezTo>
                    <a:pt x="836" y="8567"/>
                    <a:pt x="840" y="8578"/>
                    <a:pt x="839" y="8578"/>
                  </a:cubicBezTo>
                  <a:cubicBezTo>
                    <a:pt x="837" y="8578"/>
                    <a:pt x="823" y="8547"/>
                    <a:pt x="823" y="8547"/>
                  </a:cubicBezTo>
                  <a:cubicBezTo>
                    <a:pt x="823" y="8547"/>
                    <a:pt x="791" y="8603"/>
                    <a:pt x="791" y="8635"/>
                  </a:cubicBezTo>
                  <a:cubicBezTo>
                    <a:pt x="791" y="8667"/>
                    <a:pt x="704" y="8979"/>
                    <a:pt x="662" y="8979"/>
                  </a:cubicBezTo>
                  <a:cubicBezTo>
                    <a:pt x="619" y="8979"/>
                    <a:pt x="305" y="9189"/>
                    <a:pt x="305" y="9240"/>
                  </a:cubicBezTo>
                  <a:cubicBezTo>
                    <a:pt x="305" y="9289"/>
                    <a:pt x="274" y="9368"/>
                    <a:pt x="436" y="9368"/>
                  </a:cubicBezTo>
                  <a:cubicBezTo>
                    <a:pt x="598" y="9368"/>
                    <a:pt x="781" y="9329"/>
                    <a:pt x="901" y="9268"/>
                  </a:cubicBezTo>
                  <a:cubicBezTo>
                    <a:pt x="1021" y="9208"/>
                    <a:pt x="1120" y="9122"/>
                    <a:pt x="1222" y="9122"/>
                  </a:cubicBezTo>
                  <a:cubicBezTo>
                    <a:pt x="1324" y="9122"/>
                    <a:pt x="1448" y="9068"/>
                    <a:pt x="1409" y="8965"/>
                  </a:cubicBezTo>
                  <a:cubicBezTo>
                    <a:pt x="1370" y="8861"/>
                    <a:pt x="1275" y="8694"/>
                    <a:pt x="1236" y="8654"/>
                  </a:cubicBezTo>
                  <a:cubicBezTo>
                    <a:pt x="1198" y="8615"/>
                    <a:pt x="1158" y="8544"/>
                    <a:pt x="1158" y="8525"/>
                  </a:cubicBezTo>
                  <a:cubicBezTo>
                    <a:pt x="1158" y="8507"/>
                    <a:pt x="1138" y="8507"/>
                    <a:pt x="1138" y="8507"/>
                  </a:cubicBezTo>
                  <a:cubicBezTo>
                    <a:pt x="1138" y="8507"/>
                    <a:pt x="1161" y="8239"/>
                    <a:pt x="1138" y="8165"/>
                  </a:cubicBezTo>
                  <a:lnTo>
                    <a:pt x="1109" y="8139"/>
                  </a:lnTo>
                  <a:cubicBezTo>
                    <a:pt x="1109" y="8139"/>
                    <a:pt x="1155" y="7453"/>
                    <a:pt x="1106" y="7310"/>
                  </a:cubicBezTo>
                  <a:cubicBezTo>
                    <a:pt x="1056" y="7167"/>
                    <a:pt x="915" y="6871"/>
                    <a:pt x="947" y="6803"/>
                  </a:cubicBezTo>
                  <a:cubicBezTo>
                    <a:pt x="979" y="6734"/>
                    <a:pt x="979" y="6688"/>
                    <a:pt x="979" y="6688"/>
                  </a:cubicBezTo>
                  <a:cubicBezTo>
                    <a:pt x="979" y="6688"/>
                    <a:pt x="1134" y="6982"/>
                    <a:pt x="1176" y="7078"/>
                  </a:cubicBezTo>
                  <a:cubicBezTo>
                    <a:pt x="1218" y="7174"/>
                    <a:pt x="1276" y="7289"/>
                    <a:pt x="1365" y="7332"/>
                  </a:cubicBezTo>
                  <a:cubicBezTo>
                    <a:pt x="1453" y="7374"/>
                    <a:pt x="2314" y="7911"/>
                    <a:pt x="2399" y="7954"/>
                  </a:cubicBezTo>
                  <a:lnTo>
                    <a:pt x="2399" y="7989"/>
                  </a:lnTo>
                  <a:cubicBezTo>
                    <a:pt x="2399" y="7989"/>
                    <a:pt x="2649" y="8171"/>
                    <a:pt x="2698" y="8171"/>
                  </a:cubicBezTo>
                  <a:cubicBezTo>
                    <a:pt x="2698" y="8171"/>
                    <a:pt x="2698" y="8217"/>
                    <a:pt x="2726" y="8246"/>
                  </a:cubicBezTo>
                  <a:cubicBezTo>
                    <a:pt x="2755" y="8274"/>
                    <a:pt x="2905" y="8517"/>
                    <a:pt x="2944" y="8660"/>
                  </a:cubicBezTo>
                  <a:cubicBezTo>
                    <a:pt x="2982" y="8804"/>
                    <a:pt x="3051" y="9004"/>
                    <a:pt x="3051" y="9046"/>
                  </a:cubicBezTo>
                  <a:cubicBezTo>
                    <a:pt x="3051" y="9079"/>
                    <a:pt x="3086" y="9110"/>
                    <a:pt x="3115" y="9110"/>
                  </a:cubicBezTo>
                  <a:cubicBezTo>
                    <a:pt x="3124" y="9110"/>
                    <a:pt x="3133" y="9107"/>
                    <a:pt x="3139" y="9100"/>
                  </a:cubicBezTo>
                  <a:cubicBezTo>
                    <a:pt x="3167" y="9071"/>
                    <a:pt x="3298" y="8611"/>
                    <a:pt x="3298" y="8517"/>
                  </a:cubicBezTo>
                  <a:cubicBezTo>
                    <a:pt x="3298" y="8426"/>
                    <a:pt x="3273" y="8322"/>
                    <a:pt x="3316" y="8236"/>
                  </a:cubicBezTo>
                  <a:cubicBezTo>
                    <a:pt x="3359" y="8150"/>
                    <a:pt x="3384" y="7971"/>
                    <a:pt x="3335" y="7885"/>
                  </a:cubicBezTo>
                  <a:cubicBezTo>
                    <a:pt x="3302" y="7828"/>
                    <a:pt x="3261" y="7810"/>
                    <a:pt x="3214" y="7810"/>
                  </a:cubicBezTo>
                  <a:cubicBezTo>
                    <a:pt x="3191" y="7810"/>
                    <a:pt x="3166" y="7815"/>
                    <a:pt x="3139" y="7821"/>
                  </a:cubicBezTo>
                  <a:cubicBezTo>
                    <a:pt x="3062" y="7839"/>
                    <a:pt x="2918" y="7860"/>
                    <a:pt x="2918" y="7860"/>
                  </a:cubicBezTo>
                  <a:lnTo>
                    <a:pt x="2903" y="7875"/>
                  </a:lnTo>
                  <a:lnTo>
                    <a:pt x="2654" y="7710"/>
                  </a:lnTo>
                  <a:lnTo>
                    <a:pt x="2631" y="7734"/>
                  </a:lnTo>
                  <a:cubicBezTo>
                    <a:pt x="2631" y="7734"/>
                    <a:pt x="2322" y="7381"/>
                    <a:pt x="2220" y="7278"/>
                  </a:cubicBezTo>
                  <a:cubicBezTo>
                    <a:pt x="2118" y="7174"/>
                    <a:pt x="1814" y="7084"/>
                    <a:pt x="1761" y="7032"/>
                  </a:cubicBezTo>
                  <a:cubicBezTo>
                    <a:pt x="1709" y="6978"/>
                    <a:pt x="1533" y="6624"/>
                    <a:pt x="1533" y="6574"/>
                  </a:cubicBezTo>
                  <a:cubicBezTo>
                    <a:pt x="1533" y="6523"/>
                    <a:pt x="1541" y="6498"/>
                    <a:pt x="1541" y="6498"/>
                  </a:cubicBezTo>
                  <a:lnTo>
                    <a:pt x="1541" y="6388"/>
                  </a:lnTo>
                  <a:cubicBezTo>
                    <a:pt x="1541" y="6338"/>
                    <a:pt x="1544" y="6016"/>
                    <a:pt x="1498" y="5903"/>
                  </a:cubicBezTo>
                  <a:cubicBezTo>
                    <a:pt x="1453" y="5788"/>
                    <a:pt x="1700" y="5584"/>
                    <a:pt x="1700" y="5544"/>
                  </a:cubicBezTo>
                  <a:cubicBezTo>
                    <a:pt x="1700" y="5505"/>
                    <a:pt x="1744" y="4959"/>
                    <a:pt x="1705" y="4833"/>
                  </a:cubicBezTo>
                  <a:cubicBezTo>
                    <a:pt x="1677" y="4745"/>
                    <a:pt x="1677" y="4732"/>
                    <a:pt x="1680" y="4732"/>
                  </a:cubicBezTo>
                  <a:lnTo>
                    <a:pt x="1680" y="4732"/>
                  </a:lnTo>
                  <a:cubicBezTo>
                    <a:pt x="1681" y="4732"/>
                    <a:pt x="1683" y="4734"/>
                    <a:pt x="1683" y="4734"/>
                  </a:cubicBezTo>
                  <a:lnTo>
                    <a:pt x="1705" y="4713"/>
                  </a:lnTo>
                  <a:cubicBezTo>
                    <a:pt x="1705" y="4713"/>
                    <a:pt x="1630" y="4327"/>
                    <a:pt x="1603" y="4297"/>
                  </a:cubicBezTo>
                  <a:cubicBezTo>
                    <a:pt x="1575" y="4270"/>
                    <a:pt x="1568" y="4187"/>
                    <a:pt x="1585" y="4133"/>
                  </a:cubicBezTo>
                  <a:cubicBezTo>
                    <a:pt x="1591" y="4114"/>
                    <a:pt x="1607" y="4038"/>
                    <a:pt x="1623" y="3948"/>
                  </a:cubicBezTo>
                  <a:cubicBezTo>
                    <a:pt x="1632" y="3922"/>
                    <a:pt x="1638" y="3895"/>
                    <a:pt x="1639" y="3866"/>
                  </a:cubicBezTo>
                  <a:cubicBezTo>
                    <a:pt x="1664" y="3728"/>
                    <a:pt x="1689" y="3591"/>
                    <a:pt x="1689" y="3591"/>
                  </a:cubicBezTo>
                  <a:cubicBezTo>
                    <a:pt x="1689" y="3591"/>
                    <a:pt x="1868" y="3441"/>
                    <a:pt x="1868" y="3286"/>
                  </a:cubicBezTo>
                  <a:cubicBezTo>
                    <a:pt x="1868" y="3133"/>
                    <a:pt x="1811" y="2991"/>
                    <a:pt x="1751" y="2930"/>
                  </a:cubicBezTo>
                  <a:cubicBezTo>
                    <a:pt x="1751" y="2930"/>
                    <a:pt x="1759" y="2629"/>
                    <a:pt x="1667" y="2536"/>
                  </a:cubicBezTo>
                  <a:cubicBezTo>
                    <a:pt x="1575" y="2443"/>
                    <a:pt x="1553" y="2283"/>
                    <a:pt x="1553" y="2229"/>
                  </a:cubicBezTo>
                  <a:cubicBezTo>
                    <a:pt x="1553" y="2175"/>
                    <a:pt x="1483" y="1783"/>
                    <a:pt x="1434" y="1611"/>
                  </a:cubicBezTo>
                  <a:cubicBezTo>
                    <a:pt x="1384" y="1439"/>
                    <a:pt x="1243" y="1018"/>
                    <a:pt x="1272" y="918"/>
                  </a:cubicBezTo>
                  <a:cubicBezTo>
                    <a:pt x="1300" y="817"/>
                    <a:pt x="1397" y="619"/>
                    <a:pt x="1371" y="504"/>
                  </a:cubicBezTo>
                  <a:cubicBezTo>
                    <a:pt x="1346" y="391"/>
                    <a:pt x="1313" y="264"/>
                    <a:pt x="1298" y="249"/>
                  </a:cubicBezTo>
                  <a:cubicBezTo>
                    <a:pt x="1290" y="241"/>
                    <a:pt x="1273" y="229"/>
                    <a:pt x="1259" y="229"/>
                  </a:cubicBezTo>
                  <a:cubicBezTo>
                    <a:pt x="1255" y="229"/>
                    <a:pt x="1251" y="230"/>
                    <a:pt x="1249" y="233"/>
                  </a:cubicBezTo>
                  <a:cubicBezTo>
                    <a:pt x="1173" y="95"/>
                    <a:pt x="1030" y="0"/>
                    <a:pt x="86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9"/>
            <p:cNvSpPr/>
            <p:nvPr/>
          </p:nvSpPr>
          <p:spPr>
            <a:xfrm>
              <a:off x="2093232" y="1217552"/>
              <a:ext cx="221374" cy="231106"/>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0"/>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grpSp>
        <p:nvGrpSpPr>
          <p:cNvPr id="219" name="Google Shape;219;p20"/>
          <p:cNvGrpSpPr/>
          <p:nvPr/>
        </p:nvGrpSpPr>
        <p:grpSpPr>
          <a:xfrm>
            <a:off x="3756793" y="1532634"/>
            <a:ext cx="1630146" cy="2636293"/>
            <a:chOff x="3862313" y="1703197"/>
            <a:chExt cx="1419370" cy="2295423"/>
          </a:xfrm>
        </p:grpSpPr>
        <p:sp>
          <p:nvSpPr>
            <p:cNvPr id="220" name="Google Shape;220;p20"/>
            <p:cNvSpPr/>
            <p:nvPr/>
          </p:nvSpPr>
          <p:spPr>
            <a:xfrm rot="-5400000">
              <a:off x="4531266" y="1703197"/>
              <a:ext cx="158748" cy="158748"/>
            </a:xfrm>
            <a:custGeom>
              <a:rect b="b" l="l" r="r" t="t"/>
              <a:pathLst>
                <a:path extrusionOk="0" h="2052" w="2052">
                  <a:moveTo>
                    <a:pt x="1026" y="0"/>
                  </a:moveTo>
                  <a:cubicBezTo>
                    <a:pt x="460" y="0"/>
                    <a:pt x="1" y="459"/>
                    <a:pt x="1" y="1026"/>
                  </a:cubicBezTo>
                  <a:cubicBezTo>
                    <a:pt x="1" y="1593"/>
                    <a:pt x="460" y="2052"/>
                    <a:pt x="1026" y="2052"/>
                  </a:cubicBezTo>
                  <a:cubicBezTo>
                    <a:pt x="1591" y="2052"/>
                    <a:pt x="2052" y="1593"/>
                    <a:pt x="2052" y="1026"/>
                  </a:cubicBezTo>
                  <a:cubicBezTo>
                    <a:pt x="2052" y="459"/>
                    <a:pt x="1591" y="0"/>
                    <a:pt x="10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0"/>
            <p:cNvSpPr/>
            <p:nvPr/>
          </p:nvSpPr>
          <p:spPr>
            <a:xfrm rot="-5400000">
              <a:off x="3862274" y="2180330"/>
              <a:ext cx="158748" cy="158670"/>
            </a:xfrm>
            <a:custGeom>
              <a:rect b="b" l="l" r="r" t="t"/>
              <a:pathLst>
                <a:path extrusionOk="0" h="2051" w="2052">
                  <a:moveTo>
                    <a:pt x="1023" y="1"/>
                  </a:moveTo>
                  <a:cubicBezTo>
                    <a:pt x="457" y="1"/>
                    <a:pt x="0" y="460"/>
                    <a:pt x="0" y="1025"/>
                  </a:cubicBezTo>
                  <a:cubicBezTo>
                    <a:pt x="0" y="1591"/>
                    <a:pt x="459" y="2050"/>
                    <a:pt x="1026" y="2050"/>
                  </a:cubicBezTo>
                  <a:cubicBezTo>
                    <a:pt x="1591" y="2050"/>
                    <a:pt x="2051" y="1591"/>
                    <a:pt x="2051" y="1025"/>
                  </a:cubicBezTo>
                  <a:cubicBezTo>
                    <a:pt x="2051" y="459"/>
                    <a:pt x="1591" y="1"/>
                    <a:pt x="1026" y="1"/>
                  </a:cubicBezTo>
                  <a:cubicBezTo>
                    <a:pt x="1025" y="1"/>
                    <a:pt x="1024" y="1"/>
                    <a:pt x="10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0"/>
            <p:cNvSpPr/>
            <p:nvPr/>
          </p:nvSpPr>
          <p:spPr>
            <a:xfrm rot="-5400000">
              <a:off x="3862274" y="2777414"/>
              <a:ext cx="158748" cy="158670"/>
            </a:xfrm>
            <a:custGeom>
              <a:rect b="b" l="l" r="r" t="t"/>
              <a:pathLst>
                <a:path extrusionOk="0" h="2051" w="2052">
                  <a:moveTo>
                    <a:pt x="1026" y="1"/>
                  </a:moveTo>
                  <a:cubicBezTo>
                    <a:pt x="461" y="1"/>
                    <a:pt x="0" y="459"/>
                    <a:pt x="0" y="1025"/>
                  </a:cubicBezTo>
                  <a:cubicBezTo>
                    <a:pt x="0" y="1591"/>
                    <a:pt x="461" y="2050"/>
                    <a:pt x="1026" y="2050"/>
                  </a:cubicBezTo>
                  <a:cubicBezTo>
                    <a:pt x="1593" y="2050"/>
                    <a:pt x="2051" y="1591"/>
                    <a:pt x="2051" y="1025"/>
                  </a:cubicBezTo>
                  <a:cubicBezTo>
                    <a:pt x="2051" y="459"/>
                    <a:pt x="1593" y="1"/>
                    <a:pt x="10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0"/>
            <p:cNvSpPr/>
            <p:nvPr/>
          </p:nvSpPr>
          <p:spPr>
            <a:xfrm rot="-5400000">
              <a:off x="4307379" y="3223215"/>
              <a:ext cx="158748" cy="158748"/>
            </a:xfrm>
            <a:custGeom>
              <a:rect b="b" l="l" r="r" t="t"/>
              <a:pathLst>
                <a:path extrusionOk="0" h="2052" w="2052">
                  <a:moveTo>
                    <a:pt x="1026" y="0"/>
                  </a:moveTo>
                  <a:cubicBezTo>
                    <a:pt x="460" y="0"/>
                    <a:pt x="1" y="459"/>
                    <a:pt x="1" y="1026"/>
                  </a:cubicBezTo>
                  <a:cubicBezTo>
                    <a:pt x="1" y="1592"/>
                    <a:pt x="460" y="2051"/>
                    <a:pt x="1026" y="2051"/>
                  </a:cubicBezTo>
                  <a:cubicBezTo>
                    <a:pt x="1593" y="2051"/>
                    <a:pt x="2052" y="1592"/>
                    <a:pt x="2052" y="1026"/>
                  </a:cubicBezTo>
                  <a:cubicBezTo>
                    <a:pt x="2052" y="459"/>
                    <a:pt x="1593" y="0"/>
                    <a:pt x="10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0"/>
            <p:cNvSpPr/>
            <p:nvPr/>
          </p:nvSpPr>
          <p:spPr>
            <a:xfrm rot="-5400000">
              <a:off x="4570760" y="3838673"/>
              <a:ext cx="161223" cy="158670"/>
            </a:xfrm>
            <a:custGeom>
              <a:rect b="b" l="l" r="r" t="t"/>
              <a:pathLst>
                <a:path extrusionOk="0" h="2051" w="2084">
                  <a:moveTo>
                    <a:pt x="1041" y="0"/>
                  </a:moveTo>
                  <a:cubicBezTo>
                    <a:pt x="488" y="0"/>
                    <a:pt x="34" y="440"/>
                    <a:pt x="17" y="996"/>
                  </a:cubicBezTo>
                  <a:cubicBezTo>
                    <a:pt x="1" y="1561"/>
                    <a:pt x="446" y="2034"/>
                    <a:pt x="1012" y="2050"/>
                  </a:cubicBezTo>
                  <a:cubicBezTo>
                    <a:pt x="1022" y="2051"/>
                    <a:pt x="1031" y="2051"/>
                    <a:pt x="1041" y="2051"/>
                  </a:cubicBezTo>
                  <a:cubicBezTo>
                    <a:pt x="1595" y="2051"/>
                    <a:pt x="2051" y="1612"/>
                    <a:pt x="2068" y="1055"/>
                  </a:cubicBezTo>
                  <a:cubicBezTo>
                    <a:pt x="2084" y="489"/>
                    <a:pt x="1638" y="17"/>
                    <a:pt x="1073" y="1"/>
                  </a:cubicBezTo>
                  <a:cubicBezTo>
                    <a:pt x="1062" y="0"/>
                    <a:pt x="1051" y="0"/>
                    <a:pt x="10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0"/>
            <p:cNvSpPr/>
            <p:nvPr/>
          </p:nvSpPr>
          <p:spPr>
            <a:xfrm rot="-5400000">
              <a:off x="4644486" y="2929586"/>
              <a:ext cx="242918" cy="447233"/>
            </a:xfrm>
            <a:custGeom>
              <a:rect b="b" l="l" r="r" t="t"/>
              <a:pathLst>
                <a:path extrusionOk="0" h="5781" w="3140">
                  <a:moveTo>
                    <a:pt x="203" y="0"/>
                  </a:moveTo>
                  <a:lnTo>
                    <a:pt x="1" y="105"/>
                  </a:lnTo>
                  <a:lnTo>
                    <a:pt x="2232" y="4436"/>
                  </a:lnTo>
                  <a:lnTo>
                    <a:pt x="1526" y="4799"/>
                  </a:lnTo>
                  <a:lnTo>
                    <a:pt x="3052" y="5780"/>
                  </a:lnTo>
                  <a:lnTo>
                    <a:pt x="3140" y="3967"/>
                  </a:lnTo>
                  <a:lnTo>
                    <a:pt x="2433" y="4331"/>
                  </a:lnTo>
                  <a:lnTo>
                    <a:pt x="203" y="0"/>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0"/>
            <p:cNvSpPr/>
            <p:nvPr/>
          </p:nvSpPr>
          <p:spPr>
            <a:xfrm rot="-5400000">
              <a:off x="4025161" y="2980220"/>
              <a:ext cx="278350" cy="247869"/>
            </a:xfrm>
            <a:custGeom>
              <a:rect b="b" l="l" r="r" t="t"/>
              <a:pathLst>
                <a:path extrusionOk="0" h="3204" w="3598">
                  <a:moveTo>
                    <a:pt x="3447" y="0"/>
                  </a:moveTo>
                  <a:lnTo>
                    <a:pt x="1102" y="2076"/>
                  </a:lnTo>
                  <a:lnTo>
                    <a:pt x="576" y="1482"/>
                  </a:lnTo>
                  <a:lnTo>
                    <a:pt x="0" y="3203"/>
                  </a:lnTo>
                  <a:lnTo>
                    <a:pt x="1779" y="2841"/>
                  </a:lnTo>
                  <a:lnTo>
                    <a:pt x="1253" y="2246"/>
                  </a:lnTo>
                  <a:lnTo>
                    <a:pt x="3597" y="171"/>
                  </a:lnTo>
                  <a:lnTo>
                    <a:pt x="3447" y="0"/>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0"/>
            <p:cNvSpPr/>
            <p:nvPr/>
          </p:nvSpPr>
          <p:spPr>
            <a:xfrm rot="-5400000">
              <a:off x="3983462" y="2410058"/>
              <a:ext cx="1273464" cy="308290"/>
            </a:xfrm>
            <a:custGeom>
              <a:rect b="b" l="l" r="r" t="t"/>
              <a:pathLst>
                <a:path extrusionOk="0" h="3985" w="16461">
                  <a:moveTo>
                    <a:pt x="0" y="0"/>
                  </a:moveTo>
                  <a:lnTo>
                    <a:pt x="599" y="1715"/>
                  </a:lnTo>
                  <a:lnTo>
                    <a:pt x="1119" y="1110"/>
                  </a:lnTo>
                  <a:cubicBezTo>
                    <a:pt x="2299" y="1994"/>
                    <a:pt x="4156" y="3096"/>
                    <a:pt x="6606" y="3645"/>
                  </a:cubicBezTo>
                  <a:cubicBezTo>
                    <a:pt x="7616" y="3871"/>
                    <a:pt x="8639" y="3984"/>
                    <a:pt x="9672" y="3984"/>
                  </a:cubicBezTo>
                  <a:cubicBezTo>
                    <a:pt x="11899" y="3984"/>
                    <a:pt x="14172" y="3459"/>
                    <a:pt x="16461" y="2411"/>
                  </a:cubicBezTo>
                  <a:lnTo>
                    <a:pt x="16366" y="2204"/>
                  </a:lnTo>
                  <a:cubicBezTo>
                    <a:pt x="13910" y="3328"/>
                    <a:pt x="11666" y="3749"/>
                    <a:pt x="9682" y="3749"/>
                  </a:cubicBezTo>
                  <a:cubicBezTo>
                    <a:pt x="5684" y="3749"/>
                    <a:pt x="2746" y="2039"/>
                    <a:pt x="1269" y="937"/>
                  </a:cubicBezTo>
                  <a:lnTo>
                    <a:pt x="1783" y="338"/>
                  </a:lnTo>
                  <a:lnTo>
                    <a:pt x="0" y="0"/>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0"/>
            <p:cNvSpPr/>
            <p:nvPr/>
          </p:nvSpPr>
          <p:spPr>
            <a:xfrm rot="-5400000">
              <a:off x="3992552" y="2465411"/>
              <a:ext cx="278428" cy="247869"/>
            </a:xfrm>
            <a:custGeom>
              <a:rect b="b" l="l" r="r" t="t"/>
              <a:pathLst>
                <a:path extrusionOk="0" h="3204" w="3599">
                  <a:moveTo>
                    <a:pt x="152" y="0"/>
                  </a:moveTo>
                  <a:lnTo>
                    <a:pt x="1" y="171"/>
                  </a:lnTo>
                  <a:lnTo>
                    <a:pt x="2346" y="2246"/>
                  </a:lnTo>
                  <a:lnTo>
                    <a:pt x="1820" y="2841"/>
                  </a:lnTo>
                  <a:lnTo>
                    <a:pt x="3599" y="3203"/>
                  </a:lnTo>
                  <a:lnTo>
                    <a:pt x="3023" y="1482"/>
                  </a:lnTo>
                  <a:lnTo>
                    <a:pt x="2497" y="2076"/>
                  </a:lnTo>
                  <a:lnTo>
                    <a:pt x="152" y="0"/>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0"/>
            <p:cNvSpPr/>
            <p:nvPr/>
          </p:nvSpPr>
          <p:spPr>
            <a:xfrm rot="-5400000">
              <a:off x="4772289" y="1769922"/>
              <a:ext cx="17793" cy="26535"/>
            </a:xfrm>
            <a:custGeom>
              <a:rect b="b" l="l" r="r" t="t"/>
              <a:pathLst>
                <a:path extrusionOk="0" h="343" w="230">
                  <a:moveTo>
                    <a:pt x="1" y="1"/>
                  </a:moveTo>
                  <a:lnTo>
                    <a:pt x="2" y="343"/>
                  </a:lnTo>
                  <a:lnTo>
                    <a:pt x="230" y="341"/>
                  </a:lnTo>
                  <a:lnTo>
                    <a:pt x="230" y="1"/>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0"/>
            <p:cNvSpPr/>
            <p:nvPr/>
          </p:nvSpPr>
          <p:spPr>
            <a:xfrm rot="-5400000">
              <a:off x="5038571" y="1759401"/>
              <a:ext cx="17793" cy="46185"/>
            </a:xfrm>
            <a:custGeom>
              <a:rect b="b" l="l" r="r" t="t"/>
              <a:pathLst>
                <a:path extrusionOk="0" h="597" w="230">
                  <a:moveTo>
                    <a:pt x="228" y="1"/>
                  </a:moveTo>
                  <a:lnTo>
                    <a:pt x="1" y="2"/>
                  </a:lnTo>
                  <a:lnTo>
                    <a:pt x="2" y="597"/>
                  </a:lnTo>
                  <a:lnTo>
                    <a:pt x="229" y="597"/>
                  </a:lnTo>
                  <a:lnTo>
                    <a:pt x="228" y="1"/>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0"/>
            <p:cNvSpPr/>
            <p:nvPr/>
          </p:nvSpPr>
          <p:spPr>
            <a:xfrm rot="-5400000">
              <a:off x="4854525" y="1759942"/>
              <a:ext cx="17793" cy="46031"/>
            </a:xfrm>
            <a:custGeom>
              <a:rect b="b" l="l" r="r" t="t"/>
              <a:pathLst>
                <a:path extrusionOk="0" h="595" w="230">
                  <a:moveTo>
                    <a:pt x="1" y="0"/>
                  </a:moveTo>
                  <a:lnTo>
                    <a:pt x="2" y="595"/>
                  </a:lnTo>
                  <a:lnTo>
                    <a:pt x="230" y="595"/>
                  </a:lnTo>
                  <a:lnTo>
                    <a:pt x="228" y="0"/>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0"/>
            <p:cNvSpPr/>
            <p:nvPr/>
          </p:nvSpPr>
          <p:spPr>
            <a:xfrm rot="-5400000">
              <a:off x="4946587" y="1759710"/>
              <a:ext cx="17793" cy="46031"/>
            </a:xfrm>
            <a:custGeom>
              <a:rect b="b" l="l" r="r" t="t"/>
              <a:pathLst>
                <a:path extrusionOk="0" h="595" w="230">
                  <a:moveTo>
                    <a:pt x="1" y="0"/>
                  </a:moveTo>
                  <a:lnTo>
                    <a:pt x="2" y="595"/>
                  </a:lnTo>
                  <a:lnTo>
                    <a:pt x="229" y="595"/>
                  </a:lnTo>
                  <a:lnTo>
                    <a:pt x="228" y="0"/>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0"/>
            <p:cNvSpPr/>
            <p:nvPr/>
          </p:nvSpPr>
          <p:spPr>
            <a:xfrm rot="-5400000">
              <a:off x="5110092" y="1718515"/>
              <a:ext cx="140490" cy="127648"/>
            </a:xfrm>
            <a:custGeom>
              <a:rect b="b" l="l" r="r" t="t"/>
              <a:pathLst>
                <a:path extrusionOk="0" h="1650" w="1816">
                  <a:moveTo>
                    <a:pt x="1022" y="0"/>
                  </a:moveTo>
                  <a:lnTo>
                    <a:pt x="795" y="2"/>
                  </a:lnTo>
                  <a:lnTo>
                    <a:pt x="795" y="77"/>
                  </a:lnTo>
                  <a:lnTo>
                    <a:pt x="1" y="79"/>
                  </a:lnTo>
                  <a:lnTo>
                    <a:pt x="913" y="1649"/>
                  </a:lnTo>
                  <a:lnTo>
                    <a:pt x="1816" y="74"/>
                  </a:lnTo>
                  <a:lnTo>
                    <a:pt x="1022" y="76"/>
                  </a:lnTo>
                  <a:lnTo>
                    <a:pt x="1022" y="0"/>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0"/>
            <p:cNvSpPr/>
            <p:nvPr/>
          </p:nvSpPr>
          <p:spPr>
            <a:xfrm rot="-5400000">
              <a:off x="4409149" y="3381073"/>
              <a:ext cx="31254" cy="27000"/>
            </a:xfrm>
            <a:custGeom>
              <a:rect b="b" l="l" r="r" t="t"/>
              <a:pathLst>
                <a:path extrusionOk="0" h="349" w="404">
                  <a:moveTo>
                    <a:pt x="312" y="0"/>
                  </a:moveTo>
                  <a:lnTo>
                    <a:pt x="0" y="140"/>
                  </a:lnTo>
                  <a:lnTo>
                    <a:pt x="93" y="348"/>
                  </a:lnTo>
                  <a:lnTo>
                    <a:pt x="404" y="208"/>
                  </a:lnTo>
                  <a:lnTo>
                    <a:pt x="312" y="0"/>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0"/>
            <p:cNvSpPr/>
            <p:nvPr/>
          </p:nvSpPr>
          <p:spPr>
            <a:xfrm rot="-5400000">
              <a:off x="4508792" y="3619737"/>
              <a:ext cx="49280" cy="34968"/>
            </a:xfrm>
            <a:custGeom>
              <a:rect b="b" l="l" r="r" t="t"/>
              <a:pathLst>
                <a:path extrusionOk="0" h="452" w="637">
                  <a:moveTo>
                    <a:pt x="544" y="0"/>
                  </a:moveTo>
                  <a:lnTo>
                    <a:pt x="0" y="244"/>
                  </a:lnTo>
                  <a:lnTo>
                    <a:pt x="94" y="452"/>
                  </a:lnTo>
                  <a:lnTo>
                    <a:pt x="637" y="209"/>
                  </a:lnTo>
                  <a:lnTo>
                    <a:pt x="544" y="0"/>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0"/>
            <p:cNvSpPr/>
            <p:nvPr/>
          </p:nvSpPr>
          <p:spPr>
            <a:xfrm rot="-5400000">
              <a:off x="4471194" y="3535025"/>
              <a:ext cx="49203" cy="35045"/>
            </a:xfrm>
            <a:custGeom>
              <a:rect b="b" l="l" r="r" t="t"/>
              <a:pathLst>
                <a:path extrusionOk="0" h="453" w="636">
                  <a:moveTo>
                    <a:pt x="543" y="1"/>
                  </a:moveTo>
                  <a:lnTo>
                    <a:pt x="1" y="244"/>
                  </a:lnTo>
                  <a:lnTo>
                    <a:pt x="92" y="452"/>
                  </a:lnTo>
                  <a:lnTo>
                    <a:pt x="636" y="209"/>
                  </a:lnTo>
                  <a:lnTo>
                    <a:pt x="543" y="1"/>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0"/>
            <p:cNvSpPr/>
            <p:nvPr/>
          </p:nvSpPr>
          <p:spPr>
            <a:xfrm rot="-5400000">
              <a:off x="4433132" y="3451705"/>
              <a:ext cx="49280" cy="34968"/>
            </a:xfrm>
            <a:custGeom>
              <a:rect b="b" l="l" r="r" t="t"/>
              <a:pathLst>
                <a:path extrusionOk="0" h="452" w="637">
                  <a:moveTo>
                    <a:pt x="544" y="1"/>
                  </a:moveTo>
                  <a:lnTo>
                    <a:pt x="0" y="243"/>
                  </a:lnTo>
                  <a:lnTo>
                    <a:pt x="93" y="451"/>
                  </a:lnTo>
                  <a:lnTo>
                    <a:pt x="637" y="208"/>
                  </a:lnTo>
                  <a:lnTo>
                    <a:pt x="544" y="1"/>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0"/>
            <p:cNvSpPr/>
            <p:nvPr/>
          </p:nvSpPr>
          <p:spPr>
            <a:xfrm rot="-5400000">
              <a:off x="4493900" y="3682516"/>
              <a:ext cx="139794" cy="128190"/>
            </a:xfrm>
            <a:custGeom>
              <a:rect b="b" l="l" r="r" t="t"/>
              <a:pathLst>
                <a:path extrusionOk="0" h="1657" w="1807">
                  <a:moveTo>
                    <a:pt x="1066" y="1"/>
                  </a:moveTo>
                  <a:lnTo>
                    <a:pt x="1" y="1470"/>
                  </a:lnTo>
                  <a:lnTo>
                    <a:pt x="1807" y="1657"/>
                  </a:lnTo>
                  <a:lnTo>
                    <a:pt x="1482" y="933"/>
                  </a:lnTo>
                  <a:lnTo>
                    <a:pt x="1552" y="902"/>
                  </a:lnTo>
                  <a:lnTo>
                    <a:pt x="1459" y="694"/>
                  </a:lnTo>
                  <a:lnTo>
                    <a:pt x="1389" y="725"/>
                  </a:lnTo>
                  <a:lnTo>
                    <a:pt x="1066" y="1"/>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0"/>
            <p:cNvSpPr/>
            <p:nvPr/>
          </p:nvSpPr>
          <p:spPr>
            <a:xfrm rot="-5400000">
              <a:off x="4794376" y="3847299"/>
              <a:ext cx="31796" cy="29939"/>
            </a:xfrm>
            <a:custGeom>
              <a:rect b="b" l="l" r="r" t="t"/>
              <a:pathLst>
                <a:path extrusionOk="0" h="387" w="411">
                  <a:moveTo>
                    <a:pt x="135" y="1"/>
                  </a:moveTo>
                  <a:lnTo>
                    <a:pt x="1" y="184"/>
                  </a:lnTo>
                  <a:lnTo>
                    <a:pt x="276" y="387"/>
                  </a:lnTo>
                  <a:lnTo>
                    <a:pt x="410" y="203"/>
                  </a:lnTo>
                  <a:lnTo>
                    <a:pt x="135" y="1"/>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0"/>
            <p:cNvSpPr/>
            <p:nvPr/>
          </p:nvSpPr>
          <p:spPr>
            <a:xfrm rot="-5400000">
              <a:off x="4948869" y="3618615"/>
              <a:ext cx="49048" cy="42395"/>
            </a:xfrm>
            <a:custGeom>
              <a:rect b="b" l="l" r="r" t="t"/>
              <a:pathLst>
                <a:path extrusionOk="0" h="548" w="634">
                  <a:moveTo>
                    <a:pt x="136" y="0"/>
                  </a:moveTo>
                  <a:lnTo>
                    <a:pt x="0" y="184"/>
                  </a:lnTo>
                  <a:lnTo>
                    <a:pt x="500" y="548"/>
                  </a:lnTo>
                  <a:lnTo>
                    <a:pt x="634" y="364"/>
                  </a:lnTo>
                  <a:lnTo>
                    <a:pt x="136" y="0"/>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0"/>
            <p:cNvSpPr/>
            <p:nvPr/>
          </p:nvSpPr>
          <p:spPr>
            <a:xfrm rot="-5400000">
              <a:off x="5005382" y="3540750"/>
              <a:ext cx="49125" cy="42549"/>
            </a:xfrm>
            <a:custGeom>
              <a:rect b="b" l="l" r="r" t="t"/>
              <a:pathLst>
                <a:path extrusionOk="0" h="550" w="635">
                  <a:moveTo>
                    <a:pt x="136" y="0"/>
                  </a:moveTo>
                  <a:lnTo>
                    <a:pt x="0" y="184"/>
                  </a:lnTo>
                  <a:lnTo>
                    <a:pt x="500" y="549"/>
                  </a:lnTo>
                  <a:lnTo>
                    <a:pt x="634" y="366"/>
                  </a:lnTo>
                  <a:lnTo>
                    <a:pt x="136" y="0"/>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0"/>
            <p:cNvSpPr/>
            <p:nvPr/>
          </p:nvSpPr>
          <p:spPr>
            <a:xfrm rot="-5400000">
              <a:off x="4892433" y="3694701"/>
              <a:ext cx="49125" cy="42549"/>
            </a:xfrm>
            <a:custGeom>
              <a:rect b="b" l="l" r="r" t="t"/>
              <a:pathLst>
                <a:path extrusionOk="0" h="550" w="635">
                  <a:moveTo>
                    <a:pt x="136" y="0"/>
                  </a:moveTo>
                  <a:lnTo>
                    <a:pt x="0" y="184"/>
                  </a:lnTo>
                  <a:lnTo>
                    <a:pt x="500" y="550"/>
                  </a:lnTo>
                  <a:lnTo>
                    <a:pt x="634" y="366"/>
                  </a:lnTo>
                  <a:lnTo>
                    <a:pt x="136" y="0"/>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0"/>
            <p:cNvSpPr/>
            <p:nvPr/>
          </p:nvSpPr>
          <p:spPr>
            <a:xfrm rot="-5400000">
              <a:off x="5062244" y="3464006"/>
              <a:ext cx="49125" cy="42549"/>
            </a:xfrm>
            <a:custGeom>
              <a:rect b="b" l="l" r="r" t="t"/>
              <a:pathLst>
                <a:path extrusionOk="0" h="550" w="635">
                  <a:moveTo>
                    <a:pt x="134" y="1"/>
                  </a:moveTo>
                  <a:lnTo>
                    <a:pt x="0" y="184"/>
                  </a:lnTo>
                  <a:lnTo>
                    <a:pt x="499" y="550"/>
                  </a:lnTo>
                  <a:lnTo>
                    <a:pt x="634" y="366"/>
                  </a:lnTo>
                  <a:lnTo>
                    <a:pt x="134" y="1"/>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0"/>
            <p:cNvSpPr/>
            <p:nvPr/>
          </p:nvSpPr>
          <p:spPr>
            <a:xfrm rot="-5400000">
              <a:off x="4835881" y="3771909"/>
              <a:ext cx="49125" cy="42549"/>
            </a:xfrm>
            <a:custGeom>
              <a:rect b="b" l="l" r="r" t="t"/>
              <a:pathLst>
                <a:path extrusionOk="0" h="550" w="635">
                  <a:moveTo>
                    <a:pt x="135" y="0"/>
                  </a:moveTo>
                  <a:lnTo>
                    <a:pt x="1" y="184"/>
                  </a:lnTo>
                  <a:lnTo>
                    <a:pt x="499" y="549"/>
                  </a:lnTo>
                  <a:lnTo>
                    <a:pt x="634" y="366"/>
                  </a:lnTo>
                  <a:lnTo>
                    <a:pt x="135" y="0"/>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5" name="Google Shape;245;p20"/>
            <p:cNvGrpSpPr/>
            <p:nvPr/>
          </p:nvGrpSpPr>
          <p:grpSpPr>
            <a:xfrm rot="-5400000">
              <a:off x="4912354" y="2777530"/>
              <a:ext cx="552910" cy="185747"/>
              <a:chOff x="3418947" y="4052596"/>
              <a:chExt cx="552910" cy="185747"/>
            </a:xfrm>
          </p:grpSpPr>
          <p:sp>
            <p:nvSpPr>
              <p:cNvPr id="246" name="Google Shape;246;p20"/>
              <p:cNvSpPr/>
              <p:nvPr/>
            </p:nvSpPr>
            <p:spPr>
              <a:xfrm>
                <a:off x="3478980" y="4129804"/>
                <a:ext cx="50363" cy="46882"/>
              </a:xfrm>
              <a:custGeom>
                <a:rect b="b" l="l" r="r" t="t"/>
                <a:pathLst>
                  <a:path extrusionOk="0" h="606" w="651">
                    <a:moveTo>
                      <a:pt x="179" y="1"/>
                    </a:moveTo>
                    <a:lnTo>
                      <a:pt x="1" y="179"/>
                    </a:lnTo>
                    <a:cubicBezTo>
                      <a:pt x="157" y="333"/>
                      <a:pt x="326" y="477"/>
                      <a:pt x="503" y="605"/>
                    </a:cubicBezTo>
                    <a:lnTo>
                      <a:pt x="651" y="401"/>
                    </a:lnTo>
                    <a:cubicBezTo>
                      <a:pt x="483" y="280"/>
                      <a:pt x="324" y="146"/>
                      <a:pt x="179"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0"/>
              <p:cNvSpPr/>
              <p:nvPr/>
            </p:nvSpPr>
            <p:spPr>
              <a:xfrm>
                <a:off x="3658152" y="4215134"/>
                <a:ext cx="50905" cy="23209"/>
              </a:xfrm>
              <a:custGeom>
                <a:rect b="b" l="l" r="r" t="t"/>
                <a:pathLst>
                  <a:path extrusionOk="0" h="300" w="658">
                    <a:moveTo>
                      <a:pt x="40" y="1"/>
                    </a:moveTo>
                    <a:lnTo>
                      <a:pt x="1" y="250"/>
                    </a:lnTo>
                    <a:cubicBezTo>
                      <a:pt x="214" y="283"/>
                      <a:pt x="432" y="299"/>
                      <a:pt x="649" y="299"/>
                    </a:cubicBezTo>
                    <a:lnTo>
                      <a:pt x="658" y="299"/>
                    </a:lnTo>
                    <a:lnTo>
                      <a:pt x="649" y="49"/>
                    </a:lnTo>
                    <a:cubicBezTo>
                      <a:pt x="445" y="49"/>
                      <a:pt x="240" y="33"/>
                      <a:pt x="40"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0"/>
              <p:cNvSpPr/>
              <p:nvPr/>
            </p:nvSpPr>
            <p:spPr>
              <a:xfrm>
                <a:off x="3561372" y="4185814"/>
                <a:ext cx="53303" cy="36979"/>
              </a:xfrm>
              <a:custGeom>
                <a:rect b="b" l="l" r="r" t="t"/>
                <a:pathLst>
                  <a:path extrusionOk="0" h="478" w="689">
                    <a:moveTo>
                      <a:pt x="114" y="1"/>
                    </a:moveTo>
                    <a:lnTo>
                      <a:pt x="1" y="225"/>
                    </a:lnTo>
                    <a:cubicBezTo>
                      <a:pt x="197" y="324"/>
                      <a:pt x="403" y="409"/>
                      <a:pt x="611" y="477"/>
                    </a:cubicBezTo>
                    <a:lnTo>
                      <a:pt x="688" y="237"/>
                    </a:lnTo>
                    <a:cubicBezTo>
                      <a:pt x="492" y="174"/>
                      <a:pt x="299" y="94"/>
                      <a:pt x="114"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0"/>
              <p:cNvSpPr/>
              <p:nvPr/>
            </p:nvSpPr>
            <p:spPr>
              <a:xfrm>
                <a:off x="3924975" y="4092437"/>
                <a:ext cx="46882" cy="50286"/>
              </a:xfrm>
              <a:custGeom>
                <a:rect b="b" l="l" r="r" t="t"/>
                <a:pathLst>
                  <a:path extrusionOk="0" h="650" w="606">
                    <a:moveTo>
                      <a:pt x="402" y="0"/>
                    </a:moveTo>
                    <a:cubicBezTo>
                      <a:pt x="281" y="168"/>
                      <a:pt x="146" y="325"/>
                      <a:pt x="0" y="472"/>
                    </a:cubicBezTo>
                    <a:lnTo>
                      <a:pt x="178" y="650"/>
                    </a:lnTo>
                    <a:cubicBezTo>
                      <a:pt x="334" y="494"/>
                      <a:pt x="476" y="325"/>
                      <a:pt x="606" y="147"/>
                    </a:cubicBezTo>
                    <a:lnTo>
                      <a:pt x="402" y="0"/>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0"/>
              <p:cNvSpPr/>
              <p:nvPr/>
            </p:nvSpPr>
            <p:spPr>
              <a:xfrm>
                <a:off x="3418947" y="4052596"/>
                <a:ext cx="42549" cy="52374"/>
              </a:xfrm>
              <a:custGeom>
                <a:rect b="b" l="l" r="r" t="t"/>
                <a:pathLst>
                  <a:path extrusionOk="0" h="677" w="550">
                    <a:moveTo>
                      <a:pt x="225" y="1"/>
                    </a:moveTo>
                    <a:lnTo>
                      <a:pt x="0" y="116"/>
                    </a:lnTo>
                    <a:cubicBezTo>
                      <a:pt x="101" y="310"/>
                      <a:pt x="217" y="499"/>
                      <a:pt x="347" y="677"/>
                    </a:cubicBezTo>
                    <a:lnTo>
                      <a:pt x="550" y="528"/>
                    </a:lnTo>
                    <a:cubicBezTo>
                      <a:pt x="429" y="361"/>
                      <a:pt x="319" y="185"/>
                      <a:pt x="225"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0"/>
              <p:cNvSpPr/>
              <p:nvPr/>
            </p:nvSpPr>
            <p:spPr>
              <a:xfrm>
                <a:off x="3756789" y="4203762"/>
                <a:ext cx="52684" cy="30481"/>
              </a:xfrm>
              <a:custGeom>
                <a:rect b="b" l="l" r="r" t="t"/>
                <a:pathLst>
                  <a:path extrusionOk="0" h="394" w="681">
                    <a:moveTo>
                      <a:pt x="604" y="0"/>
                    </a:moveTo>
                    <a:cubicBezTo>
                      <a:pt x="407" y="64"/>
                      <a:pt x="205" y="113"/>
                      <a:pt x="1" y="146"/>
                    </a:cubicBezTo>
                    <a:lnTo>
                      <a:pt x="40" y="394"/>
                    </a:lnTo>
                    <a:cubicBezTo>
                      <a:pt x="257" y="359"/>
                      <a:pt x="473" y="306"/>
                      <a:pt x="681" y="239"/>
                    </a:cubicBezTo>
                    <a:lnTo>
                      <a:pt x="604" y="0"/>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0"/>
              <p:cNvSpPr/>
              <p:nvPr/>
            </p:nvSpPr>
            <p:spPr>
              <a:xfrm>
                <a:off x="3847768" y="4160130"/>
                <a:ext cx="52220" cy="42549"/>
              </a:xfrm>
              <a:custGeom>
                <a:rect b="b" l="l" r="r" t="t"/>
                <a:pathLst>
                  <a:path extrusionOk="0" h="550" w="675">
                    <a:moveTo>
                      <a:pt x="528" y="1"/>
                    </a:moveTo>
                    <a:cubicBezTo>
                      <a:pt x="360" y="123"/>
                      <a:pt x="184" y="232"/>
                      <a:pt x="0" y="327"/>
                    </a:cubicBezTo>
                    <a:lnTo>
                      <a:pt x="114" y="550"/>
                    </a:lnTo>
                    <a:cubicBezTo>
                      <a:pt x="309" y="449"/>
                      <a:pt x="498" y="333"/>
                      <a:pt x="675" y="205"/>
                    </a:cubicBezTo>
                    <a:lnTo>
                      <a:pt x="528" y="1"/>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3" name="Google Shape;253;p20"/>
            <p:cNvSpPr/>
            <p:nvPr/>
          </p:nvSpPr>
          <p:spPr>
            <a:xfrm rot="-5400000">
              <a:off x="5070676" y="3329627"/>
              <a:ext cx="139562" cy="128654"/>
            </a:xfrm>
            <a:custGeom>
              <a:rect b="b" l="l" r="r" t="t"/>
              <a:pathLst>
                <a:path extrusionOk="0" h="1663" w="1804">
                  <a:moveTo>
                    <a:pt x="1072" y="1"/>
                  </a:moveTo>
                  <a:lnTo>
                    <a:pt x="603" y="642"/>
                  </a:lnTo>
                  <a:lnTo>
                    <a:pt x="542" y="596"/>
                  </a:lnTo>
                  <a:lnTo>
                    <a:pt x="408" y="780"/>
                  </a:lnTo>
                  <a:lnTo>
                    <a:pt x="469" y="825"/>
                  </a:lnTo>
                  <a:lnTo>
                    <a:pt x="0" y="1465"/>
                  </a:lnTo>
                  <a:lnTo>
                    <a:pt x="1804" y="1663"/>
                  </a:lnTo>
                  <a:lnTo>
                    <a:pt x="1072" y="1"/>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0"/>
            <p:cNvSpPr/>
            <p:nvPr/>
          </p:nvSpPr>
          <p:spPr>
            <a:xfrm rot="-5400000">
              <a:off x="4059974" y="2144086"/>
              <a:ext cx="29630" cy="31796"/>
            </a:xfrm>
            <a:custGeom>
              <a:rect b="b" l="l" r="r" t="t"/>
              <a:pathLst>
                <a:path extrusionOk="0" h="411" w="383">
                  <a:moveTo>
                    <a:pt x="187" y="0"/>
                  </a:moveTo>
                  <a:lnTo>
                    <a:pt x="1" y="131"/>
                  </a:lnTo>
                  <a:lnTo>
                    <a:pt x="196" y="411"/>
                  </a:lnTo>
                  <a:lnTo>
                    <a:pt x="383" y="280"/>
                  </a:lnTo>
                  <a:lnTo>
                    <a:pt x="187" y="0"/>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0"/>
            <p:cNvSpPr/>
            <p:nvPr/>
          </p:nvSpPr>
          <p:spPr>
            <a:xfrm rot="-5400000">
              <a:off x="4121632" y="2088617"/>
              <a:ext cx="40847" cy="47810"/>
            </a:xfrm>
            <a:custGeom>
              <a:rect b="b" l="l" r="r" t="t"/>
              <a:pathLst>
                <a:path extrusionOk="0" h="618" w="528">
                  <a:moveTo>
                    <a:pt x="187" y="0"/>
                  </a:moveTo>
                  <a:lnTo>
                    <a:pt x="0" y="130"/>
                  </a:lnTo>
                  <a:lnTo>
                    <a:pt x="341" y="618"/>
                  </a:lnTo>
                  <a:lnTo>
                    <a:pt x="528" y="487"/>
                  </a:lnTo>
                  <a:lnTo>
                    <a:pt x="187" y="0"/>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0"/>
            <p:cNvSpPr/>
            <p:nvPr/>
          </p:nvSpPr>
          <p:spPr>
            <a:xfrm rot="-5400000">
              <a:off x="4271908" y="1983288"/>
              <a:ext cx="41002" cy="47887"/>
            </a:xfrm>
            <a:custGeom>
              <a:rect b="b" l="l" r="r" t="t"/>
              <a:pathLst>
                <a:path extrusionOk="0" h="619" w="530">
                  <a:moveTo>
                    <a:pt x="187" y="0"/>
                  </a:moveTo>
                  <a:lnTo>
                    <a:pt x="1" y="130"/>
                  </a:lnTo>
                  <a:lnTo>
                    <a:pt x="343" y="618"/>
                  </a:lnTo>
                  <a:lnTo>
                    <a:pt x="530" y="487"/>
                  </a:lnTo>
                  <a:lnTo>
                    <a:pt x="187" y="0"/>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0"/>
            <p:cNvSpPr/>
            <p:nvPr/>
          </p:nvSpPr>
          <p:spPr>
            <a:xfrm rot="-5400000">
              <a:off x="4196905" y="2035778"/>
              <a:ext cx="40847" cy="47810"/>
            </a:xfrm>
            <a:custGeom>
              <a:rect b="b" l="l" r="r" t="t"/>
              <a:pathLst>
                <a:path extrusionOk="0" h="618" w="528">
                  <a:moveTo>
                    <a:pt x="187" y="0"/>
                  </a:moveTo>
                  <a:lnTo>
                    <a:pt x="1" y="131"/>
                  </a:lnTo>
                  <a:lnTo>
                    <a:pt x="341" y="618"/>
                  </a:lnTo>
                  <a:lnTo>
                    <a:pt x="528" y="488"/>
                  </a:lnTo>
                  <a:lnTo>
                    <a:pt x="187" y="0"/>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0"/>
            <p:cNvSpPr/>
            <p:nvPr/>
          </p:nvSpPr>
          <p:spPr>
            <a:xfrm rot="-5400000">
              <a:off x="4320415" y="1888209"/>
              <a:ext cx="127339" cy="139949"/>
            </a:xfrm>
            <a:custGeom>
              <a:rect b="b" l="l" r="r" t="t"/>
              <a:pathLst>
                <a:path extrusionOk="0" h="1809" w="1646">
                  <a:moveTo>
                    <a:pt x="1488" y="0"/>
                  </a:moveTo>
                  <a:lnTo>
                    <a:pt x="837" y="455"/>
                  </a:lnTo>
                  <a:lnTo>
                    <a:pt x="795" y="394"/>
                  </a:lnTo>
                  <a:lnTo>
                    <a:pt x="607" y="523"/>
                  </a:lnTo>
                  <a:lnTo>
                    <a:pt x="650" y="586"/>
                  </a:lnTo>
                  <a:lnTo>
                    <a:pt x="1" y="1041"/>
                  </a:lnTo>
                  <a:lnTo>
                    <a:pt x="1645" y="1808"/>
                  </a:lnTo>
                  <a:lnTo>
                    <a:pt x="1645" y="1808"/>
                  </a:lnTo>
                  <a:lnTo>
                    <a:pt x="1488" y="0"/>
                  </a:ln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0"/>
            <p:cNvSpPr/>
            <p:nvPr/>
          </p:nvSpPr>
          <p:spPr>
            <a:xfrm rot="-5400000">
              <a:off x="4501675" y="2109853"/>
              <a:ext cx="141264" cy="141187"/>
            </a:xfrm>
            <a:custGeom>
              <a:rect b="b" l="l" r="r" t="t"/>
              <a:pathLst>
                <a:path extrusionOk="0" h="1825" w="1826">
                  <a:moveTo>
                    <a:pt x="208" y="1"/>
                  </a:moveTo>
                  <a:lnTo>
                    <a:pt x="1" y="206"/>
                  </a:lnTo>
                  <a:lnTo>
                    <a:pt x="707" y="913"/>
                  </a:lnTo>
                  <a:lnTo>
                    <a:pt x="1" y="1619"/>
                  </a:lnTo>
                  <a:lnTo>
                    <a:pt x="208" y="1825"/>
                  </a:lnTo>
                  <a:lnTo>
                    <a:pt x="914" y="1118"/>
                  </a:lnTo>
                  <a:lnTo>
                    <a:pt x="1619" y="1825"/>
                  </a:lnTo>
                  <a:lnTo>
                    <a:pt x="1826" y="1619"/>
                  </a:lnTo>
                  <a:lnTo>
                    <a:pt x="1120" y="913"/>
                  </a:lnTo>
                  <a:lnTo>
                    <a:pt x="1826" y="206"/>
                  </a:lnTo>
                  <a:lnTo>
                    <a:pt x="1619" y="1"/>
                  </a:lnTo>
                  <a:lnTo>
                    <a:pt x="914" y="706"/>
                  </a:lnTo>
                  <a:lnTo>
                    <a:pt x="20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0"/>
            <p:cNvSpPr/>
            <p:nvPr/>
          </p:nvSpPr>
          <p:spPr>
            <a:xfrm rot="-5400000">
              <a:off x="4501636" y="2321246"/>
              <a:ext cx="141341" cy="141187"/>
            </a:xfrm>
            <a:custGeom>
              <a:rect b="b" l="l" r="r" t="t"/>
              <a:pathLst>
                <a:path extrusionOk="0" h="1825" w="1827">
                  <a:moveTo>
                    <a:pt x="206" y="1"/>
                  </a:moveTo>
                  <a:lnTo>
                    <a:pt x="1" y="206"/>
                  </a:lnTo>
                  <a:lnTo>
                    <a:pt x="707" y="913"/>
                  </a:lnTo>
                  <a:lnTo>
                    <a:pt x="1" y="1619"/>
                  </a:lnTo>
                  <a:lnTo>
                    <a:pt x="206" y="1825"/>
                  </a:lnTo>
                  <a:lnTo>
                    <a:pt x="913" y="1118"/>
                  </a:lnTo>
                  <a:lnTo>
                    <a:pt x="1619" y="1825"/>
                  </a:lnTo>
                  <a:lnTo>
                    <a:pt x="1826" y="1619"/>
                  </a:lnTo>
                  <a:lnTo>
                    <a:pt x="1120" y="913"/>
                  </a:lnTo>
                  <a:lnTo>
                    <a:pt x="1826" y="206"/>
                  </a:lnTo>
                  <a:lnTo>
                    <a:pt x="1619" y="1"/>
                  </a:lnTo>
                  <a:lnTo>
                    <a:pt x="913" y="706"/>
                  </a:lnTo>
                  <a:lnTo>
                    <a:pt x="20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0"/>
            <p:cNvSpPr/>
            <p:nvPr/>
          </p:nvSpPr>
          <p:spPr>
            <a:xfrm rot="-5400000">
              <a:off x="4501675" y="2532639"/>
              <a:ext cx="141264" cy="141187"/>
            </a:xfrm>
            <a:custGeom>
              <a:rect b="b" l="l" r="r" t="t"/>
              <a:pathLst>
                <a:path extrusionOk="0" h="1825" w="1826">
                  <a:moveTo>
                    <a:pt x="206" y="1"/>
                  </a:moveTo>
                  <a:lnTo>
                    <a:pt x="0" y="206"/>
                  </a:lnTo>
                  <a:lnTo>
                    <a:pt x="707" y="913"/>
                  </a:lnTo>
                  <a:lnTo>
                    <a:pt x="0" y="1619"/>
                  </a:lnTo>
                  <a:lnTo>
                    <a:pt x="206" y="1825"/>
                  </a:lnTo>
                  <a:lnTo>
                    <a:pt x="912" y="1118"/>
                  </a:lnTo>
                  <a:lnTo>
                    <a:pt x="1619" y="1825"/>
                  </a:lnTo>
                  <a:lnTo>
                    <a:pt x="1825" y="1619"/>
                  </a:lnTo>
                  <a:lnTo>
                    <a:pt x="1119" y="913"/>
                  </a:lnTo>
                  <a:lnTo>
                    <a:pt x="1825" y="206"/>
                  </a:lnTo>
                  <a:lnTo>
                    <a:pt x="1619" y="1"/>
                  </a:lnTo>
                  <a:lnTo>
                    <a:pt x="912" y="706"/>
                  </a:lnTo>
                  <a:lnTo>
                    <a:pt x="20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0"/>
            <p:cNvSpPr/>
            <p:nvPr/>
          </p:nvSpPr>
          <p:spPr>
            <a:xfrm rot="-5400000">
              <a:off x="4963722" y="2651971"/>
              <a:ext cx="141187" cy="141341"/>
            </a:xfrm>
            <a:custGeom>
              <a:rect b="b" l="l" r="r" t="t"/>
              <a:pathLst>
                <a:path extrusionOk="0" h="1827" w="1825">
                  <a:moveTo>
                    <a:pt x="206" y="1"/>
                  </a:moveTo>
                  <a:lnTo>
                    <a:pt x="1" y="206"/>
                  </a:lnTo>
                  <a:lnTo>
                    <a:pt x="707" y="914"/>
                  </a:lnTo>
                  <a:lnTo>
                    <a:pt x="1" y="1619"/>
                  </a:lnTo>
                  <a:lnTo>
                    <a:pt x="206" y="1826"/>
                  </a:lnTo>
                  <a:lnTo>
                    <a:pt x="912" y="1120"/>
                  </a:lnTo>
                  <a:lnTo>
                    <a:pt x="1619" y="1826"/>
                  </a:lnTo>
                  <a:lnTo>
                    <a:pt x="1824" y="1619"/>
                  </a:lnTo>
                  <a:lnTo>
                    <a:pt x="1119" y="914"/>
                  </a:lnTo>
                  <a:lnTo>
                    <a:pt x="1824" y="206"/>
                  </a:lnTo>
                  <a:lnTo>
                    <a:pt x="1619" y="1"/>
                  </a:lnTo>
                  <a:lnTo>
                    <a:pt x="912" y="707"/>
                  </a:lnTo>
                  <a:lnTo>
                    <a:pt x="20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0"/>
            <p:cNvSpPr/>
            <p:nvPr/>
          </p:nvSpPr>
          <p:spPr>
            <a:xfrm rot="-5400000">
              <a:off x="4963722" y="3152583"/>
              <a:ext cx="141187" cy="141341"/>
            </a:xfrm>
            <a:custGeom>
              <a:rect b="b" l="l" r="r" t="t"/>
              <a:pathLst>
                <a:path extrusionOk="0" h="1827" w="1825">
                  <a:moveTo>
                    <a:pt x="206" y="1"/>
                  </a:moveTo>
                  <a:lnTo>
                    <a:pt x="1" y="206"/>
                  </a:lnTo>
                  <a:lnTo>
                    <a:pt x="707" y="914"/>
                  </a:lnTo>
                  <a:lnTo>
                    <a:pt x="1" y="1619"/>
                  </a:lnTo>
                  <a:lnTo>
                    <a:pt x="206" y="1826"/>
                  </a:lnTo>
                  <a:lnTo>
                    <a:pt x="913" y="1120"/>
                  </a:lnTo>
                  <a:lnTo>
                    <a:pt x="1619" y="1826"/>
                  </a:lnTo>
                  <a:lnTo>
                    <a:pt x="1825" y="1619"/>
                  </a:lnTo>
                  <a:lnTo>
                    <a:pt x="1120" y="914"/>
                  </a:lnTo>
                  <a:lnTo>
                    <a:pt x="1825" y="206"/>
                  </a:lnTo>
                  <a:lnTo>
                    <a:pt x="1619" y="1"/>
                  </a:lnTo>
                  <a:lnTo>
                    <a:pt x="913" y="707"/>
                  </a:lnTo>
                  <a:lnTo>
                    <a:pt x="20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aphicFrame>
        <p:nvGraphicFramePr>
          <p:cNvPr id="264" name="Google Shape;264;p20"/>
          <p:cNvGraphicFramePr/>
          <p:nvPr/>
        </p:nvGraphicFramePr>
        <p:xfrm>
          <a:off x="941825" y="1552200"/>
          <a:ext cx="3000000" cy="3000000"/>
        </p:xfrm>
        <a:graphic>
          <a:graphicData uri="http://schemas.openxmlformats.org/drawingml/2006/table">
            <a:tbl>
              <a:tblPr>
                <a:noFill/>
                <a:tableStyleId>{42F52E1E-71C8-41E8-9905-C88289EF3109}</a:tableStyleId>
              </a:tblPr>
              <a:tblGrid>
                <a:gridCol w="2317550"/>
              </a:tblGrid>
              <a:tr h="502900">
                <a:tc>
                  <a:txBody>
                    <a:bodyPr/>
                    <a:lstStyle/>
                    <a:p>
                      <a:pPr indent="0" lvl="0" marL="0" rtl="0" algn="ctr">
                        <a:spcBef>
                          <a:spcPts val="0"/>
                        </a:spcBef>
                        <a:spcAft>
                          <a:spcPts val="0"/>
                        </a:spcAft>
                        <a:buNone/>
                      </a:pPr>
                      <a:r>
                        <a:rPr lang="en" sz="2000">
                          <a:solidFill>
                            <a:schemeClr val="lt1"/>
                          </a:solidFill>
                          <a:latin typeface="Dosis SemiBold"/>
                          <a:ea typeface="Dosis SemiBold"/>
                          <a:cs typeface="Dosis SemiBold"/>
                          <a:sym typeface="Dosis SemiBold"/>
                        </a:rPr>
                        <a:t>TEAM 1</a:t>
                      </a:r>
                      <a:endParaRPr sz="2100">
                        <a:solidFill>
                          <a:schemeClr val="lt1"/>
                        </a:solidFill>
                        <a:latin typeface="Lilita One"/>
                        <a:ea typeface="Lilita One"/>
                        <a:cs typeface="Lilita One"/>
                        <a:sym typeface="Lilita One"/>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r>
              <a:tr h="426700">
                <a:tc>
                  <a:txBody>
                    <a:bodyPr/>
                    <a:lstStyle/>
                    <a:p>
                      <a:pPr indent="0" lvl="0" marL="0" rtl="0" algn="ctr">
                        <a:spcBef>
                          <a:spcPts val="0"/>
                        </a:spcBef>
                        <a:spcAft>
                          <a:spcPts val="0"/>
                        </a:spcAft>
                        <a:buNone/>
                      </a:pPr>
                      <a:r>
                        <a:rPr lang="en" sz="1600">
                          <a:solidFill>
                            <a:schemeClr val="lt1"/>
                          </a:solidFill>
                          <a:latin typeface="Dosis"/>
                          <a:ea typeface="Dosis"/>
                          <a:cs typeface="Dosis"/>
                          <a:sym typeface="Dosis"/>
                        </a:rPr>
                        <a:t>Fred A. Bell</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426700">
                <a:tc>
                  <a:txBody>
                    <a:bodyPr/>
                    <a:lstStyle/>
                    <a:p>
                      <a:pPr indent="0" lvl="0" marL="0" rtl="0" algn="ctr">
                        <a:spcBef>
                          <a:spcPts val="0"/>
                        </a:spcBef>
                        <a:spcAft>
                          <a:spcPts val="0"/>
                        </a:spcAft>
                        <a:buNone/>
                      </a:pPr>
                      <a:r>
                        <a:rPr lang="en" sz="1600">
                          <a:solidFill>
                            <a:schemeClr val="lt1"/>
                          </a:solidFill>
                          <a:latin typeface="Dosis"/>
                          <a:ea typeface="Dosis"/>
                          <a:cs typeface="Dosis"/>
                          <a:sym typeface="Dosis"/>
                        </a:rPr>
                        <a:t>Kathy M. Brown</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426700">
                <a:tc>
                  <a:txBody>
                    <a:bodyPr/>
                    <a:lstStyle/>
                    <a:p>
                      <a:pPr indent="0" lvl="0" marL="0" rtl="0" algn="ctr">
                        <a:spcBef>
                          <a:spcPts val="0"/>
                        </a:spcBef>
                        <a:spcAft>
                          <a:spcPts val="0"/>
                        </a:spcAft>
                        <a:buNone/>
                      </a:pPr>
                      <a:r>
                        <a:rPr lang="en" sz="1600">
                          <a:solidFill>
                            <a:schemeClr val="lt1"/>
                          </a:solidFill>
                          <a:latin typeface="Dosis"/>
                          <a:ea typeface="Dosis"/>
                          <a:cs typeface="Dosis"/>
                          <a:sym typeface="Dosis"/>
                        </a:rPr>
                        <a:t>Lisa C. Brewer</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426700">
                <a:tc>
                  <a:txBody>
                    <a:bodyPr/>
                    <a:lstStyle/>
                    <a:p>
                      <a:pPr indent="0" lvl="0" marL="0" rtl="0" algn="ctr">
                        <a:spcBef>
                          <a:spcPts val="0"/>
                        </a:spcBef>
                        <a:spcAft>
                          <a:spcPts val="0"/>
                        </a:spcAft>
                        <a:buNone/>
                      </a:pPr>
                      <a:r>
                        <a:rPr lang="en" sz="1600">
                          <a:solidFill>
                            <a:schemeClr val="lt1"/>
                          </a:solidFill>
                          <a:latin typeface="Dosis"/>
                          <a:ea typeface="Dosis"/>
                          <a:cs typeface="Dosis"/>
                          <a:sym typeface="Dosis"/>
                        </a:rPr>
                        <a:t>Rob P</a:t>
                      </a:r>
                      <a:r>
                        <a:rPr lang="en" sz="1600">
                          <a:solidFill>
                            <a:schemeClr val="lt1"/>
                          </a:solidFill>
                          <a:latin typeface="Dosis"/>
                          <a:ea typeface="Dosis"/>
                          <a:cs typeface="Dosis"/>
                          <a:sym typeface="Dosis"/>
                        </a:rPr>
                        <a:t>ierre</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426700">
                <a:tc>
                  <a:txBody>
                    <a:bodyPr/>
                    <a:lstStyle/>
                    <a:p>
                      <a:pPr indent="0" lvl="0" marL="0" rtl="0" algn="ctr">
                        <a:spcBef>
                          <a:spcPts val="0"/>
                        </a:spcBef>
                        <a:spcAft>
                          <a:spcPts val="0"/>
                        </a:spcAft>
                        <a:buNone/>
                      </a:pPr>
                      <a:r>
                        <a:rPr lang="en" sz="1600">
                          <a:solidFill>
                            <a:schemeClr val="lt1"/>
                          </a:solidFill>
                          <a:latin typeface="Dosis"/>
                          <a:ea typeface="Dosis"/>
                          <a:cs typeface="Dosis"/>
                          <a:sym typeface="Dosis"/>
                        </a:rPr>
                        <a:t>Jason D. Clark</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graphicFrame>
        <p:nvGraphicFramePr>
          <p:cNvPr id="265" name="Google Shape;265;p20"/>
          <p:cNvGraphicFramePr/>
          <p:nvPr/>
        </p:nvGraphicFramePr>
        <p:xfrm>
          <a:off x="5884625" y="1552200"/>
          <a:ext cx="3000000" cy="3000000"/>
        </p:xfrm>
        <a:graphic>
          <a:graphicData uri="http://schemas.openxmlformats.org/drawingml/2006/table">
            <a:tbl>
              <a:tblPr>
                <a:noFill/>
                <a:tableStyleId>{42F52E1E-71C8-41E8-9905-C88289EF3109}</a:tableStyleId>
              </a:tblPr>
              <a:tblGrid>
                <a:gridCol w="2317550"/>
              </a:tblGrid>
              <a:tr h="502900">
                <a:tc>
                  <a:txBody>
                    <a:bodyPr/>
                    <a:lstStyle/>
                    <a:p>
                      <a:pPr indent="0" lvl="0" marL="0" rtl="0" algn="ctr">
                        <a:spcBef>
                          <a:spcPts val="0"/>
                        </a:spcBef>
                        <a:spcAft>
                          <a:spcPts val="0"/>
                        </a:spcAft>
                        <a:buNone/>
                      </a:pPr>
                      <a:r>
                        <a:rPr lang="en" sz="2000">
                          <a:solidFill>
                            <a:schemeClr val="lt1"/>
                          </a:solidFill>
                          <a:latin typeface="Dosis SemiBold"/>
                          <a:ea typeface="Dosis SemiBold"/>
                          <a:cs typeface="Dosis SemiBold"/>
                          <a:sym typeface="Dosis SemiBold"/>
                        </a:rPr>
                        <a:t>TEAM 2</a:t>
                      </a:r>
                      <a:endParaRPr sz="2100">
                        <a:solidFill>
                          <a:schemeClr val="lt1"/>
                        </a:solidFill>
                        <a:latin typeface="Lilita One"/>
                        <a:ea typeface="Lilita One"/>
                        <a:cs typeface="Lilita One"/>
                        <a:sym typeface="Lilita One"/>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1"/>
                    </a:solidFill>
                  </a:tcPr>
                </a:tc>
              </a:tr>
              <a:tr h="426700">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Charles E. Schmidt</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426700">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Jeffrey B. Wiggins</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426700">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Joanne</a:t>
                      </a:r>
                      <a:r>
                        <a:rPr lang="en" sz="1600">
                          <a:solidFill>
                            <a:schemeClr val="lt1"/>
                          </a:solidFill>
                          <a:latin typeface="Dosis"/>
                          <a:ea typeface="Dosis"/>
                          <a:cs typeface="Dosis"/>
                          <a:sym typeface="Dosis"/>
                        </a:rPr>
                        <a:t> Lindman</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426700">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Wendy J.</a:t>
                      </a:r>
                      <a:r>
                        <a:rPr lang="en" sz="1600">
                          <a:solidFill>
                            <a:schemeClr val="lt1"/>
                          </a:solidFill>
                          <a:latin typeface="Dosis"/>
                          <a:ea typeface="Dosis"/>
                          <a:cs typeface="Dosis"/>
                          <a:sym typeface="Dosis"/>
                        </a:rPr>
                        <a:t> Chang</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426700">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Lisa D. Lopez</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1"/>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sp>
        <p:nvSpPr>
          <p:cNvPr id="271" name="Google Shape;271;p21"/>
          <p:cNvSpPr txBox="1"/>
          <p:nvPr/>
        </p:nvSpPr>
        <p:spPr>
          <a:xfrm>
            <a:off x="3714450" y="1441950"/>
            <a:ext cx="1715100" cy="585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GAME BASICS</a:t>
            </a:r>
            <a:endParaRPr sz="2000">
              <a:solidFill>
                <a:schemeClr val="dk2"/>
              </a:solidFill>
              <a:latin typeface="Dosis SemiBold"/>
              <a:ea typeface="Dosis SemiBold"/>
              <a:cs typeface="Dosis SemiBold"/>
              <a:sym typeface="Dosis SemiBold"/>
            </a:endParaRPr>
          </a:p>
        </p:txBody>
      </p:sp>
      <p:sp>
        <p:nvSpPr>
          <p:cNvPr id="272" name="Google Shape;272;p21"/>
          <p:cNvSpPr/>
          <p:nvPr/>
        </p:nvSpPr>
        <p:spPr>
          <a:xfrm>
            <a:off x="2900826" y="3359942"/>
            <a:ext cx="1077077" cy="1077077"/>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1"/>
          <p:cNvSpPr/>
          <p:nvPr/>
        </p:nvSpPr>
        <p:spPr>
          <a:xfrm>
            <a:off x="2900837" y="3359942"/>
            <a:ext cx="1077077" cy="1077077"/>
          </a:xfrm>
          <a:prstGeom prst="pie">
            <a:avLst>
              <a:gd fmla="val 16261269" name="adj1"/>
              <a:gd fmla="val 391384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1"/>
          <p:cNvSpPr/>
          <p:nvPr/>
        </p:nvSpPr>
        <p:spPr>
          <a:xfrm>
            <a:off x="5159301" y="3359942"/>
            <a:ext cx="1077077" cy="107707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1"/>
          <p:cNvSpPr/>
          <p:nvPr/>
        </p:nvSpPr>
        <p:spPr>
          <a:xfrm>
            <a:off x="5159312" y="3359942"/>
            <a:ext cx="1077077" cy="1077077"/>
          </a:xfrm>
          <a:prstGeom prst="pie">
            <a:avLst>
              <a:gd fmla="val 16261269" name="adj1"/>
              <a:gd fmla="val 6149198"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6" name="Google Shape;276;p21"/>
          <p:cNvCxnSpPr>
            <a:stCxn id="277" idx="3"/>
            <a:endCxn id="278" idx="1"/>
          </p:cNvCxnSpPr>
          <p:nvPr/>
        </p:nvCxnSpPr>
        <p:spPr>
          <a:xfrm>
            <a:off x="3977825" y="3011786"/>
            <a:ext cx="1181400" cy="0"/>
          </a:xfrm>
          <a:prstGeom prst="straightConnector1">
            <a:avLst/>
          </a:prstGeom>
          <a:noFill/>
          <a:ln cap="flat" cmpd="sng" w="28575">
            <a:solidFill>
              <a:schemeClr val="lt1"/>
            </a:solidFill>
            <a:prstDash val="solid"/>
            <a:round/>
            <a:headEnd len="med" w="med" type="triangle"/>
            <a:tailEnd len="med" w="med" type="triangle"/>
          </a:ln>
        </p:spPr>
      </p:cxnSp>
      <p:grpSp>
        <p:nvGrpSpPr>
          <p:cNvPr id="279" name="Google Shape;279;p21"/>
          <p:cNvGrpSpPr/>
          <p:nvPr/>
        </p:nvGrpSpPr>
        <p:grpSpPr>
          <a:xfrm>
            <a:off x="713225" y="2772686"/>
            <a:ext cx="3264600" cy="1755388"/>
            <a:chOff x="713225" y="2772686"/>
            <a:chExt cx="3264600" cy="1755388"/>
          </a:xfrm>
        </p:grpSpPr>
        <p:sp>
          <p:nvSpPr>
            <p:cNvPr id="280" name="Google Shape;280;p21"/>
            <p:cNvSpPr txBox="1"/>
            <p:nvPr/>
          </p:nvSpPr>
          <p:spPr>
            <a:xfrm>
              <a:off x="713225" y="3530944"/>
              <a:ext cx="1997100" cy="3717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ATTACK</a:t>
              </a:r>
              <a:endParaRPr sz="2000">
                <a:solidFill>
                  <a:schemeClr val="dk2"/>
                </a:solidFill>
                <a:latin typeface="Dosis SemiBold"/>
                <a:ea typeface="Dosis SemiBold"/>
                <a:cs typeface="Dosis SemiBold"/>
                <a:sym typeface="Dosis SemiBold"/>
              </a:endParaRPr>
            </a:p>
          </p:txBody>
        </p:sp>
        <p:sp>
          <p:nvSpPr>
            <p:cNvPr id="281" name="Google Shape;281;p21"/>
            <p:cNvSpPr txBox="1"/>
            <p:nvPr/>
          </p:nvSpPr>
          <p:spPr>
            <a:xfrm>
              <a:off x="713225" y="3884274"/>
              <a:ext cx="1997100" cy="643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Mercury is the smallest planet of them all</a:t>
              </a:r>
              <a:endParaRPr sz="1600">
                <a:solidFill>
                  <a:schemeClr val="lt1"/>
                </a:solidFill>
                <a:latin typeface="Dosis"/>
                <a:ea typeface="Dosis"/>
                <a:cs typeface="Dosis"/>
                <a:sym typeface="Dosis"/>
              </a:endParaRPr>
            </a:p>
          </p:txBody>
        </p:sp>
        <p:sp>
          <p:nvSpPr>
            <p:cNvPr id="277" name="Google Shape;277;p21"/>
            <p:cNvSpPr txBox="1"/>
            <p:nvPr/>
          </p:nvSpPr>
          <p:spPr>
            <a:xfrm>
              <a:off x="2900825" y="2772686"/>
              <a:ext cx="1077000" cy="47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3000">
                  <a:solidFill>
                    <a:schemeClr val="dk2"/>
                  </a:solidFill>
                  <a:latin typeface="Bevan"/>
                  <a:ea typeface="Bevan"/>
                  <a:cs typeface="Bevan"/>
                  <a:sym typeface="Bevan"/>
                </a:rPr>
                <a:t>45%</a:t>
              </a:r>
              <a:endParaRPr sz="3000">
                <a:solidFill>
                  <a:schemeClr val="dk2"/>
                </a:solidFill>
                <a:latin typeface="Bevan"/>
                <a:ea typeface="Bevan"/>
                <a:cs typeface="Bevan"/>
                <a:sym typeface="Bevan"/>
              </a:endParaRPr>
            </a:p>
          </p:txBody>
        </p:sp>
        <p:sp>
          <p:nvSpPr>
            <p:cNvPr id="282" name="Google Shape;282;p21"/>
            <p:cNvSpPr/>
            <p:nvPr/>
          </p:nvSpPr>
          <p:spPr>
            <a:xfrm>
              <a:off x="1287964" y="2772698"/>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Bevan"/>
                  <a:ea typeface="Bevan"/>
                  <a:cs typeface="Bevan"/>
                  <a:sym typeface="Bevan"/>
                </a:rPr>
                <a:t>01</a:t>
              </a:r>
              <a:endParaRPr sz="2100">
                <a:solidFill>
                  <a:schemeClr val="lt1"/>
                </a:solidFill>
                <a:latin typeface="Bevan"/>
                <a:ea typeface="Bevan"/>
                <a:cs typeface="Bevan"/>
                <a:sym typeface="Bevan"/>
              </a:endParaRPr>
            </a:p>
          </p:txBody>
        </p:sp>
      </p:grpSp>
      <p:grpSp>
        <p:nvGrpSpPr>
          <p:cNvPr id="283" name="Google Shape;283;p21"/>
          <p:cNvGrpSpPr/>
          <p:nvPr/>
        </p:nvGrpSpPr>
        <p:grpSpPr>
          <a:xfrm>
            <a:off x="5159300" y="2772686"/>
            <a:ext cx="3264700" cy="1755388"/>
            <a:chOff x="5159300" y="2772686"/>
            <a:chExt cx="3264700" cy="1755388"/>
          </a:xfrm>
        </p:grpSpPr>
        <p:sp>
          <p:nvSpPr>
            <p:cNvPr id="284" name="Google Shape;284;p21"/>
            <p:cNvSpPr txBox="1"/>
            <p:nvPr/>
          </p:nvSpPr>
          <p:spPr>
            <a:xfrm>
              <a:off x="6426900" y="3530419"/>
              <a:ext cx="1997100" cy="3717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DEFENSE</a:t>
              </a:r>
              <a:endParaRPr sz="2000">
                <a:solidFill>
                  <a:schemeClr val="dk2"/>
                </a:solidFill>
                <a:latin typeface="Dosis SemiBold"/>
                <a:ea typeface="Dosis SemiBold"/>
                <a:cs typeface="Dosis SemiBold"/>
                <a:sym typeface="Dosis SemiBold"/>
              </a:endParaRPr>
            </a:p>
          </p:txBody>
        </p:sp>
        <p:sp>
          <p:nvSpPr>
            <p:cNvPr id="285" name="Google Shape;285;p21"/>
            <p:cNvSpPr txBox="1"/>
            <p:nvPr/>
          </p:nvSpPr>
          <p:spPr>
            <a:xfrm>
              <a:off x="6426900" y="3884274"/>
              <a:ext cx="1997100" cy="643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Venus has a very beautiful name</a:t>
              </a:r>
              <a:endParaRPr sz="1600">
                <a:solidFill>
                  <a:schemeClr val="lt1"/>
                </a:solidFill>
                <a:latin typeface="Dosis"/>
                <a:ea typeface="Dosis"/>
                <a:cs typeface="Dosis"/>
                <a:sym typeface="Dosis"/>
              </a:endParaRPr>
            </a:p>
          </p:txBody>
        </p:sp>
        <p:sp>
          <p:nvSpPr>
            <p:cNvPr id="278" name="Google Shape;278;p21"/>
            <p:cNvSpPr txBox="1"/>
            <p:nvPr/>
          </p:nvSpPr>
          <p:spPr>
            <a:xfrm>
              <a:off x="5159300" y="2772686"/>
              <a:ext cx="1077000" cy="47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3000">
                  <a:solidFill>
                    <a:schemeClr val="dk2"/>
                  </a:solidFill>
                  <a:latin typeface="Bevan"/>
                  <a:ea typeface="Bevan"/>
                  <a:cs typeface="Bevan"/>
                  <a:sym typeface="Bevan"/>
                </a:rPr>
                <a:t>55%</a:t>
              </a:r>
              <a:endParaRPr sz="3000">
                <a:solidFill>
                  <a:schemeClr val="dk2"/>
                </a:solidFill>
                <a:latin typeface="Bevan"/>
                <a:ea typeface="Bevan"/>
                <a:cs typeface="Bevan"/>
                <a:sym typeface="Bevan"/>
              </a:endParaRPr>
            </a:p>
          </p:txBody>
        </p:sp>
        <p:sp>
          <p:nvSpPr>
            <p:cNvPr id="286" name="Google Shape;286;p21"/>
            <p:cNvSpPr/>
            <p:nvPr/>
          </p:nvSpPr>
          <p:spPr>
            <a:xfrm>
              <a:off x="7001539" y="2772698"/>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Bevan"/>
                  <a:ea typeface="Bevan"/>
                  <a:cs typeface="Bevan"/>
                  <a:sym typeface="Bevan"/>
                </a:rPr>
                <a:t>02</a:t>
              </a:r>
              <a:endParaRPr sz="2100">
                <a:solidFill>
                  <a:schemeClr val="lt1"/>
                </a:solidFill>
                <a:latin typeface="Bevan"/>
                <a:ea typeface="Bevan"/>
                <a:cs typeface="Bevan"/>
                <a:sym typeface="Bevan"/>
              </a:endParaRPr>
            </a:p>
          </p:txBody>
        </p:sp>
      </p:grpSp>
      <p:grpSp>
        <p:nvGrpSpPr>
          <p:cNvPr id="287" name="Google Shape;287;p21"/>
          <p:cNvGrpSpPr/>
          <p:nvPr/>
        </p:nvGrpSpPr>
        <p:grpSpPr>
          <a:xfrm>
            <a:off x="1392057" y="1026685"/>
            <a:ext cx="639427" cy="1523535"/>
            <a:chOff x="8016390" y="1553798"/>
            <a:chExt cx="304576" cy="725735"/>
          </a:xfrm>
        </p:grpSpPr>
        <p:sp>
          <p:nvSpPr>
            <p:cNvPr id="288" name="Google Shape;288;p21"/>
            <p:cNvSpPr/>
            <p:nvPr/>
          </p:nvSpPr>
          <p:spPr>
            <a:xfrm>
              <a:off x="8016390" y="1559237"/>
              <a:ext cx="304576" cy="720295"/>
            </a:xfrm>
            <a:custGeom>
              <a:rect b="b" l="l" r="r" t="t"/>
              <a:pathLst>
                <a:path extrusionOk="0" h="9462" w="4001">
                  <a:moveTo>
                    <a:pt x="2309" y="648"/>
                  </a:moveTo>
                  <a:cubicBezTo>
                    <a:pt x="2323" y="674"/>
                    <a:pt x="2342" y="707"/>
                    <a:pt x="2348" y="722"/>
                  </a:cubicBezTo>
                  <a:cubicBezTo>
                    <a:pt x="2356" y="741"/>
                    <a:pt x="2369" y="767"/>
                    <a:pt x="2372" y="791"/>
                  </a:cubicBezTo>
                  <a:cubicBezTo>
                    <a:pt x="2374" y="814"/>
                    <a:pt x="2382" y="882"/>
                    <a:pt x="2385" y="917"/>
                  </a:cubicBezTo>
                  <a:cubicBezTo>
                    <a:pt x="2373" y="894"/>
                    <a:pt x="2348" y="844"/>
                    <a:pt x="2328" y="824"/>
                  </a:cubicBezTo>
                  <a:cubicBezTo>
                    <a:pt x="2316" y="811"/>
                    <a:pt x="2300" y="789"/>
                    <a:pt x="2284" y="770"/>
                  </a:cubicBezTo>
                  <a:cubicBezTo>
                    <a:pt x="2296" y="734"/>
                    <a:pt x="2303" y="697"/>
                    <a:pt x="2307" y="659"/>
                  </a:cubicBezTo>
                  <a:cubicBezTo>
                    <a:pt x="2307" y="655"/>
                    <a:pt x="2307" y="651"/>
                    <a:pt x="2309" y="648"/>
                  </a:cubicBezTo>
                  <a:close/>
                  <a:moveTo>
                    <a:pt x="2246" y="865"/>
                  </a:moveTo>
                  <a:cubicBezTo>
                    <a:pt x="2267" y="897"/>
                    <a:pt x="2296" y="941"/>
                    <a:pt x="2296" y="943"/>
                  </a:cubicBezTo>
                  <a:cubicBezTo>
                    <a:pt x="2297" y="946"/>
                    <a:pt x="2312" y="976"/>
                    <a:pt x="2297" y="978"/>
                  </a:cubicBezTo>
                  <a:cubicBezTo>
                    <a:pt x="2295" y="979"/>
                    <a:pt x="2293" y="979"/>
                    <a:pt x="2291" y="979"/>
                  </a:cubicBezTo>
                  <a:cubicBezTo>
                    <a:pt x="2277" y="979"/>
                    <a:pt x="2263" y="971"/>
                    <a:pt x="2256" y="964"/>
                  </a:cubicBezTo>
                  <a:cubicBezTo>
                    <a:pt x="2249" y="957"/>
                    <a:pt x="2222" y="938"/>
                    <a:pt x="2207" y="929"/>
                  </a:cubicBezTo>
                  <a:cubicBezTo>
                    <a:pt x="2222" y="908"/>
                    <a:pt x="2235" y="887"/>
                    <a:pt x="2246" y="865"/>
                  </a:cubicBezTo>
                  <a:close/>
                  <a:moveTo>
                    <a:pt x="1658" y="2285"/>
                  </a:moveTo>
                  <a:cubicBezTo>
                    <a:pt x="1658" y="2285"/>
                    <a:pt x="1658" y="2286"/>
                    <a:pt x="1658" y="2286"/>
                  </a:cubicBezTo>
                  <a:lnTo>
                    <a:pt x="1658" y="2286"/>
                  </a:lnTo>
                  <a:cubicBezTo>
                    <a:pt x="1658" y="2286"/>
                    <a:pt x="1658" y="2285"/>
                    <a:pt x="1658" y="2285"/>
                  </a:cubicBezTo>
                  <a:close/>
                  <a:moveTo>
                    <a:pt x="1693" y="2288"/>
                  </a:moveTo>
                  <a:lnTo>
                    <a:pt x="1693" y="2288"/>
                  </a:lnTo>
                  <a:cubicBezTo>
                    <a:pt x="1693" y="2288"/>
                    <a:pt x="1693" y="2288"/>
                    <a:pt x="1693" y="2289"/>
                  </a:cubicBezTo>
                  <a:lnTo>
                    <a:pt x="1693" y="2289"/>
                  </a:lnTo>
                  <a:cubicBezTo>
                    <a:pt x="1693" y="2288"/>
                    <a:pt x="1693" y="2288"/>
                    <a:pt x="1693" y="2288"/>
                  </a:cubicBezTo>
                  <a:close/>
                  <a:moveTo>
                    <a:pt x="1653" y="2291"/>
                  </a:moveTo>
                  <a:cubicBezTo>
                    <a:pt x="1653" y="2295"/>
                    <a:pt x="1653" y="2298"/>
                    <a:pt x="1653" y="2303"/>
                  </a:cubicBezTo>
                  <a:cubicBezTo>
                    <a:pt x="1654" y="2304"/>
                    <a:pt x="1654" y="2305"/>
                    <a:pt x="1654" y="2305"/>
                  </a:cubicBezTo>
                  <a:lnTo>
                    <a:pt x="1654" y="2305"/>
                  </a:lnTo>
                  <a:cubicBezTo>
                    <a:pt x="1654" y="2301"/>
                    <a:pt x="1653" y="2296"/>
                    <a:pt x="1653" y="2291"/>
                  </a:cubicBezTo>
                  <a:close/>
                  <a:moveTo>
                    <a:pt x="1755" y="2306"/>
                  </a:moveTo>
                  <a:cubicBezTo>
                    <a:pt x="1755" y="2306"/>
                    <a:pt x="1755" y="2307"/>
                    <a:pt x="1755" y="2308"/>
                  </a:cubicBezTo>
                  <a:lnTo>
                    <a:pt x="1755" y="2308"/>
                  </a:lnTo>
                  <a:cubicBezTo>
                    <a:pt x="1755" y="2307"/>
                    <a:pt x="1755" y="2306"/>
                    <a:pt x="1755" y="2306"/>
                  </a:cubicBezTo>
                  <a:close/>
                  <a:moveTo>
                    <a:pt x="1758" y="2313"/>
                  </a:moveTo>
                  <a:cubicBezTo>
                    <a:pt x="1758" y="2315"/>
                    <a:pt x="1758" y="2319"/>
                    <a:pt x="1759" y="2321"/>
                  </a:cubicBezTo>
                  <a:lnTo>
                    <a:pt x="1759" y="2321"/>
                  </a:lnTo>
                  <a:cubicBezTo>
                    <a:pt x="1759" y="2318"/>
                    <a:pt x="1758" y="2316"/>
                    <a:pt x="1758" y="2313"/>
                  </a:cubicBezTo>
                  <a:close/>
                  <a:moveTo>
                    <a:pt x="1605" y="2321"/>
                  </a:moveTo>
                  <a:cubicBezTo>
                    <a:pt x="1605" y="2322"/>
                    <a:pt x="1605" y="2322"/>
                    <a:pt x="1605" y="2322"/>
                  </a:cubicBezTo>
                  <a:lnTo>
                    <a:pt x="1605" y="2322"/>
                  </a:lnTo>
                  <a:cubicBezTo>
                    <a:pt x="1605" y="2322"/>
                    <a:pt x="1605" y="2322"/>
                    <a:pt x="1605" y="2321"/>
                  </a:cubicBezTo>
                  <a:close/>
                  <a:moveTo>
                    <a:pt x="1846" y="2330"/>
                  </a:moveTo>
                  <a:cubicBezTo>
                    <a:pt x="1846" y="2331"/>
                    <a:pt x="1846" y="2332"/>
                    <a:pt x="1846" y="2333"/>
                  </a:cubicBezTo>
                  <a:lnTo>
                    <a:pt x="1846" y="2333"/>
                  </a:lnTo>
                  <a:cubicBezTo>
                    <a:pt x="1846" y="2332"/>
                    <a:pt x="1846" y="2331"/>
                    <a:pt x="1846" y="2330"/>
                  </a:cubicBezTo>
                  <a:close/>
                  <a:moveTo>
                    <a:pt x="1828" y="2329"/>
                  </a:moveTo>
                  <a:cubicBezTo>
                    <a:pt x="1827" y="2332"/>
                    <a:pt x="1827" y="2335"/>
                    <a:pt x="1828" y="2339"/>
                  </a:cubicBezTo>
                  <a:lnTo>
                    <a:pt x="1828" y="2339"/>
                  </a:lnTo>
                  <a:cubicBezTo>
                    <a:pt x="1828" y="2336"/>
                    <a:pt x="1829" y="2332"/>
                    <a:pt x="1828" y="2329"/>
                  </a:cubicBezTo>
                  <a:close/>
                  <a:moveTo>
                    <a:pt x="1854" y="2330"/>
                  </a:moveTo>
                  <a:lnTo>
                    <a:pt x="1854" y="2330"/>
                  </a:lnTo>
                  <a:cubicBezTo>
                    <a:pt x="1854" y="2334"/>
                    <a:pt x="1853" y="2338"/>
                    <a:pt x="1854" y="2341"/>
                  </a:cubicBezTo>
                  <a:lnTo>
                    <a:pt x="1854" y="2341"/>
                  </a:lnTo>
                  <a:cubicBezTo>
                    <a:pt x="1855" y="2338"/>
                    <a:pt x="1855" y="2334"/>
                    <a:pt x="1854" y="2330"/>
                  </a:cubicBezTo>
                  <a:close/>
                  <a:moveTo>
                    <a:pt x="1524" y="2376"/>
                  </a:moveTo>
                  <a:lnTo>
                    <a:pt x="1524" y="2376"/>
                  </a:lnTo>
                  <a:cubicBezTo>
                    <a:pt x="1524" y="2376"/>
                    <a:pt x="1524" y="2376"/>
                    <a:pt x="1524" y="2377"/>
                  </a:cubicBezTo>
                  <a:lnTo>
                    <a:pt x="1524" y="2377"/>
                  </a:lnTo>
                  <a:cubicBezTo>
                    <a:pt x="1524" y="2377"/>
                    <a:pt x="1524" y="2377"/>
                    <a:pt x="1524" y="2377"/>
                  </a:cubicBezTo>
                  <a:lnTo>
                    <a:pt x="1524" y="2377"/>
                  </a:lnTo>
                  <a:cubicBezTo>
                    <a:pt x="1524" y="2377"/>
                    <a:pt x="1524" y="2378"/>
                    <a:pt x="1523" y="2378"/>
                  </a:cubicBezTo>
                  <a:lnTo>
                    <a:pt x="1523" y="2378"/>
                  </a:lnTo>
                  <a:cubicBezTo>
                    <a:pt x="1523" y="2378"/>
                    <a:pt x="1523" y="2377"/>
                    <a:pt x="1522" y="2376"/>
                  </a:cubicBezTo>
                  <a:lnTo>
                    <a:pt x="1522" y="2376"/>
                  </a:lnTo>
                  <a:cubicBezTo>
                    <a:pt x="1523" y="2377"/>
                    <a:pt x="1523" y="2377"/>
                    <a:pt x="1524" y="2377"/>
                  </a:cubicBezTo>
                  <a:lnTo>
                    <a:pt x="1524" y="2377"/>
                  </a:lnTo>
                  <a:cubicBezTo>
                    <a:pt x="1524" y="2376"/>
                    <a:pt x="1524" y="2376"/>
                    <a:pt x="1524" y="2376"/>
                  </a:cubicBezTo>
                  <a:close/>
                  <a:moveTo>
                    <a:pt x="1904" y="2371"/>
                  </a:moveTo>
                  <a:cubicBezTo>
                    <a:pt x="1904" y="2372"/>
                    <a:pt x="1904" y="2376"/>
                    <a:pt x="1905" y="2380"/>
                  </a:cubicBezTo>
                  <a:lnTo>
                    <a:pt x="1905" y="2380"/>
                  </a:lnTo>
                  <a:cubicBezTo>
                    <a:pt x="1905" y="2376"/>
                    <a:pt x="1905" y="2372"/>
                    <a:pt x="1904" y="2371"/>
                  </a:cubicBezTo>
                  <a:close/>
                  <a:moveTo>
                    <a:pt x="1524" y="2377"/>
                  </a:moveTo>
                  <a:cubicBezTo>
                    <a:pt x="1546" y="2378"/>
                    <a:pt x="1537" y="2381"/>
                    <a:pt x="1528" y="2383"/>
                  </a:cubicBezTo>
                  <a:lnTo>
                    <a:pt x="1528" y="2383"/>
                  </a:lnTo>
                  <a:cubicBezTo>
                    <a:pt x="1527" y="2381"/>
                    <a:pt x="1525" y="2378"/>
                    <a:pt x="1524" y="2377"/>
                  </a:cubicBezTo>
                  <a:close/>
                  <a:moveTo>
                    <a:pt x="1518" y="2387"/>
                  </a:moveTo>
                  <a:cubicBezTo>
                    <a:pt x="1518" y="2387"/>
                    <a:pt x="1518" y="2387"/>
                    <a:pt x="1518" y="2387"/>
                  </a:cubicBezTo>
                  <a:cubicBezTo>
                    <a:pt x="1518" y="2387"/>
                    <a:pt x="1518" y="2387"/>
                    <a:pt x="1518" y="2387"/>
                  </a:cubicBezTo>
                  <a:close/>
                  <a:moveTo>
                    <a:pt x="1961" y="2418"/>
                  </a:moveTo>
                  <a:cubicBezTo>
                    <a:pt x="1960" y="2419"/>
                    <a:pt x="1960" y="2420"/>
                    <a:pt x="1960" y="2422"/>
                  </a:cubicBezTo>
                  <a:lnTo>
                    <a:pt x="1960" y="2422"/>
                  </a:lnTo>
                  <a:cubicBezTo>
                    <a:pt x="1960" y="2420"/>
                    <a:pt x="1961" y="2418"/>
                    <a:pt x="1961" y="2418"/>
                  </a:cubicBezTo>
                  <a:close/>
                  <a:moveTo>
                    <a:pt x="1984" y="2444"/>
                  </a:moveTo>
                  <a:lnTo>
                    <a:pt x="1984" y="2444"/>
                  </a:lnTo>
                  <a:cubicBezTo>
                    <a:pt x="1984" y="2447"/>
                    <a:pt x="1983" y="2449"/>
                    <a:pt x="1983" y="2452"/>
                  </a:cubicBezTo>
                  <a:lnTo>
                    <a:pt x="1983" y="2452"/>
                  </a:lnTo>
                  <a:cubicBezTo>
                    <a:pt x="1984" y="2450"/>
                    <a:pt x="1984" y="2447"/>
                    <a:pt x="1984" y="2444"/>
                  </a:cubicBezTo>
                  <a:close/>
                  <a:moveTo>
                    <a:pt x="1999" y="2466"/>
                  </a:moveTo>
                  <a:cubicBezTo>
                    <a:pt x="1999" y="2470"/>
                    <a:pt x="1999" y="2473"/>
                    <a:pt x="1999" y="2476"/>
                  </a:cubicBezTo>
                  <a:lnTo>
                    <a:pt x="1999" y="2476"/>
                  </a:lnTo>
                  <a:cubicBezTo>
                    <a:pt x="2000" y="2473"/>
                    <a:pt x="1999" y="2469"/>
                    <a:pt x="1999" y="2466"/>
                  </a:cubicBezTo>
                  <a:close/>
                  <a:moveTo>
                    <a:pt x="2010" y="2474"/>
                  </a:moveTo>
                  <a:lnTo>
                    <a:pt x="2010" y="2474"/>
                  </a:lnTo>
                  <a:cubicBezTo>
                    <a:pt x="2010" y="2476"/>
                    <a:pt x="2010" y="2477"/>
                    <a:pt x="2010" y="2479"/>
                  </a:cubicBezTo>
                  <a:lnTo>
                    <a:pt x="2010" y="2479"/>
                  </a:lnTo>
                  <a:cubicBezTo>
                    <a:pt x="2010" y="2477"/>
                    <a:pt x="2010" y="2476"/>
                    <a:pt x="2010" y="2474"/>
                  </a:cubicBezTo>
                  <a:close/>
                  <a:moveTo>
                    <a:pt x="1414" y="2512"/>
                  </a:moveTo>
                  <a:cubicBezTo>
                    <a:pt x="1413" y="2512"/>
                    <a:pt x="1412" y="2512"/>
                    <a:pt x="1412" y="2512"/>
                  </a:cubicBezTo>
                  <a:lnTo>
                    <a:pt x="1416" y="2512"/>
                  </a:lnTo>
                  <a:cubicBezTo>
                    <a:pt x="1415" y="2512"/>
                    <a:pt x="1414" y="2512"/>
                    <a:pt x="1414" y="2512"/>
                  </a:cubicBezTo>
                  <a:close/>
                  <a:moveTo>
                    <a:pt x="1601" y="3443"/>
                  </a:moveTo>
                  <a:cubicBezTo>
                    <a:pt x="1602" y="3444"/>
                    <a:pt x="1602" y="3445"/>
                    <a:pt x="1602" y="3446"/>
                  </a:cubicBezTo>
                  <a:cubicBezTo>
                    <a:pt x="1602" y="3446"/>
                    <a:pt x="1602" y="3447"/>
                    <a:pt x="1602" y="3447"/>
                  </a:cubicBezTo>
                  <a:cubicBezTo>
                    <a:pt x="1602" y="3447"/>
                    <a:pt x="1602" y="3445"/>
                    <a:pt x="1601" y="3443"/>
                  </a:cubicBezTo>
                  <a:close/>
                  <a:moveTo>
                    <a:pt x="2272" y="6021"/>
                  </a:moveTo>
                  <a:lnTo>
                    <a:pt x="2272" y="6021"/>
                  </a:lnTo>
                  <a:cubicBezTo>
                    <a:pt x="2256" y="6029"/>
                    <a:pt x="2239" y="6035"/>
                    <a:pt x="2220" y="6040"/>
                  </a:cubicBezTo>
                  <a:cubicBezTo>
                    <a:pt x="2238" y="6033"/>
                    <a:pt x="2256" y="6027"/>
                    <a:pt x="2272" y="6021"/>
                  </a:cubicBezTo>
                  <a:close/>
                  <a:moveTo>
                    <a:pt x="2520" y="6342"/>
                  </a:moveTo>
                  <a:lnTo>
                    <a:pt x="2520" y="6342"/>
                  </a:lnTo>
                  <a:cubicBezTo>
                    <a:pt x="2519" y="6346"/>
                    <a:pt x="2517" y="6351"/>
                    <a:pt x="2516" y="6354"/>
                  </a:cubicBezTo>
                  <a:lnTo>
                    <a:pt x="2508" y="6384"/>
                  </a:lnTo>
                  <a:cubicBezTo>
                    <a:pt x="2504" y="6381"/>
                    <a:pt x="2514" y="6357"/>
                    <a:pt x="2520" y="6342"/>
                  </a:cubicBezTo>
                  <a:close/>
                  <a:moveTo>
                    <a:pt x="2717" y="6881"/>
                  </a:moveTo>
                  <a:cubicBezTo>
                    <a:pt x="2715" y="6882"/>
                    <a:pt x="2715" y="6882"/>
                    <a:pt x="2714" y="6884"/>
                  </a:cubicBezTo>
                  <a:lnTo>
                    <a:pt x="2712" y="6881"/>
                  </a:lnTo>
                  <a:close/>
                  <a:moveTo>
                    <a:pt x="1905" y="7611"/>
                  </a:moveTo>
                  <a:cubicBezTo>
                    <a:pt x="1900" y="7617"/>
                    <a:pt x="1894" y="7623"/>
                    <a:pt x="1889" y="7623"/>
                  </a:cubicBezTo>
                  <a:cubicBezTo>
                    <a:pt x="1889" y="7623"/>
                    <a:pt x="1888" y="7623"/>
                    <a:pt x="1888" y="7622"/>
                  </a:cubicBezTo>
                  <a:cubicBezTo>
                    <a:pt x="1894" y="7618"/>
                    <a:pt x="1900" y="7615"/>
                    <a:pt x="1905" y="7611"/>
                  </a:cubicBezTo>
                  <a:close/>
                  <a:moveTo>
                    <a:pt x="1719" y="0"/>
                  </a:moveTo>
                  <a:cubicBezTo>
                    <a:pt x="1419" y="0"/>
                    <a:pt x="1162" y="225"/>
                    <a:pt x="1128" y="530"/>
                  </a:cubicBezTo>
                  <a:cubicBezTo>
                    <a:pt x="1093" y="856"/>
                    <a:pt x="1327" y="1149"/>
                    <a:pt x="1653" y="1185"/>
                  </a:cubicBezTo>
                  <a:cubicBezTo>
                    <a:pt x="1675" y="1188"/>
                    <a:pt x="1697" y="1189"/>
                    <a:pt x="1718" y="1189"/>
                  </a:cubicBezTo>
                  <a:cubicBezTo>
                    <a:pt x="1884" y="1189"/>
                    <a:pt x="2036" y="1120"/>
                    <a:pt x="2146" y="1006"/>
                  </a:cubicBezTo>
                  <a:cubicBezTo>
                    <a:pt x="2163" y="1016"/>
                    <a:pt x="2176" y="1024"/>
                    <a:pt x="2178" y="1024"/>
                  </a:cubicBezTo>
                  <a:lnTo>
                    <a:pt x="2245" y="1070"/>
                  </a:lnTo>
                  <a:cubicBezTo>
                    <a:pt x="2254" y="1105"/>
                    <a:pt x="2270" y="1175"/>
                    <a:pt x="2277" y="1206"/>
                  </a:cubicBezTo>
                  <a:cubicBezTo>
                    <a:pt x="2284" y="1238"/>
                    <a:pt x="2313" y="1332"/>
                    <a:pt x="2345" y="1376"/>
                  </a:cubicBezTo>
                  <a:cubicBezTo>
                    <a:pt x="2376" y="1418"/>
                    <a:pt x="2393" y="1433"/>
                    <a:pt x="2393" y="1434"/>
                  </a:cubicBezTo>
                  <a:cubicBezTo>
                    <a:pt x="2408" y="1528"/>
                    <a:pt x="2434" y="1713"/>
                    <a:pt x="2437" y="1750"/>
                  </a:cubicBezTo>
                  <a:cubicBezTo>
                    <a:pt x="2439" y="1787"/>
                    <a:pt x="2409" y="2035"/>
                    <a:pt x="2427" y="2120"/>
                  </a:cubicBezTo>
                  <a:cubicBezTo>
                    <a:pt x="2446" y="2206"/>
                    <a:pt x="2476" y="2365"/>
                    <a:pt x="2481" y="2415"/>
                  </a:cubicBezTo>
                  <a:cubicBezTo>
                    <a:pt x="2484" y="2464"/>
                    <a:pt x="2463" y="2518"/>
                    <a:pt x="2450" y="2536"/>
                  </a:cubicBezTo>
                  <a:cubicBezTo>
                    <a:pt x="2439" y="2553"/>
                    <a:pt x="2360" y="2642"/>
                    <a:pt x="2342" y="2726"/>
                  </a:cubicBezTo>
                  <a:cubicBezTo>
                    <a:pt x="2323" y="2809"/>
                    <a:pt x="2303" y="2876"/>
                    <a:pt x="2293" y="2898"/>
                  </a:cubicBezTo>
                  <a:cubicBezTo>
                    <a:pt x="2283" y="2922"/>
                    <a:pt x="2249" y="2945"/>
                    <a:pt x="2216" y="2970"/>
                  </a:cubicBezTo>
                  <a:cubicBezTo>
                    <a:pt x="2182" y="2994"/>
                    <a:pt x="2141" y="3035"/>
                    <a:pt x="2124" y="3072"/>
                  </a:cubicBezTo>
                  <a:cubicBezTo>
                    <a:pt x="2117" y="3080"/>
                    <a:pt x="2112" y="3089"/>
                    <a:pt x="2106" y="3098"/>
                  </a:cubicBezTo>
                  <a:cubicBezTo>
                    <a:pt x="2105" y="3099"/>
                    <a:pt x="2104" y="3099"/>
                    <a:pt x="2102" y="3101"/>
                  </a:cubicBezTo>
                  <a:cubicBezTo>
                    <a:pt x="2086" y="3130"/>
                    <a:pt x="2063" y="3155"/>
                    <a:pt x="2055" y="3185"/>
                  </a:cubicBezTo>
                  <a:cubicBezTo>
                    <a:pt x="2054" y="3194"/>
                    <a:pt x="2051" y="3201"/>
                    <a:pt x="2045" y="3207"/>
                  </a:cubicBezTo>
                  <a:cubicBezTo>
                    <a:pt x="2044" y="3210"/>
                    <a:pt x="2042" y="3213"/>
                    <a:pt x="2039" y="3216"/>
                  </a:cubicBezTo>
                  <a:lnTo>
                    <a:pt x="2015" y="2999"/>
                  </a:lnTo>
                  <a:cubicBezTo>
                    <a:pt x="2015" y="2994"/>
                    <a:pt x="2013" y="2987"/>
                    <a:pt x="2019" y="2973"/>
                  </a:cubicBezTo>
                  <a:cubicBezTo>
                    <a:pt x="2025" y="2957"/>
                    <a:pt x="2032" y="2955"/>
                    <a:pt x="2035" y="2955"/>
                  </a:cubicBezTo>
                  <a:cubicBezTo>
                    <a:pt x="2036" y="2955"/>
                    <a:pt x="2038" y="2955"/>
                    <a:pt x="2040" y="2955"/>
                  </a:cubicBezTo>
                  <a:cubicBezTo>
                    <a:pt x="2058" y="2955"/>
                    <a:pt x="2087" y="2954"/>
                    <a:pt x="2099" y="2923"/>
                  </a:cubicBezTo>
                  <a:cubicBezTo>
                    <a:pt x="2111" y="2888"/>
                    <a:pt x="2121" y="2840"/>
                    <a:pt x="2115" y="2826"/>
                  </a:cubicBezTo>
                  <a:cubicBezTo>
                    <a:pt x="2109" y="2809"/>
                    <a:pt x="2095" y="2793"/>
                    <a:pt x="2093" y="2792"/>
                  </a:cubicBezTo>
                  <a:cubicBezTo>
                    <a:pt x="2089" y="2788"/>
                    <a:pt x="2083" y="2779"/>
                    <a:pt x="2083" y="2776"/>
                  </a:cubicBezTo>
                  <a:cubicBezTo>
                    <a:pt x="2083" y="2773"/>
                    <a:pt x="2086" y="2747"/>
                    <a:pt x="2083" y="2728"/>
                  </a:cubicBezTo>
                  <a:cubicBezTo>
                    <a:pt x="2080" y="2710"/>
                    <a:pt x="2070" y="2662"/>
                    <a:pt x="2057" y="2630"/>
                  </a:cubicBezTo>
                  <a:cubicBezTo>
                    <a:pt x="2044" y="2598"/>
                    <a:pt x="2038" y="2565"/>
                    <a:pt x="2022" y="2544"/>
                  </a:cubicBezTo>
                  <a:cubicBezTo>
                    <a:pt x="2023" y="2539"/>
                    <a:pt x="2026" y="2534"/>
                    <a:pt x="2029" y="2530"/>
                  </a:cubicBezTo>
                  <a:cubicBezTo>
                    <a:pt x="2029" y="2528"/>
                    <a:pt x="2034" y="2524"/>
                    <a:pt x="2032" y="2524"/>
                  </a:cubicBezTo>
                  <a:lnTo>
                    <a:pt x="2032" y="2524"/>
                  </a:lnTo>
                  <a:cubicBezTo>
                    <a:pt x="2028" y="2524"/>
                    <a:pt x="2020" y="2530"/>
                    <a:pt x="2019" y="2531"/>
                  </a:cubicBezTo>
                  <a:cubicBezTo>
                    <a:pt x="2018" y="2517"/>
                    <a:pt x="2026" y="2505"/>
                    <a:pt x="2025" y="2492"/>
                  </a:cubicBezTo>
                  <a:lnTo>
                    <a:pt x="2025" y="2492"/>
                  </a:lnTo>
                  <a:cubicBezTo>
                    <a:pt x="2020" y="2495"/>
                    <a:pt x="2010" y="2504"/>
                    <a:pt x="2007" y="2509"/>
                  </a:cubicBezTo>
                  <a:cubicBezTo>
                    <a:pt x="2007" y="2510"/>
                    <a:pt x="2007" y="2511"/>
                    <a:pt x="2007" y="2511"/>
                  </a:cubicBezTo>
                  <a:cubicBezTo>
                    <a:pt x="2006" y="2511"/>
                    <a:pt x="2006" y="2505"/>
                    <a:pt x="2006" y="2504"/>
                  </a:cubicBezTo>
                  <a:cubicBezTo>
                    <a:pt x="2007" y="2495"/>
                    <a:pt x="2010" y="2487"/>
                    <a:pt x="2010" y="2479"/>
                  </a:cubicBezTo>
                  <a:lnTo>
                    <a:pt x="2010" y="2479"/>
                  </a:lnTo>
                  <a:cubicBezTo>
                    <a:pt x="2010" y="2480"/>
                    <a:pt x="2010" y="2482"/>
                    <a:pt x="2009" y="2483"/>
                  </a:cubicBezTo>
                  <a:cubicBezTo>
                    <a:pt x="2009" y="2485"/>
                    <a:pt x="2005" y="2489"/>
                    <a:pt x="2003" y="2489"/>
                  </a:cubicBezTo>
                  <a:cubicBezTo>
                    <a:pt x="2002" y="2489"/>
                    <a:pt x="2001" y="2488"/>
                    <a:pt x="2000" y="2486"/>
                  </a:cubicBezTo>
                  <a:cubicBezTo>
                    <a:pt x="1999" y="2483"/>
                    <a:pt x="1999" y="2480"/>
                    <a:pt x="1999" y="2476"/>
                  </a:cubicBezTo>
                  <a:lnTo>
                    <a:pt x="1999" y="2476"/>
                  </a:lnTo>
                  <a:cubicBezTo>
                    <a:pt x="1999" y="2480"/>
                    <a:pt x="1998" y="2484"/>
                    <a:pt x="1996" y="2486"/>
                  </a:cubicBezTo>
                  <a:cubicBezTo>
                    <a:pt x="1995" y="2486"/>
                    <a:pt x="1995" y="2486"/>
                    <a:pt x="1995" y="2486"/>
                  </a:cubicBezTo>
                  <a:cubicBezTo>
                    <a:pt x="1992" y="2486"/>
                    <a:pt x="1991" y="2481"/>
                    <a:pt x="1990" y="2476"/>
                  </a:cubicBezTo>
                  <a:cubicBezTo>
                    <a:pt x="1990" y="2479"/>
                    <a:pt x="1988" y="2483"/>
                    <a:pt x="1987" y="2483"/>
                  </a:cubicBezTo>
                  <a:cubicBezTo>
                    <a:pt x="1984" y="2483"/>
                    <a:pt x="1984" y="2473"/>
                    <a:pt x="1984" y="2472"/>
                  </a:cubicBezTo>
                  <a:cubicBezTo>
                    <a:pt x="1984" y="2464"/>
                    <a:pt x="1983" y="2458"/>
                    <a:pt x="1983" y="2452"/>
                  </a:cubicBezTo>
                  <a:lnTo>
                    <a:pt x="1983" y="2452"/>
                  </a:lnTo>
                  <a:cubicBezTo>
                    <a:pt x="1983" y="2453"/>
                    <a:pt x="1983" y="2453"/>
                    <a:pt x="1983" y="2454"/>
                  </a:cubicBezTo>
                  <a:cubicBezTo>
                    <a:pt x="1981" y="2458"/>
                    <a:pt x="1981" y="2465"/>
                    <a:pt x="1979" y="2465"/>
                  </a:cubicBezTo>
                  <a:cubicBezTo>
                    <a:pt x="1979" y="2465"/>
                    <a:pt x="1979" y="2465"/>
                    <a:pt x="1978" y="2464"/>
                  </a:cubicBezTo>
                  <a:cubicBezTo>
                    <a:pt x="1975" y="2458"/>
                    <a:pt x="1977" y="2447"/>
                    <a:pt x="1975" y="2441"/>
                  </a:cubicBezTo>
                  <a:cubicBezTo>
                    <a:pt x="1975" y="2449"/>
                    <a:pt x="1972" y="2454"/>
                    <a:pt x="1971" y="2454"/>
                  </a:cubicBezTo>
                  <a:cubicBezTo>
                    <a:pt x="1969" y="2454"/>
                    <a:pt x="1968" y="2451"/>
                    <a:pt x="1968" y="2442"/>
                  </a:cubicBezTo>
                  <a:cubicBezTo>
                    <a:pt x="1967" y="2437"/>
                    <a:pt x="1969" y="2429"/>
                    <a:pt x="1968" y="2423"/>
                  </a:cubicBezTo>
                  <a:lnTo>
                    <a:pt x="1968" y="2423"/>
                  </a:lnTo>
                  <a:cubicBezTo>
                    <a:pt x="1969" y="2429"/>
                    <a:pt x="1962" y="2447"/>
                    <a:pt x="1962" y="2447"/>
                  </a:cubicBezTo>
                  <a:cubicBezTo>
                    <a:pt x="1957" y="2441"/>
                    <a:pt x="1959" y="2429"/>
                    <a:pt x="1960" y="2422"/>
                  </a:cubicBezTo>
                  <a:lnTo>
                    <a:pt x="1960" y="2422"/>
                  </a:lnTo>
                  <a:cubicBezTo>
                    <a:pt x="1958" y="2427"/>
                    <a:pt x="1956" y="2435"/>
                    <a:pt x="1954" y="2435"/>
                  </a:cubicBezTo>
                  <a:cubicBezTo>
                    <a:pt x="1954" y="2435"/>
                    <a:pt x="1954" y="2435"/>
                    <a:pt x="1953" y="2435"/>
                  </a:cubicBezTo>
                  <a:cubicBezTo>
                    <a:pt x="1951" y="2434"/>
                    <a:pt x="1951" y="2421"/>
                    <a:pt x="1951" y="2418"/>
                  </a:cubicBezTo>
                  <a:cubicBezTo>
                    <a:pt x="1948" y="2422"/>
                    <a:pt x="1940" y="2432"/>
                    <a:pt x="1940" y="2438"/>
                  </a:cubicBezTo>
                  <a:cubicBezTo>
                    <a:pt x="1940" y="2438"/>
                    <a:pt x="1940" y="2437"/>
                    <a:pt x="1940" y="2437"/>
                  </a:cubicBezTo>
                  <a:cubicBezTo>
                    <a:pt x="1942" y="2423"/>
                    <a:pt x="1943" y="2403"/>
                    <a:pt x="1936" y="2393"/>
                  </a:cubicBezTo>
                  <a:cubicBezTo>
                    <a:pt x="1935" y="2400"/>
                    <a:pt x="1933" y="2407"/>
                    <a:pt x="1932" y="2415"/>
                  </a:cubicBezTo>
                  <a:cubicBezTo>
                    <a:pt x="1930" y="2417"/>
                    <a:pt x="1931" y="2422"/>
                    <a:pt x="1930" y="2422"/>
                  </a:cubicBezTo>
                  <a:cubicBezTo>
                    <a:pt x="1929" y="2422"/>
                    <a:pt x="1929" y="2422"/>
                    <a:pt x="1929" y="2422"/>
                  </a:cubicBezTo>
                  <a:cubicBezTo>
                    <a:pt x="1923" y="2421"/>
                    <a:pt x="1924" y="2402"/>
                    <a:pt x="1924" y="2397"/>
                  </a:cubicBezTo>
                  <a:lnTo>
                    <a:pt x="1924" y="2397"/>
                  </a:lnTo>
                  <a:cubicBezTo>
                    <a:pt x="1923" y="2405"/>
                    <a:pt x="1921" y="2408"/>
                    <a:pt x="1920" y="2408"/>
                  </a:cubicBezTo>
                  <a:cubicBezTo>
                    <a:pt x="1917" y="2408"/>
                    <a:pt x="1917" y="2379"/>
                    <a:pt x="1916" y="2371"/>
                  </a:cubicBezTo>
                  <a:cubicBezTo>
                    <a:pt x="1916" y="2377"/>
                    <a:pt x="1914" y="2391"/>
                    <a:pt x="1910" y="2394"/>
                  </a:cubicBezTo>
                  <a:cubicBezTo>
                    <a:pt x="1910" y="2394"/>
                    <a:pt x="1910" y="2394"/>
                    <a:pt x="1909" y="2394"/>
                  </a:cubicBezTo>
                  <a:cubicBezTo>
                    <a:pt x="1907" y="2394"/>
                    <a:pt x="1905" y="2387"/>
                    <a:pt x="1905" y="2380"/>
                  </a:cubicBezTo>
                  <a:lnTo>
                    <a:pt x="1905" y="2380"/>
                  </a:lnTo>
                  <a:cubicBezTo>
                    <a:pt x="1904" y="2384"/>
                    <a:pt x="1903" y="2388"/>
                    <a:pt x="1901" y="2388"/>
                  </a:cubicBezTo>
                  <a:cubicBezTo>
                    <a:pt x="1898" y="2388"/>
                    <a:pt x="1897" y="2361"/>
                    <a:pt x="1897" y="2358"/>
                  </a:cubicBezTo>
                  <a:cubicBezTo>
                    <a:pt x="1896" y="2371"/>
                    <a:pt x="1895" y="2376"/>
                    <a:pt x="1893" y="2376"/>
                  </a:cubicBezTo>
                  <a:cubicBezTo>
                    <a:pt x="1890" y="2376"/>
                    <a:pt x="1885" y="2356"/>
                    <a:pt x="1884" y="2343"/>
                  </a:cubicBezTo>
                  <a:cubicBezTo>
                    <a:pt x="1884" y="2351"/>
                    <a:pt x="1881" y="2367"/>
                    <a:pt x="1876" y="2372"/>
                  </a:cubicBezTo>
                  <a:cubicBezTo>
                    <a:pt x="1876" y="2373"/>
                    <a:pt x="1876" y="2373"/>
                    <a:pt x="1876" y="2373"/>
                  </a:cubicBezTo>
                  <a:cubicBezTo>
                    <a:pt x="1875" y="2373"/>
                    <a:pt x="1875" y="2370"/>
                    <a:pt x="1875" y="2370"/>
                  </a:cubicBezTo>
                  <a:cubicBezTo>
                    <a:pt x="1875" y="2367"/>
                    <a:pt x="1875" y="2362"/>
                    <a:pt x="1873" y="2359"/>
                  </a:cubicBezTo>
                  <a:cubicBezTo>
                    <a:pt x="1873" y="2355"/>
                    <a:pt x="1873" y="2351"/>
                    <a:pt x="1873" y="2346"/>
                  </a:cubicBezTo>
                  <a:cubicBezTo>
                    <a:pt x="1873" y="2352"/>
                    <a:pt x="1872" y="2361"/>
                    <a:pt x="1869" y="2365"/>
                  </a:cubicBezTo>
                  <a:cubicBezTo>
                    <a:pt x="1869" y="2365"/>
                    <a:pt x="1868" y="2355"/>
                    <a:pt x="1866" y="2354"/>
                  </a:cubicBezTo>
                  <a:cubicBezTo>
                    <a:pt x="1866" y="2348"/>
                    <a:pt x="1865" y="2342"/>
                    <a:pt x="1865" y="2336"/>
                  </a:cubicBezTo>
                  <a:cubicBezTo>
                    <a:pt x="1864" y="2350"/>
                    <a:pt x="1861" y="2355"/>
                    <a:pt x="1859" y="2355"/>
                  </a:cubicBezTo>
                  <a:cubicBezTo>
                    <a:pt x="1856" y="2355"/>
                    <a:pt x="1854" y="2350"/>
                    <a:pt x="1854" y="2341"/>
                  </a:cubicBezTo>
                  <a:lnTo>
                    <a:pt x="1854" y="2341"/>
                  </a:lnTo>
                  <a:cubicBezTo>
                    <a:pt x="1852" y="2345"/>
                    <a:pt x="1851" y="2349"/>
                    <a:pt x="1850" y="2354"/>
                  </a:cubicBezTo>
                  <a:cubicBezTo>
                    <a:pt x="1847" y="2348"/>
                    <a:pt x="1847" y="2340"/>
                    <a:pt x="1846" y="2333"/>
                  </a:cubicBezTo>
                  <a:lnTo>
                    <a:pt x="1846" y="2333"/>
                  </a:lnTo>
                  <a:cubicBezTo>
                    <a:pt x="1847" y="2338"/>
                    <a:pt x="1845" y="2345"/>
                    <a:pt x="1843" y="2349"/>
                  </a:cubicBezTo>
                  <a:cubicBezTo>
                    <a:pt x="1840" y="2345"/>
                    <a:pt x="1838" y="2340"/>
                    <a:pt x="1837" y="2336"/>
                  </a:cubicBezTo>
                  <a:cubicBezTo>
                    <a:pt x="1837" y="2342"/>
                    <a:pt x="1835" y="2349"/>
                    <a:pt x="1833" y="2355"/>
                  </a:cubicBezTo>
                  <a:cubicBezTo>
                    <a:pt x="1831" y="2351"/>
                    <a:pt x="1828" y="2345"/>
                    <a:pt x="1828" y="2339"/>
                  </a:cubicBezTo>
                  <a:lnTo>
                    <a:pt x="1828" y="2339"/>
                  </a:lnTo>
                  <a:cubicBezTo>
                    <a:pt x="1826" y="2343"/>
                    <a:pt x="1824" y="2347"/>
                    <a:pt x="1822" y="2351"/>
                  </a:cubicBezTo>
                  <a:cubicBezTo>
                    <a:pt x="1821" y="2349"/>
                    <a:pt x="1820" y="2348"/>
                    <a:pt x="1819" y="2348"/>
                  </a:cubicBezTo>
                  <a:cubicBezTo>
                    <a:pt x="1816" y="2348"/>
                    <a:pt x="1817" y="2358"/>
                    <a:pt x="1814" y="2362"/>
                  </a:cubicBezTo>
                  <a:cubicBezTo>
                    <a:pt x="1812" y="2352"/>
                    <a:pt x="1809" y="2339"/>
                    <a:pt x="1803" y="2332"/>
                  </a:cubicBezTo>
                  <a:cubicBezTo>
                    <a:pt x="1803" y="2332"/>
                    <a:pt x="1803" y="2331"/>
                    <a:pt x="1803" y="2331"/>
                  </a:cubicBezTo>
                  <a:cubicBezTo>
                    <a:pt x="1801" y="2331"/>
                    <a:pt x="1800" y="2345"/>
                    <a:pt x="1796" y="2345"/>
                  </a:cubicBezTo>
                  <a:cubicBezTo>
                    <a:pt x="1795" y="2345"/>
                    <a:pt x="1793" y="2344"/>
                    <a:pt x="1792" y="2340"/>
                  </a:cubicBezTo>
                  <a:cubicBezTo>
                    <a:pt x="1790" y="2339"/>
                    <a:pt x="1790" y="2338"/>
                    <a:pt x="1790" y="2336"/>
                  </a:cubicBezTo>
                  <a:cubicBezTo>
                    <a:pt x="1790" y="2338"/>
                    <a:pt x="1789" y="2338"/>
                    <a:pt x="1788" y="2338"/>
                  </a:cubicBezTo>
                  <a:cubicBezTo>
                    <a:pt x="1788" y="2338"/>
                    <a:pt x="1787" y="2338"/>
                    <a:pt x="1787" y="2336"/>
                  </a:cubicBezTo>
                  <a:cubicBezTo>
                    <a:pt x="1786" y="2338"/>
                    <a:pt x="1786" y="2339"/>
                    <a:pt x="1784" y="2340"/>
                  </a:cubicBezTo>
                  <a:cubicBezTo>
                    <a:pt x="1783" y="2338"/>
                    <a:pt x="1782" y="2333"/>
                    <a:pt x="1780" y="2330"/>
                  </a:cubicBezTo>
                  <a:cubicBezTo>
                    <a:pt x="1778" y="2334"/>
                    <a:pt x="1776" y="2336"/>
                    <a:pt x="1775" y="2336"/>
                  </a:cubicBezTo>
                  <a:cubicBezTo>
                    <a:pt x="1774" y="2336"/>
                    <a:pt x="1773" y="2334"/>
                    <a:pt x="1773" y="2327"/>
                  </a:cubicBezTo>
                  <a:cubicBezTo>
                    <a:pt x="1771" y="2329"/>
                    <a:pt x="1771" y="2330"/>
                    <a:pt x="1771" y="2332"/>
                  </a:cubicBezTo>
                  <a:cubicBezTo>
                    <a:pt x="1767" y="2327"/>
                    <a:pt x="1766" y="2320"/>
                    <a:pt x="1764" y="2314"/>
                  </a:cubicBezTo>
                  <a:cubicBezTo>
                    <a:pt x="1764" y="2319"/>
                    <a:pt x="1763" y="2321"/>
                    <a:pt x="1761" y="2326"/>
                  </a:cubicBezTo>
                  <a:cubicBezTo>
                    <a:pt x="1760" y="2325"/>
                    <a:pt x="1759" y="2323"/>
                    <a:pt x="1759" y="2321"/>
                  </a:cubicBezTo>
                  <a:lnTo>
                    <a:pt x="1759" y="2321"/>
                  </a:lnTo>
                  <a:cubicBezTo>
                    <a:pt x="1759" y="2323"/>
                    <a:pt x="1759" y="2324"/>
                    <a:pt x="1758" y="2326"/>
                  </a:cubicBezTo>
                  <a:cubicBezTo>
                    <a:pt x="1754" y="2322"/>
                    <a:pt x="1755" y="2314"/>
                    <a:pt x="1755" y="2308"/>
                  </a:cubicBezTo>
                  <a:lnTo>
                    <a:pt x="1755" y="2308"/>
                  </a:lnTo>
                  <a:cubicBezTo>
                    <a:pt x="1755" y="2314"/>
                    <a:pt x="1754" y="2318"/>
                    <a:pt x="1752" y="2323"/>
                  </a:cubicBezTo>
                  <a:cubicBezTo>
                    <a:pt x="1750" y="2314"/>
                    <a:pt x="1748" y="2303"/>
                    <a:pt x="1748" y="2294"/>
                  </a:cubicBezTo>
                  <a:cubicBezTo>
                    <a:pt x="1747" y="2297"/>
                    <a:pt x="1745" y="2313"/>
                    <a:pt x="1744" y="2313"/>
                  </a:cubicBezTo>
                  <a:cubicBezTo>
                    <a:pt x="1744" y="2313"/>
                    <a:pt x="1744" y="2313"/>
                    <a:pt x="1744" y="2313"/>
                  </a:cubicBezTo>
                  <a:cubicBezTo>
                    <a:pt x="1738" y="2305"/>
                    <a:pt x="1736" y="2295"/>
                    <a:pt x="1731" y="2288"/>
                  </a:cubicBezTo>
                  <a:cubicBezTo>
                    <a:pt x="1731" y="2291"/>
                    <a:pt x="1726" y="2313"/>
                    <a:pt x="1725" y="2313"/>
                  </a:cubicBezTo>
                  <a:cubicBezTo>
                    <a:pt x="1725" y="2313"/>
                    <a:pt x="1725" y="2313"/>
                    <a:pt x="1725" y="2313"/>
                  </a:cubicBezTo>
                  <a:cubicBezTo>
                    <a:pt x="1719" y="2305"/>
                    <a:pt x="1717" y="2294"/>
                    <a:pt x="1713" y="2285"/>
                  </a:cubicBezTo>
                  <a:lnTo>
                    <a:pt x="1713" y="2285"/>
                  </a:lnTo>
                  <a:cubicBezTo>
                    <a:pt x="1715" y="2289"/>
                    <a:pt x="1715" y="2295"/>
                    <a:pt x="1713" y="2300"/>
                  </a:cubicBezTo>
                  <a:cubicBezTo>
                    <a:pt x="1713" y="2305"/>
                    <a:pt x="1712" y="2307"/>
                    <a:pt x="1711" y="2307"/>
                  </a:cubicBezTo>
                  <a:cubicBezTo>
                    <a:pt x="1708" y="2307"/>
                    <a:pt x="1703" y="2282"/>
                    <a:pt x="1701" y="2281"/>
                  </a:cubicBezTo>
                  <a:lnTo>
                    <a:pt x="1701" y="2281"/>
                  </a:lnTo>
                  <a:cubicBezTo>
                    <a:pt x="1701" y="2288"/>
                    <a:pt x="1703" y="2298"/>
                    <a:pt x="1699" y="2304"/>
                  </a:cubicBezTo>
                  <a:cubicBezTo>
                    <a:pt x="1696" y="2300"/>
                    <a:pt x="1694" y="2294"/>
                    <a:pt x="1693" y="2289"/>
                  </a:cubicBezTo>
                  <a:lnTo>
                    <a:pt x="1693" y="2289"/>
                  </a:lnTo>
                  <a:cubicBezTo>
                    <a:pt x="1694" y="2294"/>
                    <a:pt x="1693" y="2309"/>
                    <a:pt x="1691" y="2309"/>
                  </a:cubicBezTo>
                  <a:cubicBezTo>
                    <a:pt x="1691" y="2309"/>
                    <a:pt x="1690" y="2309"/>
                    <a:pt x="1690" y="2307"/>
                  </a:cubicBezTo>
                  <a:cubicBezTo>
                    <a:pt x="1688" y="2302"/>
                    <a:pt x="1683" y="2281"/>
                    <a:pt x="1680" y="2281"/>
                  </a:cubicBezTo>
                  <a:cubicBezTo>
                    <a:pt x="1680" y="2281"/>
                    <a:pt x="1680" y="2282"/>
                    <a:pt x="1680" y="2282"/>
                  </a:cubicBezTo>
                  <a:cubicBezTo>
                    <a:pt x="1680" y="2289"/>
                    <a:pt x="1678" y="2297"/>
                    <a:pt x="1678" y="2304"/>
                  </a:cubicBezTo>
                  <a:cubicBezTo>
                    <a:pt x="1678" y="2305"/>
                    <a:pt x="1678" y="2310"/>
                    <a:pt x="1677" y="2310"/>
                  </a:cubicBezTo>
                  <a:cubicBezTo>
                    <a:pt x="1677" y="2310"/>
                    <a:pt x="1677" y="2310"/>
                    <a:pt x="1677" y="2310"/>
                  </a:cubicBezTo>
                  <a:cubicBezTo>
                    <a:pt x="1673" y="2307"/>
                    <a:pt x="1668" y="2291"/>
                    <a:pt x="1666" y="2291"/>
                  </a:cubicBezTo>
                  <a:lnTo>
                    <a:pt x="1666" y="2291"/>
                  </a:lnTo>
                  <a:cubicBezTo>
                    <a:pt x="1666" y="2291"/>
                    <a:pt x="1666" y="2292"/>
                    <a:pt x="1666" y="2294"/>
                  </a:cubicBezTo>
                  <a:cubicBezTo>
                    <a:pt x="1668" y="2305"/>
                    <a:pt x="1667" y="2310"/>
                    <a:pt x="1666" y="2310"/>
                  </a:cubicBezTo>
                  <a:cubicBezTo>
                    <a:pt x="1663" y="2310"/>
                    <a:pt x="1659" y="2296"/>
                    <a:pt x="1658" y="2286"/>
                  </a:cubicBezTo>
                  <a:lnTo>
                    <a:pt x="1658" y="2286"/>
                  </a:lnTo>
                  <a:cubicBezTo>
                    <a:pt x="1659" y="2295"/>
                    <a:pt x="1657" y="2312"/>
                    <a:pt x="1656" y="2312"/>
                  </a:cubicBezTo>
                  <a:cubicBezTo>
                    <a:pt x="1655" y="2312"/>
                    <a:pt x="1654" y="2310"/>
                    <a:pt x="1654" y="2305"/>
                  </a:cubicBezTo>
                  <a:lnTo>
                    <a:pt x="1654" y="2305"/>
                  </a:lnTo>
                  <a:cubicBezTo>
                    <a:pt x="1654" y="2310"/>
                    <a:pt x="1653" y="2314"/>
                    <a:pt x="1652" y="2319"/>
                  </a:cubicBezTo>
                  <a:cubicBezTo>
                    <a:pt x="1648" y="2310"/>
                    <a:pt x="1648" y="2298"/>
                    <a:pt x="1646" y="2288"/>
                  </a:cubicBezTo>
                  <a:lnTo>
                    <a:pt x="1646" y="2288"/>
                  </a:lnTo>
                  <a:cubicBezTo>
                    <a:pt x="1648" y="2300"/>
                    <a:pt x="1646" y="2308"/>
                    <a:pt x="1645" y="2319"/>
                  </a:cubicBezTo>
                  <a:cubicBezTo>
                    <a:pt x="1639" y="2311"/>
                    <a:pt x="1639" y="2300"/>
                    <a:pt x="1636" y="2291"/>
                  </a:cubicBezTo>
                  <a:lnTo>
                    <a:pt x="1636" y="2291"/>
                  </a:lnTo>
                  <a:cubicBezTo>
                    <a:pt x="1636" y="2301"/>
                    <a:pt x="1639" y="2323"/>
                    <a:pt x="1637" y="2323"/>
                  </a:cubicBezTo>
                  <a:cubicBezTo>
                    <a:pt x="1636" y="2323"/>
                    <a:pt x="1635" y="2321"/>
                    <a:pt x="1633" y="2314"/>
                  </a:cubicBezTo>
                  <a:cubicBezTo>
                    <a:pt x="1632" y="2310"/>
                    <a:pt x="1630" y="2308"/>
                    <a:pt x="1630" y="2304"/>
                  </a:cubicBezTo>
                  <a:lnTo>
                    <a:pt x="1630" y="2304"/>
                  </a:lnTo>
                  <a:cubicBezTo>
                    <a:pt x="1630" y="2309"/>
                    <a:pt x="1632" y="2314"/>
                    <a:pt x="1632" y="2319"/>
                  </a:cubicBezTo>
                  <a:cubicBezTo>
                    <a:pt x="1632" y="2323"/>
                    <a:pt x="1633" y="2327"/>
                    <a:pt x="1633" y="2332"/>
                  </a:cubicBezTo>
                  <a:cubicBezTo>
                    <a:pt x="1633" y="2333"/>
                    <a:pt x="1633" y="2336"/>
                    <a:pt x="1633" y="2336"/>
                  </a:cubicBezTo>
                  <a:cubicBezTo>
                    <a:pt x="1629" y="2330"/>
                    <a:pt x="1623" y="2316"/>
                    <a:pt x="1621" y="2310"/>
                  </a:cubicBezTo>
                  <a:lnTo>
                    <a:pt x="1621" y="2310"/>
                  </a:lnTo>
                  <a:cubicBezTo>
                    <a:pt x="1623" y="2317"/>
                    <a:pt x="1626" y="2327"/>
                    <a:pt x="1624" y="2335"/>
                  </a:cubicBezTo>
                  <a:cubicBezTo>
                    <a:pt x="1618" y="2327"/>
                    <a:pt x="1614" y="2317"/>
                    <a:pt x="1611" y="2307"/>
                  </a:cubicBezTo>
                  <a:lnTo>
                    <a:pt x="1611" y="2307"/>
                  </a:lnTo>
                  <a:cubicBezTo>
                    <a:pt x="1611" y="2313"/>
                    <a:pt x="1617" y="2335"/>
                    <a:pt x="1614" y="2338"/>
                  </a:cubicBezTo>
                  <a:cubicBezTo>
                    <a:pt x="1614" y="2338"/>
                    <a:pt x="1614" y="2338"/>
                    <a:pt x="1614" y="2338"/>
                  </a:cubicBezTo>
                  <a:cubicBezTo>
                    <a:pt x="1612" y="2338"/>
                    <a:pt x="1606" y="2323"/>
                    <a:pt x="1605" y="2322"/>
                  </a:cubicBezTo>
                  <a:lnTo>
                    <a:pt x="1605" y="2322"/>
                  </a:lnTo>
                  <a:cubicBezTo>
                    <a:pt x="1606" y="2334"/>
                    <a:pt x="1605" y="2343"/>
                    <a:pt x="1602" y="2343"/>
                  </a:cubicBezTo>
                  <a:cubicBezTo>
                    <a:pt x="1599" y="2343"/>
                    <a:pt x="1597" y="2338"/>
                    <a:pt x="1594" y="2329"/>
                  </a:cubicBezTo>
                  <a:lnTo>
                    <a:pt x="1594" y="2329"/>
                  </a:lnTo>
                  <a:cubicBezTo>
                    <a:pt x="1594" y="2332"/>
                    <a:pt x="1597" y="2354"/>
                    <a:pt x="1595" y="2354"/>
                  </a:cubicBezTo>
                  <a:cubicBezTo>
                    <a:pt x="1591" y="2354"/>
                    <a:pt x="1583" y="2332"/>
                    <a:pt x="1582" y="2329"/>
                  </a:cubicBezTo>
                  <a:lnTo>
                    <a:pt x="1582" y="2329"/>
                  </a:lnTo>
                  <a:cubicBezTo>
                    <a:pt x="1583" y="2336"/>
                    <a:pt x="1585" y="2349"/>
                    <a:pt x="1581" y="2355"/>
                  </a:cubicBezTo>
                  <a:cubicBezTo>
                    <a:pt x="1581" y="2355"/>
                    <a:pt x="1581" y="2355"/>
                    <a:pt x="1580" y="2355"/>
                  </a:cubicBezTo>
                  <a:cubicBezTo>
                    <a:pt x="1580" y="2355"/>
                    <a:pt x="1569" y="2340"/>
                    <a:pt x="1566" y="2339"/>
                  </a:cubicBezTo>
                  <a:lnTo>
                    <a:pt x="1566" y="2339"/>
                  </a:lnTo>
                  <a:cubicBezTo>
                    <a:pt x="1565" y="2349"/>
                    <a:pt x="1567" y="2362"/>
                    <a:pt x="1566" y="2362"/>
                  </a:cubicBezTo>
                  <a:cubicBezTo>
                    <a:pt x="1566" y="2362"/>
                    <a:pt x="1565" y="2359"/>
                    <a:pt x="1562" y="2349"/>
                  </a:cubicBezTo>
                  <a:cubicBezTo>
                    <a:pt x="1560" y="2346"/>
                    <a:pt x="1559" y="2342"/>
                    <a:pt x="1557" y="2339"/>
                  </a:cubicBezTo>
                  <a:lnTo>
                    <a:pt x="1557" y="2339"/>
                  </a:lnTo>
                  <a:cubicBezTo>
                    <a:pt x="1559" y="2345"/>
                    <a:pt x="1563" y="2355"/>
                    <a:pt x="1560" y="2362"/>
                  </a:cubicBezTo>
                  <a:cubicBezTo>
                    <a:pt x="1560" y="2362"/>
                    <a:pt x="1557" y="2358"/>
                    <a:pt x="1557" y="2358"/>
                  </a:cubicBezTo>
                  <a:cubicBezTo>
                    <a:pt x="1556" y="2357"/>
                    <a:pt x="1549" y="2343"/>
                    <a:pt x="1549" y="2343"/>
                  </a:cubicBezTo>
                  <a:cubicBezTo>
                    <a:pt x="1549" y="2343"/>
                    <a:pt x="1549" y="2343"/>
                    <a:pt x="1549" y="2343"/>
                  </a:cubicBezTo>
                  <a:cubicBezTo>
                    <a:pt x="1549" y="2346"/>
                    <a:pt x="1553" y="2362"/>
                    <a:pt x="1551" y="2364"/>
                  </a:cubicBezTo>
                  <a:cubicBezTo>
                    <a:pt x="1549" y="2364"/>
                    <a:pt x="1538" y="2352"/>
                    <a:pt x="1537" y="2352"/>
                  </a:cubicBezTo>
                  <a:lnTo>
                    <a:pt x="1537" y="2352"/>
                  </a:lnTo>
                  <a:cubicBezTo>
                    <a:pt x="1538" y="2357"/>
                    <a:pt x="1541" y="2365"/>
                    <a:pt x="1541" y="2365"/>
                  </a:cubicBezTo>
                  <a:cubicBezTo>
                    <a:pt x="1541" y="2365"/>
                    <a:pt x="1540" y="2364"/>
                    <a:pt x="1540" y="2364"/>
                  </a:cubicBezTo>
                  <a:cubicBezTo>
                    <a:pt x="1537" y="2359"/>
                    <a:pt x="1534" y="2355"/>
                    <a:pt x="1531" y="2351"/>
                  </a:cubicBezTo>
                  <a:cubicBezTo>
                    <a:pt x="1530" y="2349"/>
                    <a:pt x="1529" y="2347"/>
                    <a:pt x="1528" y="2347"/>
                  </a:cubicBezTo>
                  <a:cubicBezTo>
                    <a:pt x="1528" y="2347"/>
                    <a:pt x="1528" y="2347"/>
                    <a:pt x="1528" y="2348"/>
                  </a:cubicBezTo>
                  <a:cubicBezTo>
                    <a:pt x="1530" y="2355"/>
                    <a:pt x="1532" y="2362"/>
                    <a:pt x="1535" y="2368"/>
                  </a:cubicBezTo>
                  <a:cubicBezTo>
                    <a:pt x="1532" y="2364"/>
                    <a:pt x="1509" y="2361"/>
                    <a:pt x="1506" y="2358"/>
                  </a:cubicBezTo>
                  <a:lnTo>
                    <a:pt x="1506" y="2358"/>
                  </a:lnTo>
                  <a:cubicBezTo>
                    <a:pt x="1508" y="2364"/>
                    <a:pt x="1492" y="2370"/>
                    <a:pt x="1492" y="2375"/>
                  </a:cubicBezTo>
                  <a:cubicBezTo>
                    <a:pt x="1505" y="2376"/>
                    <a:pt x="1515" y="2376"/>
                    <a:pt x="1522" y="2376"/>
                  </a:cubicBezTo>
                  <a:lnTo>
                    <a:pt x="1522" y="2376"/>
                  </a:lnTo>
                  <a:cubicBezTo>
                    <a:pt x="1522" y="2377"/>
                    <a:pt x="1522" y="2378"/>
                    <a:pt x="1523" y="2379"/>
                  </a:cubicBezTo>
                  <a:lnTo>
                    <a:pt x="1523" y="2379"/>
                  </a:lnTo>
                  <a:cubicBezTo>
                    <a:pt x="1523" y="2379"/>
                    <a:pt x="1523" y="2379"/>
                    <a:pt x="1523" y="2378"/>
                  </a:cubicBezTo>
                  <a:lnTo>
                    <a:pt x="1523" y="2378"/>
                  </a:lnTo>
                  <a:cubicBezTo>
                    <a:pt x="1524" y="2380"/>
                    <a:pt x="1525" y="2382"/>
                    <a:pt x="1526" y="2384"/>
                  </a:cubicBezTo>
                  <a:lnTo>
                    <a:pt x="1526" y="2384"/>
                  </a:lnTo>
                  <a:cubicBezTo>
                    <a:pt x="1526" y="2384"/>
                    <a:pt x="1527" y="2384"/>
                    <a:pt x="1528" y="2383"/>
                  </a:cubicBezTo>
                  <a:lnTo>
                    <a:pt x="1528" y="2383"/>
                  </a:lnTo>
                  <a:cubicBezTo>
                    <a:pt x="1530" y="2387"/>
                    <a:pt x="1533" y="2391"/>
                    <a:pt x="1531" y="2391"/>
                  </a:cubicBezTo>
                  <a:cubicBezTo>
                    <a:pt x="1531" y="2391"/>
                    <a:pt x="1531" y="2391"/>
                    <a:pt x="1531" y="2391"/>
                  </a:cubicBezTo>
                  <a:cubicBezTo>
                    <a:pt x="1529" y="2391"/>
                    <a:pt x="1527" y="2388"/>
                    <a:pt x="1526" y="2384"/>
                  </a:cubicBezTo>
                  <a:lnTo>
                    <a:pt x="1526" y="2384"/>
                  </a:lnTo>
                  <a:cubicBezTo>
                    <a:pt x="1525" y="2384"/>
                    <a:pt x="1524" y="2384"/>
                    <a:pt x="1524" y="2385"/>
                  </a:cubicBezTo>
                  <a:lnTo>
                    <a:pt x="1524" y="2385"/>
                  </a:lnTo>
                  <a:cubicBezTo>
                    <a:pt x="1523" y="2383"/>
                    <a:pt x="1523" y="2381"/>
                    <a:pt x="1523" y="2379"/>
                  </a:cubicBezTo>
                  <a:lnTo>
                    <a:pt x="1523" y="2379"/>
                  </a:lnTo>
                  <a:cubicBezTo>
                    <a:pt x="1520" y="2382"/>
                    <a:pt x="1517" y="2384"/>
                    <a:pt x="1518" y="2387"/>
                  </a:cubicBezTo>
                  <a:lnTo>
                    <a:pt x="1518" y="2387"/>
                  </a:lnTo>
                  <a:cubicBezTo>
                    <a:pt x="1518" y="2386"/>
                    <a:pt x="1520" y="2385"/>
                    <a:pt x="1524" y="2385"/>
                  </a:cubicBezTo>
                  <a:lnTo>
                    <a:pt x="1524" y="2385"/>
                  </a:lnTo>
                  <a:cubicBezTo>
                    <a:pt x="1526" y="2393"/>
                    <a:pt x="1529" y="2402"/>
                    <a:pt x="1531" y="2413"/>
                  </a:cubicBezTo>
                  <a:cubicBezTo>
                    <a:pt x="1518" y="2386"/>
                    <a:pt x="1495" y="2377"/>
                    <a:pt x="1470" y="2368"/>
                  </a:cubicBezTo>
                  <a:lnTo>
                    <a:pt x="1470" y="2368"/>
                  </a:lnTo>
                  <a:cubicBezTo>
                    <a:pt x="1481" y="2374"/>
                    <a:pt x="1506" y="2390"/>
                    <a:pt x="1508" y="2406"/>
                  </a:cubicBezTo>
                  <a:cubicBezTo>
                    <a:pt x="1500" y="2394"/>
                    <a:pt x="1492" y="2393"/>
                    <a:pt x="1479" y="2390"/>
                  </a:cubicBezTo>
                  <a:lnTo>
                    <a:pt x="1479" y="2390"/>
                  </a:lnTo>
                  <a:cubicBezTo>
                    <a:pt x="1492" y="2393"/>
                    <a:pt x="1499" y="2406"/>
                    <a:pt x="1506" y="2416"/>
                  </a:cubicBezTo>
                  <a:cubicBezTo>
                    <a:pt x="1496" y="2409"/>
                    <a:pt x="1489" y="2405"/>
                    <a:pt x="1474" y="2402"/>
                  </a:cubicBezTo>
                  <a:lnTo>
                    <a:pt x="1474" y="2402"/>
                  </a:lnTo>
                  <a:cubicBezTo>
                    <a:pt x="1478" y="2405"/>
                    <a:pt x="1483" y="2410"/>
                    <a:pt x="1487" y="2414"/>
                  </a:cubicBezTo>
                  <a:lnTo>
                    <a:pt x="1487" y="2414"/>
                  </a:lnTo>
                  <a:cubicBezTo>
                    <a:pt x="1484" y="2412"/>
                    <a:pt x="1480" y="2411"/>
                    <a:pt x="1477" y="2410"/>
                  </a:cubicBezTo>
                  <a:lnTo>
                    <a:pt x="1477" y="2410"/>
                  </a:lnTo>
                  <a:cubicBezTo>
                    <a:pt x="1480" y="2413"/>
                    <a:pt x="1483" y="2418"/>
                    <a:pt x="1486" y="2421"/>
                  </a:cubicBezTo>
                  <a:cubicBezTo>
                    <a:pt x="1492" y="2427"/>
                    <a:pt x="1493" y="2430"/>
                    <a:pt x="1493" y="2430"/>
                  </a:cubicBezTo>
                  <a:cubicBezTo>
                    <a:pt x="1491" y="2430"/>
                    <a:pt x="1477" y="2418"/>
                    <a:pt x="1470" y="2415"/>
                  </a:cubicBezTo>
                  <a:lnTo>
                    <a:pt x="1470" y="2415"/>
                  </a:lnTo>
                  <a:cubicBezTo>
                    <a:pt x="1474" y="2420"/>
                    <a:pt x="1478" y="2427"/>
                    <a:pt x="1483" y="2432"/>
                  </a:cubicBezTo>
                  <a:lnTo>
                    <a:pt x="1483" y="2432"/>
                  </a:lnTo>
                  <a:cubicBezTo>
                    <a:pt x="1478" y="2428"/>
                    <a:pt x="1472" y="2423"/>
                    <a:pt x="1468" y="2423"/>
                  </a:cubicBezTo>
                  <a:cubicBezTo>
                    <a:pt x="1468" y="2423"/>
                    <a:pt x="1467" y="2423"/>
                    <a:pt x="1467" y="2423"/>
                  </a:cubicBezTo>
                  <a:cubicBezTo>
                    <a:pt x="1465" y="2423"/>
                    <a:pt x="1477" y="2439"/>
                    <a:pt x="1479" y="2441"/>
                  </a:cubicBezTo>
                  <a:cubicBezTo>
                    <a:pt x="1474" y="2437"/>
                    <a:pt x="1468" y="2432"/>
                    <a:pt x="1463" y="2431"/>
                  </a:cubicBezTo>
                  <a:lnTo>
                    <a:pt x="1463" y="2431"/>
                  </a:lnTo>
                  <a:cubicBezTo>
                    <a:pt x="1464" y="2432"/>
                    <a:pt x="1476" y="2451"/>
                    <a:pt x="1474" y="2451"/>
                  </a:cubicBezTo>
                  <a:cubicBezTo>
                    <a:pt x="1474" y="2451"/>
                    <a:pt x="1474" y="2451"/>
                    <a:pt x="1474" y="2451"/>
                  </a:cubicBezTo>
                  <a:cubicBezTo>
                    <a:pt x="1473" y="2451"/>
                    <a:pt x="1470" y="2448"/>
                    <a:pt x="1468" y="2448"/>
                  </a:cubicBezTo>
                  <a:cubicBezTo>
                    <a:pt x="1463" y="2444"/>
                    <a:pt x="1457" y="2442"/>
                    <a:pt x="1448" y="2441"/>
                  </a:cubicBezTo>
                  <a:lnTo>
                    <a:pt x="1448" y="2441"/>
                  </a:lnTo>
                  <a:cubicBezTo>
                    <a:pt x="1454" y="2444"/>
                    <a:pt x="1465" y="2456"/>
                    <a:pt x="1468" y="2461"/>
                  </a:cubicBezTo>
                  <a:cubicBezTo>
                    <a:pt x="1470" y="2464"/>
                    <a:pt x="1471" y="2470"/>
                    <a:pt x="1472" y="2471"/>
                  </a:cubicBezTo>
                  <a:lnTo>
                    <a:pt x="1472" y="2471"/>
                  </a:lnTo>
                  <a:cubicBezTo>
                    <a:pt x="1458" y="2463"/>
                    <a:pt x="1443" y="2463"/>
                    <a:pt x="1428" y="2458"/>
                  </a:cubicBezTo>
                  <a:lnTo>
                    <a:pt x="1428" y="2458"/>
                  </a:lnTo>
                  <a:cubicBezTo>
                    <a:pt x="1435" y="2464"/>
                    <a:pt x="1448" y="2470"/>
                    <a:pt x="1454" y="2477"/>
                  </a:cubicBezTo>
                  <a:cubicBezTo>
                    <a:pt x="1446" y="2476"/>
                    <a:pt x="1440" y="2473"/>
                    <a:pt x="1432" y="2473"/>
                  </a:cubicBezTo>
                  <a:cubicBezTo>
                    <a:pt x="1430" y="2473"/>
                    <a:pt x="1429" y="2473"/>
                    <a:pt x="1428" y="2473"/>
                  </a:cubicBezTo>
                  <a:cubicBezTo>
                    <a:pt x="1435" y="2477"/>
                    <a:pt x="1441" y="2482"/>
                    <a:pt x="1448" y="2486"/>
                  </a:cubicBezTo>
                  <a:cubicBezTo>
                    <a:pt x="1440" y="2485"/>
                    <a:pt x="1433" y="2481"/>
                    <a:pt x="1425" y="2481"/>
                  </a:cubicBezTo>
                  <a:cubicBezTo>
                    <a:pt x="1423" y="2481"/>
                    <a:pt x="1422" y="2482"/>
                    <a:pt x="1420" y="2482"/>
                  </a:cubicBezTo>
                  <a:cubicBezTo>
                    <a:pt x="1428" y="2484"/>
                    <a:pt x="1439" y="2494"/>
                    <a:pt x="1449" y="2494"/>
                  </a:cubicBezTo>
                  <a:cubicBezTo>
                    <a:pt x="1449" y="2494"/>
                    <a:pt x="1449" y="2494"/>
                    <a:pt x="1450" y="2493"/>
                  </a:cubicBezTo>
                  <a:lnTo>
                    <a:pt x="1450" y="2493"/>
                  </a:lnTo>
                  <a:cubicBezTo>
                    <a:pt x="1447" y="2494"/>
                    <a:pt x="1445" y="2494"/>
                    <a:pt x="1442" y="2494"/>
                  </a:cubicBezTo>
                  <a:cubicBezTo>
                    <a:pt x="1434" y="2494"/>
                    <a:pt x="1425" y="2493"/>
                    <a:pt x="1417" y="2493"/>
                  </a:cubicBezTo>
                  <a:cubicBezTo>
                    <a:pt x="1413" y="2493"/>
                    <a:pt x="1410" y="2493"/>
                    <a:pt x="1407" y="2493"/>
                  </a:cubicBezTo>
                  <a:cubicBezTo>
                    <a:pt x="1415" y="2496"/>
                    <a:pt x="1426" y="2499"/>
                    <a:pt x="1436" y="2499"/>
                  </a:cubicBezTo>
                  <a:cubicBezTo>
                    <a:pt x="1437" y="2499"/>
                    <a:pt x="1439" y="2499"/>
                    <a:pt x="1441" y="2499"/>
                  </a:cubicBezTo>
                  <a:lnTo>
                    <a:pt x="1441" y="2499"/>
                  </a:lnTo>
                  <a:cubicBezTo>
                    <a:pt x="1431" y="2501"/>
                    <a:pt x="1419" y="2499"/>
                    <a:pt x="1409" y="2504"/>
                  </a:cubicBezTo>
                  <a:cubicBezTo>
                    <a:pt x="1419" y="2505"/>
                    <a:pt x="1447" y="2513"/>
                    <a:pt x="1432" y="2513"/>
                  </a:cubicBezTo>
                  <a:cubicBezTo>
                    <a:pt x="1430" y="2513"/>
                    <a:pt x="1427" y="2513"/>
                    <a:pt x="1423" y="2512"/>
                  </a:cubicBezTo>
                  <a:lnTo>
                    <a:pt x="1416" y="2512"/>
                  </a:lnTo>
                  <a:cubicBezTo>
                    <a:pt x="1422" y="2513"/>
                    <a:pt x="1429" y="2517"/>
                    <a:pt x="1433" y="2518"/>
                  </a:cubicBezTo>
                  <a:cubicBezTo>
                    <a:pt x="1430" y="2518"/>
                    <a:pt x="1427" y="2517"/>
                    <a:pt x="1423" y="2517"/>
                  </a:cubicBezTo>
                  <a:cubicBezTo>
                    <a:pt x="1418" y="2517"/>
                    <a:pt x="1412" y="2518"/>
                    <a:pt x="1406" y="2520"/>
                  </a:cubicBezTo>
                  <a:cubicBezTo>
                    <a:pt x="1414" y="2521"/>
                    <a:pt x="1423" y="2523"/>
                    <a:pt x="1432" y="2524"/>
                  </a:cubicBezTo>
                  <a:cubicBezTo>
                    <a:pt x="1426" y="2525"/>
                    <a:pt x="1419" y="2525"/>
                    <a:pt x="1413" y="2527"/>
                  </a:cubicBezTo>
                  <a:cubicBezTo>
                    <a:pt x="1419" y="2528"/>
                    <a:pt x="1425" y="2528"/>
                    <a:pt x="1429" y="2531"/>
                  </a:cubicBezTo>
                  <a:cubicBezTo>
                    <a:pt x="1425" y="2531"/>
                    <a:pt x="1419" y="2531"/>
                    <a:pt x="1414" y="2533"/>
                  </a:cubicBezTo>
                  <a:cubicBezTo>
                    <a:pt x="1423" y="2540"/>
                    <a:pt x="1428" y="2539"/>
                    <a:pt x="1410" y="2540"/>
                  </a:cubicBezTo>
                  <a:cubicBezTo>
                    <a:pt x="1416" y="2543"/>
                    <a:pt x="1420" y="2543"/>
                    <a:pt x="1425" y="2546"/>
                  </a:cubicBezTo>
                  <a:cubicBezTo>
                    <a:pt x="1410" y="2547"/>
                    <a:pt x="1406" y="2547"/>
                    <a:pt x="1422" y="2552"/>
                  </a:cubicBezTo>
                  <a:cubicBezTo>
                    <a:pt x="1431" y="2553"/>
                    <a:pt x="1413" y="2555"/>
                    <a:pt x="1410" y="2556"/>
                  </a:cubicBezTo>
                  <a:cubicBezTo>
                    <a:pt x="1420" y="2560"/>
                    <a:pt x="1425" y="2562"/>
                    <a:pt x="1410" y="2566"/>
                  </a:cubicBezTo>
                  <a:cubicBezTo>
                    <a:pt x="1414" y="2568"/>
                    <a:pt x="1419" y="2568"/>
                    <a:pt x="1420" y="2569"/>
                  </a:cubicBezTo>
                  <a:cubicBezTo>
                    <a:pt x="1417" y="2571"/>
                    <a:pt x="1414" y="2571"/>
                    <a:pt x="1410" y="2571"/>
                  </a:cubicBezTo>
                  <a:cubicBezTo>
                    <a:pt x="1413" y="2572"/>
                    <a:pt x="1420" y="2573"/>
                    <a:pt x="1422" y="2576"/>
                  </a:cubicBezTo>
                  <a:cubicBezTo>
                    <a:pt x="1423" y="2579"/>
                    <a:pt x="1407" y="2578"/>
                    <a:pt x="1417" y="2582"/>
                  </a:cubicBezTo>
                  <a:lnTo>
                    <a:pt x="1412" y="2582"/>
                  </a:lnTo>
                  <a:cubicBezTo>
                    <a:pt x="1413" y="2584"/>
                    <a:pt x="1417" y="2588"/>
                    <a:pt x="1416" y="2588"/>
                  </a:cubicBezTo>
                  <a:cubicBezTo>
                    <a:pt x="1412" y="2591"/>
                    <a:pt x="1406" y="2592"/>
                    <a:pt x="1409" y="2598"/>
                  </a:cubicBezTo>
                  <a:cubicBezTo>
                    <a:pt x="1410" y="2600"/>
                    <a:pt x="1413" y="2603"/>
                    <a:pt x="1412" y="2604"/>
                  </a:cubicBezTo>
                  <a:cubicBezTo>
                    <a:pt x="1412" y="2607"/>
                    <a:pt x="1404" y="2604"/>
                    <a:pt x="1410" y="2608"/>
                  </a:cubicBezTo>
                  <a:cubicBezTo>
                    <a:pt x="1407" y="2613"/>
                    <a:pt x="1404" y="2611"/>
                    <a:pt x="1409" y="2617"/>
                  </a:cubicBezTo>
                  <a:cubicBezTo>
                    <a:pt x="1401" y="2649"/>
                    <a:pt x="1382" y="2740"/>
                    <a:pt x="1387" y="2777"/>
                  </a:cubicBezTo>
                  <a:cubicBezTo>
                    <a:pt x="1391" y="2815"/>
                    <a:pt x="1410" y="2871"/>
                    <a:pt x="1413" y="2871"/>
                  </a:cubicBezTo>
                  <a:cubicBezTo>
                    <a:pt x="1416" y="2871"/>
                    <a:pt x="1403" y="2882"/>
                    <a:pt x="1397" y="2888"/>
                  </a:cubicBezTo>
                  <a:cubicBezTo>
                    <a:pt x="1381" y="2898"/>
                    <a:pt x="1349" y="2920"/>
                    <a:pt x="1374" y="2974"/>
                  </a:cubicBezTo>
                  <a:cubicBezTo>
                    <a:pt x="1398" y="3028"/>
                    <a:pt x="1410" y="3037"/>
                    <a:pt x="1420" y="3044"/>
                  </a:cubicBezTo>
                  <a:cubicBezTo>
                    <a:pt x="1425" y="3048"/>
                    <a:pt x="1432" y="3049"/>
                    <a:pt x="1437" y="3049"/>
                  </a:cubicBezTo>
                  <a:cubicBezTo>
                    <a:pt x="1442" y="3049"/>
                    <a:pt x="1446" y="3048"/>
                    <a:pt x="1447" y="3048"/>
                  </a:cubicBezTo>
                  <a:cubicBezTo>
                    <a:pt x="1452" y="3047"/>
                    <a:pt x="1464" y="3045"/>
                    <a:pt x="1467" y="3045"/>
                  </a:cubicBezTo>
                  <a:cubicBezTo>
                    <a:pt x="1470" y="3044"/>
                    <a:pt x="1476" y="3044"/>
                    <a:pt x="1479" y="3044"/>
                  </a:cubicBezTo>
                  <a:cubicBezTo>
                    <a:pt x="1481" y="3051"/>
                    <a:pt x="1486" y="3066"/>
                    <a:pt x="1492" y="3078"/>
                  </a:cubicBezTo>
                  <a:cubicBezTo>
                    <a:pt x="1496" y="3088"/>
                    <a:pt x="1502" y="3096"/>
                    <a:pt x="1505" y="3101"/>
                  </a:cubicBezTo>
                  <a:cubicBezTo>
                    <a:pt x="1511" y="3124"/>
                    <a:pt x="1522" y="3172"/>
                    <a:pt x="1531" y="3214"/>
                  </a:cubicBezTo>
                  <a:cubicBezTo>
                    <a:pt x="1541" y="3255"/>
                    <a:pt x="1567" y="3350"/>
                    <a:pt x="1579" y="3389"/>
                  </a:cubicBezTo>
                  <a:cubicBezTo>
                    <a:pt x="1588" y="3420"/>
                    <a:pt x="1595" y="3431"/>
                    <a:pt x="1599" y="3439"/>
                  </a:cubicBezTo>
                  <a:lnTo>
                    <a:pt x="1599" y="3439"/>
                  </a:lnTo>
                  <a:lnTo>
                    <a:pt x="1598" y="3449"/>
                  </a:lnTo>
                  <a:cubicBezTo>
                    <a:pt x="1586" y="3455"/>
                    <a:pt x="1562" y="3472"/>
                    <a:pt x="1553" y="3484"/>
                  </a:cubicBezTo>
                  <a:cubicBezTo>
                    <a:pt x="1544" y="3497"/>
                    <a:pt x="1538" y="3529"/>
                    <a:pt x="1522" y="3539"/>
                  </a:cubicBezTo>
                  <a:cubicBezTo>
                    <a:pt x="1505" y="3549"/>
                    <a:pt x="1486" y="3554"/>
                    <a:pt x="1471" y="3555"/>
                  </a:cubicBezTo>
                  <a:cubicBezTo>
                    <a:pt x="1457" y="3557"/>
                    <a:pt x="1454" y="3564"/>
                    <a:pt x="1433" y="3577"/>
                  </a:cubicBezTo>
                  <a:cubicBezTo>
                    <a:pt x="1412" y="3592"/>
                    <a:pt x="1355" y="3580"/>
                    <a:pt x="1327" y="3600"/>
                  </a:cubicBezTo>
                  <a:cubicBezTo>
                    <a:pt x="1298" y="3621"/>
                    <a:pt x="1304" y="3622"/>
                    <a:pt x="1273" y="3624"/>
                  </a:cubicBezTo>
                  <a:cubicBezTo>
                    <a:pt x="1243" y="3624"/>
                    <a:pt x="1228" y="3627"/>
                    <a:pt x="1221" y="3627"/>
                  </a:cubicBezTo>
                  <a:cubicBezTo>
                    <a:pt x="1219" y="3631"/>
                    <a:pt x="1218" y="3635"/>
                    <a:pt x="1216" y="3640"/>
                  </a:cubicBezTo>
                  <a:cubicBezTo>
                    <a:pt x="1211" y="3638"/>
                    <a:pt x="1204" y="3638"/>
                    <a:pt x="1197" y="3638"/>
                  </a:cubicBezTo>
                  <a:cubicBezTo>
                    <a:pt x="1182" y="3638"/>
                    <a:pt x="1164" y="3641"/>
                    <a:pt x="1142" y="3646"/>
                  </a:cubicBezTo>
                  <a:cubicBezTo>
                    <a:pt x="1114" y="3660"/>
                    <a:pt x="1059" y="3688"/>
                    <a:pt x="1021" y="3737"/>
                  </a:cubicBezTo>
                  <a:cubicBezTo>
                    <a:pt x="983" y="3785"/>
                    <a:pt x="916" y="3876"/>
                    <a:pt x="894" y="3914"/>
                  </a:cubicBezTo>
                  <a:cubicBezTo>
                    <a:pt x="873" y="3953"/>
                    <a:pt x="829" y="3988"/>
                    <a:pt x="763" y="4042"/>
                  </a:cubicBezTo>
                  <a:cubicBezTo>
                    <a:pt x="696" y="4097"/>
                    <a:pt x="606" y="4161"/>
                    <a:pt x="593" y="4173"/>
                  </a:cubicBezTo>
                  <a:cubicBezTo>
                    <a:pt x="580" y="4185"/>
                    <a:pt x="514" y="4224"/>
                    <a:pt x="506" y="4227"/>
                  </a:cubicBezTo>
                  <a:cubicBezTo>
                    <a:pt x="500" y="4230"/>
                    <a:pt x="476" y="4246"/>
                    <a:pt x="457" y="4260"/>
                  </a:cubicBezTo>
                  <a:cubicBezTo>
                    <a:pt x="469" y="4233"/>
                    <a:pt x="478" y="4206"/>
                    <a:pt x="479" y="4192"/>
                  </a:cubicBezTo>
                  <a:cubicBezTo>
                    <a:pt x="484" y="4167"/>
                    <a:pt x="500" y="4126"/>
                    <a:pt x="508" y="4115"/>
                  </a:cubicBezTo>
                  <a:cubicBezTo>
                    <a:pt x="517" y="4103"/>
                    <a:pt x="516" y="4087"/>
                    <a:pt x="514" y="4087"/>
                  </a:cubicBezTo>
                  <a:lnTo>
                    <a:pt x="497" y="4075"/>
                  </a:lnTo>
                  <a:lnTo>
                    <a:pt x="476" y="4077"/>
                  </a:lnTo>
                  <a:cubicBezTo>
                    <a:pt x="459" y="4091"/>
                    <a:pt x="452" y="4078"/>
                    <a:pt x="425" y="4122"/>
                  </a:cubicBezTo>
                  <a:cubicBezTo>
                    <a:pt x="399" y="4166"/>
                    <a:pt x="385" y="4188"/>
                    <a:pt x="379" y="4198"/>
                  </a:cubicBezTo>
                  <a:cubicBezTo>
                    <a:pt x="373" y="4190"/>
                    <a:pt x="361" y="4177"/>
                    <a:pt x="351" y="4158"/>
                  </a:cubicBezTo>
                  <a:cubicBezTo>
                    <a:pt x="341" y="4138"/>
                    <a:pt x="334" y="4106"/>
                    <a:pt x="339" y="4097"/>
                  </a:cubicBezTo>
                  <a:cubicBezTo>
                    <a:pt x="344" y="4088"/>
                    <a:pt x="360" y="4061"/>
                    <a:pt x="364" y="4049"/>
                  </a:cubicBezTo>
                  <a:cubicBezTo>
                    <a:pt x="370" y="4039"/>
                    <a:pt x="415" y="4000"/>
                    <a:pt x="399" y="3992"/>
                  </a:cubicBezTo>
                  <a:cubicBezTo>
                    <a:pt x="390" y="3989"/>
                    <a:pt x="387" y="3983"/>
                    <a:pt x="379" y="3983"/>
                  </a:cubicBezTo>
                  <a:cubicBezTo>
                    <a:pt x="373" y="3983"/>
                    <a:pt x="365" y="3986"/>
                    <a:pt x="351" y="3994"/>
                  </a:cubicBezTo>
                  <a:cubicBezTo>
                    <a:pt x="316" y="4014"/>
                    <a:pt x="280" y="4035"/>
                    <a:pt x="272" y="4059"/>
                  </a:cubicBezTo>
                  <a:cubicBezTo>
                    <a:pt x="264" y="4086"/>
                    <a:pt x="252" y="4094"/>
                    <a:pt x="245" y="4099"/>
                  </a:cubicBezTo>
                  <a:cubicBezTo>
                    <a:pt x="243" y="4090"/>
                    <a:pt x="237" y="4070"/>
                    <a:pt x="249" y="4049"/>
                  </a:cubicBezTo>
                  <a:cubicBezTo>
                    <a:pt x="258" y="4030"/>
                    <a:pt x="267" y="4021"/>
                    <a:pt x="265" y="4020"/>
                  </a:cubicBezTo>
                  <a:cubicBezTo>
                    <a:pt x="265" y="4010"/>
                    <a:pt x="265" y="3992"/>
                    <a:pt x="252" y="3992"/>
                  </a:cubicBezTo>
                  <a:cubicBezTo>
                    <a:pt x="252" y="3992"/>
                    <a:pt x="251" y="3992"/>
                    <a:pt x="251" y="3992"/>
                  </a:cubicBezTo>
                  <a:cubicBezTo>
                    <a:pt x="236" y="3994"/>
                    <a:pt x="205" y="4005"/>
                    <a:pt x="203" y="4007"/>
                  </a:cubicBezTo>
                  <a:cubicBezTo>
                    <a:pt x="197" y="4007"/>
                    <a:pt x="185" y="4007"/>
                    <a:pt x="178" y="4014"/>
                  </a:cubicBezTo>
                  <a:cubicBezTo>
                    <a:pt x="169" y="4021"/>
                    <a:pt x="152" y="4048"/>
                    <a:pt x="150" y="4052"/>
                  </a:cubicBezTo>
                  <a:cubicBezTo>
                    <a:pt x="149" y="4056"/>
                    <a:pt x="128" y="4061"/>
                    <a:pt x="127" y="4061"/>
                  </a:cubicBezTo>
                  <a:cubicBezTo>
                    <a:pt x="115" y="4062"/>
                    <a:pt x="90" y="4067"/>
                    <a:pt x="87" y="4080"/>
                  </a:cubicBezTo>
                  <a:cubicBezTo>
                    <a:pt x="86" y="4091"/>
                    <a:pt x="101" y="4134"/>
                    <a:pt x="89" y="4163"/>
                  </a:cubicBezTo>
                  <a:cubicBezTo>
                    <a:pt x="77" y="4193"/>
                    <a:pt x="71" y="4209"/>
                    <a:pt x="54" y="4228"/>
                  </a:cubicBezTo>
                  <a:cubicBezTo>
                    <a:pt x="38" y="4246"/>
                    <a:pt x="20" y="4269"/>
                    <a:pt x="15" y="4288"/>
                  </a:cubicBezTo>
                  <a:cubicBezTo>
                    <a:pt x="7" y="4307"/>
                    <a:pt x="0" y="4332"/>
                    <a:pt x="13" y="4343"/>
                  </a:cubicBezTo>
                  <a:cubicBezTo>
                    <a:pt x="28" y="4354"/>
                    <a:pt x="29" y="4352"/>
                    <a:pt x="39" y="4373"/>
                  </a:cubicBezTo>
                  <a:cubicBezTo>
                    <a:pt x="50" y="4394"/>
                    <a:pt x="41" y="4426"/>
                    <a:pt x="63" y="4444"/>
                  </a:cubicBezTo>
                  <a:cubicBezTo>
                    <a:pt x="82" y="4459"/>
                    <a:pt x="78" y="4481"/>
                    <a:pt x="102" y="4481"/>
                  </a:cubicBezTo>
                  <a:cubicBezTo>
                    <a:pt x="106" y="4481"/>
                    <a:pt x="111" y="4480"/>
                    <a:pt x="117" y="4479"/>
                  </a:cubicBezTo>
                  <a:cubicBezTo>
                    <a:pt x="165" y="4536"/>
                    <a:pt x="236" y="4608"/>
                    <a:pt x="300" y="4617"/>
                  </a:cubicBezTo>
                  <a:cubicBezTo>
                    <a:pt x="346" y="4623"/>
                    <a:pt x="417" y="4630"/>
                    <a:pt x="478" y="4630"/>
                  </a:cubicBezTo>
                  <a:cubicBezTo>
                    <a:pt x="520" y="4630"/>
                    <a:pt x="557" y="4627"/>
                    <a:pt x="577" y="4617"/>
                  </a:cubicBezTo>
                  <a:cubicBezTo>
                    <a:pt x="625" y="4592"/>
                    <a:pt x="628" y="4565"/>
                    <a:pt x="676" y="4549"/>
                  </a:cubicBezTo>
                  <a:cubicBezTo>
                    <a:pt x="724" y="4534"/>
                    <a:pt x="819" y="4464"/>
                    <a:pt x="910" y="4409"/>
                  </a:cubicBezTo>
                  <a:cubicBezTo>
                    <a:pt x="1004" y="4355"/>
                    <a:pt x="1079" y="4256"/>
                    <a:pt x="1106" y="4225"/>
                  </a:cubicBezTo>
                  <a:cubicBezTo>
                    <a:pt x="1133" y="4193"/>
                    <a:pt x="1171" y="4167"/>
                    <a:pt x="1177" y="4160"/>
                  </a:cubicBezTo>
                  <a:cubicBezTo>
                    <a:pt x="1183" y="4154"/>
                    <a:pt x="1215" y="4134"/>
                    <a:pt x="1231" y="4123"/>
                  </a:cubicBezTo>
                  <a:lnTo>
                    <a:pt x="1240" y="4118"/>
                  </a:lnTo>
                  <a:cubicBezTo>
                    <a:pt x="1286" y="4186"/>
                    <a:pt x="1266" y="4176"/>
                    <a:pt x="1288" y="4212"/>
                  </a:cubicBezTo>
                  <a:cubicBezTo>
                    <a:pt x="1311" y="4252"/>
                    <a:pt x="1308" y="4275"/>
                    <a:pt x="1305" y="4294"/>
                  </a:cubicBezTo>
                  <a:cubicBezTo>
                    <a:pt x="1304" y="4314"/>
                    <a:pt x="1305" y="4365"/>
                    <a:pt x="1323" y="4407"/>
                  </a:cubicBezTo>
                  <a:cubicBezTo>
                    <a:pt x="1340" y="4448"/>
                    <a:pt x="1343" y="4457"/>
                    <a:pt x="1350" y="4508"/>
                  </a:cubicBezTo>
                  <a:cubicBezTo>
                    <a:pt x="1359" y="4559"/>
                    <a:pt x="1365" y="4582"/>
                    <a:pt x="1384" y="4625"/>
                  </a:cubicBezTo>
                  <a:cubicBezTo>
                    <a:pt x="1403" y="4665"/>
                    <a:pt x="1413" y="4696"/>
                    <a:pt x="1414" y="4718"/>
                  </a:cubicBezTo>
                  <a:cubicBezTo>
                    <a:pt x="1417" y="4740"/>
                    <a:pt x="1404" y="4802"/>
                    <a:pt x="1412" y="4898"/>
                  </a:cubicBezTo>
                  <a:cubicBezTo>
                    <a:pt x="1420" y="4995"/>
                    <a:pt x="1426" y="5142"/>
                    <a:pt x="1423" y="5194"/>
                  </a:cubicBezTo>
                  <a:cubicBezTo>
                    <a:pt x="1420" y="5248"/>
                    <a:pt x="1406" y="5292"/>
                    <a:pt x="1428" y="5359"/>
                  </a:cubicBezTo>
                  <a:cubicBezTo>
                    <a:pt x="1449" y="5427"/>
                    <a:pt x="1473" y="5433"/>
                    <a:pt x="1493" y="5475"/>
                  </a:cubicBezTo>
                  <a:cubicBezTo>
                    <a:pt x="1498" y="5487"/>
                    <a:pt x="1503" y="5497"/>
                    <a:pt x="1508" y="5506"/>
                  </a:cubicBezTo>
                  <a:cubicBezTo>
                    <a:pt x="1519" y="5532"/>
                    <a:pt x="1530" y="5554"/>
                    <a:pt x="1549" y="5558"/>
                  </a:cubicBezTo>
                  <a:cubicBezTo>
                    <a:pt x="1573" y="5566"/>
                    <a:pt x="1597" y="5557"/>
                    <a:pt x="1597" y="5573"/>
                  </a:cubicBezTo>
                  <a:cubicBezTo>
                    <a:pt x="1595" y="5589"/>
                    <a:pt x="1616" y="5596"/>
                    <a:pt x="1639" y="5599"/>
                  </a:cubicBezTo>
                  <a:cubicBezTo>
                    <a:pt x="1664" y="5601"/>
                    <a:pt x="1569" y="5638"/>
                    <a:pt x="1642" y="5640"/>
                  </a:cubicBezTo>
                  <a:cubicBezTo>
                    <a:pt x="1645" y="5640"/>
                    <a:pt x="1649" y="5640"/>
                    <a:pt x="1653" y="5640"/>
                  </a:cubicBezTo>
                  <a:cubicBezTo>
                    <a:pt x="1682" y="5640"/>
                    <a:pt x="1701" y="5635"/>
                    <a:pt x="1710" y="5635"/>
                  </a:cubicBezTo>
                  <a:cubicBezTo>
                    <a:pt x="1720" y="5635"/>
                    <a:pt x="1716" y="5642"/>
                    <a:pt x="1697" y="5669"/>
                  </a:cubicBezTo>
                  <a:cubicBezTo>
                    <a:pt x="1661" y="5723"/>
                    <a:pt x="1646" y="5768"/>
                    <a:pt x="1643" y="5783"/>
                  </a:cubicBezTo>
                  <a:cubicBezTo>
                    <a:pt x="1639" y="5796"/>
                    <a:pt x="1594" y="5826"/>
                    <a:pt x="1605" y="5895"/>
                  </a:cubicBezTo>
                  <a:cubicBezTo>
                    <a:pt x="1617" y="5962"/>
                    <a:pt x="1610" y="6008"/>
                    <a:pt x="1626" y="6081"/>
                  </a:cubicBezTo>
                  <a:cubicBezTo>
                    <a:pt x="1643" y="6153"/>
                    <a:pt x="1645" y="6231"/>
                    <a:pt x="1643" y="6236"/>
                  </a:cubicBezTo>
                  <a:cubicBezTo>
                    <a:pt x="1643" y="6241"/>
                    <a:pt x="1639" y="6403"/>
                    <a:pt x="1636" y="6428"/>
                  </a:cubicBezTo>
                  <a:cubicBezTo>
                    <a:pt x="1633" y="6453"/>
                    <a:pt x="1632" y="6463"/>
                    <a:pt x="1632" y="6467"/>
                  </a:cubicBezTo>
                  <a:cubicBezTo>
                    <a:pt x="1633" y="6464"/>
                    <a:pt x="1634" y="6461"/>
                    <a:pt x="1636" y="6458"/>
                  </a:cubicBezTo>
                  <a:lnTo>
                    <a:pt x="1636" y="6458"/>
                  </a:lnTo>
                  <a:cubicBezTo>
                    <a:pt x="1627" y="6502"/>
                    <a:pt x="1621" y="6547"/>
                    <a:pt x="1607" y="6587"/>
                  </a:cubicBezTo>
                  <a:cubicBezTo>
                    <a:pt x="1601" y="6600"/>
                    <a:pt x="1602" y="6616"/>
                    <a:pt x="1608" y="6632"/>
                  </a:cubicBezTo>
                  <a:cubicBezTo>
                    <a:pt x="1604" y="6708"/>
                    <a:pt x="1597" y="6845"/>
                    <a:pt x="1607" y="6964"/>
                  </a:cubicBezTo>
                  <a:cubicBezTo>
                    <a:pt x="1610" y="6996"/>
                    <a:pt x="1614" y="7028"/>
                    <a:pt x="1617" y="7059"/>
                  </a:cubicBezTo>
                  <a:cubicBezTo>
                    <a:pt x="1621" y="7094"/>
                    <a:pt x="1626" y="7127"/>
                    <a:pt x="1629" y="7159"/>
                  </a:cubicBezTo>
                  <a:cubicBezTo>
                    <a:pt x="1636" y="7207"/>
                    <a:pt x="1642" y="7251"/>
                    <a:pt x="1643" y="7283"/>
                  </a:cubicBezTo>
                  <a:cubicBezTo>
                    <a:pt x="1648" y="7351"/>
                    <a:pt x="1664" y="7494"/>
                    <a:pt x="1678" y="7545"/>
                  </a:cubicBezTo>
                  <a:cubicBezTo>
                    <a:pt x="1694" y="7596"/>
                    <a:pt x="1712" y="7665"/>
                    <a:pt x="1715" y="7697"/>
                  </a:cubicBezTo>
                  <a:cubicBezTo>
                    <a:pt x="1716" y="7704"/>
                    <a:pt x="1716" y="7711"/>
                    <a:pt x="1717" y="7717"/>
                  </a:cubicBezTo>
                  <a:cubicBezTo>
                    <a:pt x="1719" y="7733"/>
                    <a:pt x="1722" y="7740"/>
                    <a:pt x="1722" y="7745"/>
                  </a:cubicBezTo>
                  <a:cubicBezTo>
                    <a:pt x="1726" y="7742"/>
                    <a:pt x="1731" y="7739"/>
                    <a:pt x="1734" y="7736"/>
                  </a:cubicBezTo>
                  <a:lnTo>
                    <a:pt x="1734" y="7736"/>
                  </a:lnTo>
                  <a:cubicBezTo>
                    <a:pt x="1732" y="7758"/>
                    <a:pt x="1742" y="7793"/>
                    <a:pt x="1744" y="7810"/>
                  </a:cubicBezTo>
                  <a:cubicBezTo>
                    <a:pt x="1751" y="7877"/>
                    <a:pt x="1751" y="7943"/>
                    <a:pt x="1793" y="7989"/>
                  </a:cubicBezTo>
                  <a:cubicBezTo>
                    <a:pt x="1847" y="8046"/>
                    <a:pt x="1939" y="8080"/>
                    <a:pt x="2015" y="8119"/>
                  </a:cubicBezTo>
                  <a:cubicBezTo>
                    <a:pt x="2130" y="8180"/>
                    <a:pt x="2232" y="8243"/>
                    <a:pt x="2339" y="8316"/>
                  </a:cubicBezTo>
                  <a:cubicBezTo>
                    <a:pt x="2389" y="8348"/>
                    <a:pt x="2452" y="8357"/>
                    <a:pt x="2506" y="8386"/>
                  </a:cubicBezTo>
                  <a:cubicBezTo>
                    <a:pt x="2586" y="8432"/>
                    <a:pt x="2691" y="8435"/>
                    <a:pt x="2777" y="8476"/>
                  </a:cubicBezTo>
                  <a:cubicBezTo>
                    <a:pt x="2827" y="8501"/>
                    <a:pt x="2876" y="8528"/>
                    <a:pt x="2924" y="8559"/>
                  </a:cubicBezTo>
                  <a:cubicBezTo>
                    <a:pt x="2962" y="8581"/>
                    <a:pt x="3017" y="8598"/>
                    <a:pt x="3040" y="8632"/>
                  </a:cubicBezTo>
                  <a:cubicBezTo>
                    <a:pt x="3056" y="8654"/>
                    <a:pt x="3074" y="8674"/>
                    <a:pt x="3096" y="8692"/>
                  </a:cubicBezTo>
                  <a:cubicBezTo>
                    <a:pt x="3107" y="8703"/>
                    <a:pt x="3113" y="8721"/>
                    <a:pt x="3120" y="8738"/>
                  </a:cubicBezTo>
                  <a:cubicBezTo>
                    <a:pt x="3113" y="8735"/>
                    <a:pt x="3107" y="8731"/>
                    <a:pt x="3103" y="8729"/>
                  </a:cubicBezTo>
                  <a:lnTo>
                    <a:pt x="3059" y="8792"/>
                  </a:lnTo>
                  <a:cubicBezTo>
                    <a:pt x="3049" y="8801"/>
                    <a:pt x="3030" y="8820"/>
                    <a:pt x="3069" y="8846"/>
                  </a:cubicBezTo>
                  <a:cubicBezTo>
                    <a:pt x="3101" y="8869"/>
                    <a:pt x="3103" y="8878"/>
                    <a:pt x="3133" y="8878"/>
                  </a:cubicBezTo>
                  <a:cubicBezTo>
                    <a:pt x="3140" y="8878"/>
                    <a:pt x="3147" y="8877"/>
                    <a:pt x="3157" y="8877"/>
                  </a:cubicBezTo>
                  <a:cubicBezTo>
                    <a:pt x="3163" y="8876"/>
                    <a:pt x="3170" y="8876"/>
                    <a:pt x="3176" y="8876"/>
                  </a:cubicBezTo>
                  <a:cubicBezTo>
                    <a:pt x="3218" y="8876"/>
                    <a:pt x="3255" y="8883"/>
                    <a:pt x="3265" y="8883"/>
                  </a:cubicBezTo>
                  <a:cubicBezTo>
                    <a:pt x="3266" y="8883"/>
                    <a:pt x="3267" y="8883"/>
                    <a:pt x="3267" y="8882"/>
                  </a:cubicBezTo>
                  <a:cubicBezTo>
                    <a:pt x="3273" y="8882"/>
                    <a:pt x="3339" y="8965"/>
                    <a:pt x="3375" y="9009"/>
                  </a:cubicBezTo>
                  <a:cubicBezTo>
                    <a:pt x="3404" y="9041"/>
                    <a:pt x="3470" y="9107"/>
                    <a:pt x="3509" y="9153"/>
                  </a:cubicBezTo>
                  <a:cubicBezTo>
                    <a:pt x="3508" y="9155"/>
                    <a:pt x="3505" y="9156"/>
                    <a:pt x="3505" y="9159"/>
                  </a:cubicBezTo>
                  <a:cubicBezTo>
                    <a:pt x="3500" y="9171"/>
                    <a:pt x="3511" y="9172"/>
                    <a:pt x="3525" y="9172"/>
                  </a:cubicBezTo>
                  <a:cubicBezTo>
                    <a:pt x="3530" y="9178"/>
                    <a:pt x="3534" y="9184"/>
                    <a:pt x="3537" y="9188"/>
                  </a:cubicBezTo>
                  <a:cubicBezTo>
                    <a:pt x="3560" y="9226"/>
                    <a:pt x="3715" y="9404"/>
                    <a:pt x="3748" y="9436"/>
                  </a:cubicBezTo>
                  <a:cubicBezTo>
                    <a:pt x="3766" y="9453"/>
                    <a:pt x="3786" y="9461"/>
                    <a:pt x="3807" y="9461"/>
                  </a:cubicBezTo>
                  <a:cubicBezTo>
                    <a:pt x="3826" y="9461"/>
                    <a:pt x="3846" y="9454"/>
                    <a:pt x="3869" y="9440"/>
                  </a:cubicBezTo>
                  <a:cubicBezTo>
                    <a:pt x="3916" y="9411"/>
                    <a:pt x="4000" y="9302"/>
                    <a:pt x="3942" y="9136"/>
                  </a:cubicBezTo>
                  <a:cubicBezTo>
                    <a:pt x="3885" y="8970"/>
                    <a:pt x="3889" y="8914"/>
                    <a:pt x="3834" y="8855"/>
                  </a:cubicBezTo>
                  <a:cubicBezTo>
                    <a:pt x="3780" y="8798"/>
                    <a:pt x="3745" y="8766"/>
                    <a:pt x="3722" y="8737"/>
                  </a:cubicBezTo>
                  <a:cubicBezTo>
                    <a:pt x="3700" y="8708"/>
                    <a:pt x="3694" y="8689"/>
                    <a:pt x="3693" y="8678"/>
                  </a:cubicBezTo>
                  <a:cubicBezTo>
                    <a:pt x="3691" y="8671"/>
                    <a:pt x="3668" y="8437"/>
                    <a:pt x="3632" y="8361"/>
                  </a:cubicBezTo>
                  <a:cubicBezTo>
                    <a:pt x="3595" y="8285"/>
                    <a:pt x="3533" y="8211"/>
                    <a:pt x="3474" y="8208"/>
                  </a:cubicBezTo>
                  <a:cubicBezTo>
                    <a:pt x="3473" y="8208"/>
                    <a:pt x="3472" y="8208"/>
                    <a:pt x="3471" y="8208"/>
                  </a:cubicBezTo>
                  <a:cubicBezTo>
                    <a:pt x="3411" y="8208"/>
                    <a:pt x="3299" y="8277"/>
                    <a:pt x="3266" y="8311"/>
                  </a:cubicBezTo>
                  <a:cubicBezTo>
                    <a:pt x="3241" y="8338"/>
                    <a:pt x="3228" y="8351"/>
                    <a:pt x="3219" y="8351"/>
                  </a:cubicBezTo>
                  <a:cubicBezTo>
                    <a:pt x="3215" y="8345"/>
                    <a:pt x="3211" y="8342"/>
                    <a:pt x="3206" y="8341"/>
                  </a:cubicBezTo>
                  <a:cubicBezTo>
                    <a:pt x="3204" y="8338"/>
                    <a:pt x="3201" y="8336"/>
                    <a:pt x="3198" y="8336"/>
                  </a:cubicBezTo>
                  <a:cubicBezTo>
                    <a:pt x="3192" y="8336"/>
                    <a:pt x="3186" y="8341"/>
                    <a:pt x="3177" y="8354"/>
                  </a:cubicBezTo>
                  <a:cubicBezTo>
                    <a:pt x="3171" y="8364"/>
                    <a:pt x="3170" y="8365"/>
                    <a:pt x="3174" y="8367"/>
                  </a:cubicBezTo>
                  <a:cubicBezTo>
                    <a:pt x="3168" y="8370"/>
                    <a:pt x="3163" y="8373"/>
                    <a:pt x="3157" y="8377"/>
                  </a:cubicBezTo>
                  <a:cubicBezTo>
                    <a:pt x="3119" y="8345"/>
                    <a:pt x="3069" y="8313"/>
                    <a:pt x="3046" y="8304"/>
                  </a:cubicBezTo>
                  <a:cubicBezTo>
                    <a:pt x="3004" y="8282"/>
                    <a:pt x="2967" y="8236"/>
                    <a:pt x="2937" y="8205"/>
                  </a:cubicBezTo>
                  <a:cubicBezTo>
                    <a:pt x="2846" y="8113"/>
                    <a:pt x="2759" y="8010"/>
                    <a:pt x="2675" y="7909"/>
                  </a:cubicBezTo>
                  <a:cubicBezTo>
                    <a:pt x="2596" y="7816"/>
                    <a:pt x="2497" y="7787"/>
                    <a:pt x="2376" y="7759"/>
                  </a:cubicBezTo>
                  <a:cubicBezTo>
                    <a:pt x="2341" y="7751"/>
                    <a:pt x="2331" y="7727"/>
                    <a:pt x="2302" y="7710"/>
                  </a:cubicBezTo>
                  <a:cubicBezTo>
                    <a:pt x="2271" y="7691"/>
                    <a:pt x="2270" y="7628"/>
                    <a:pt x="2267" y="7580"/>
                  </a:cubicBezTo>
                  <a:cubicBezTo>
                    <a:pt x="2373" y="7518"/>
                    <a:pt x="2565" y="7404"/>
                    <a:pt x="2632" y="7330"/>
                  </a:cubicBezTo>
                  <a:cubicBezTo>
                    <a:pt x="2701" y="7252"/>
                    <a:pt x="2784" y="7139"/>
                    <a:pt x="2798" y="7127"/>
                  </a:cubicBezTo>
                  <a:cubicBezTo>
                    <a:pt x="2798" y="7126"/>
                    <a:pt x="2800" y="7124"/>
                    <a:pt x="2801" y="7124"/>
                  </a:cubicBezTo>
                  <a:cubicBezTo>
                    <a:pt x="2809" y="7118"/>
                    <a:pt x="2827" y="7094"/>
                    <a:pt x="2842" y="7075"/>
                  </a:cubicBezTo>
                  <a:cubicBezTo>
                    <a:pt x="2861" y="7114"/>
                    <a:pt x="2881" y="7162"/>
                    <a:pt x="2886" y="7190"/>
                  </a:cubicBezTo>
                  <a:cubicBezTo>
                    <a:pt x="2892" y="7229"/>
                    <a:pt x="2909" y="7318"/>
                    <a:pt x="2909" y="7319"/>
                  </a:cubicBezTo>
                  <a:cubicBezTo>
                    <a:pt x="2938" y="7416"/>
                    <a:pt x="3010" y="7605"/>
                    <a:pt x="3020" y="7653"/>
                  </a:cubicBezTo>
                  <a:cubicBezTo>
                    <a:pt x="3021" y="7660"/>
                    <a:pt x="3037" y="7668"/>
                    <a:pt x="3037" y="7676"/>
                  </a:cubicBezTo>
                  <a:cubicBezTo>
                    <a:pt x="3037" y="7719"/>
                    <a:pt x="3066" y="7771"/>
                    <a:pt x="3130" y="7771"/>
                  </a:cubicBezTo>
                  <a:cubicBezTo>
                    <a:pt x="3136" y="7771"/>
                    <a:pt x="3143" y="7771"/>
                    <a:pt x="3149" y="7770"/>
                  </a:cubicBezTo>
                  <a:cubicBezTo>
                    <a:pt x="3241" y="7755"/>
                    <a:pt x="3365" y="7660"/>
                    <a:pt x="3393" y="7551"/>
                  </a:cubicBezTo>
                  <a:cubicBezTo>
                    <a:pt x="3422" y="7442"/>
                    <a:pt x="3454" y="7343"/>
                    <a:pt x="3445" y="7260"/>
                  </a:cubicBezTo>
                  <a:cubicBezTo>
                    <a:pt x="3436" y="7175"/>
                    <a:pt x="3416" y="7121"/>
                    <a:pt x="3406" y="7095"/>
                  </a:cubicBezTo>
                  <a:lnTo>
                    <a:pt x="3375" y="7081"/>
                  </a:lnTo>
                  <a:lnTo>
                    <a:pt x="3313" y="6930"/>
                  </a:lnTo>
                  <a:cubicBezTo>
                    <a:pt x="3314" y="6878"/>
                    <a:pt x="3315" y="6772"/>
                    <a:pt x="3301" y="6703"/>
                  </a:cubicBezTo>
                  <a:cubicBezTo>
                    <a:pt x="3288" y="6633"/>
                    <a:pt x="3257" y="6531"/>
                    <a:pt x="3174" y="6499"/>
                  </a:cubicBezTo>
                  <a:cubicBezTo>
                    <a:pt x="3091" y="6469"/>
                    <a:pt x="3056" y="6466"/>
                    <a:pt x="3039" y="6466"/>
                  </a:cubicBezTo>
                  <a:lnTo>
                    <a:pt x="2951" y="6488"/>
                  </a:lnTo>
                  <a:lnTo>
                    <a:pt x="2873" y="6517"/>
                  </a:lnTo>
                  <a:lnTo>
                    <a:pt x="2855" y="6523"/>
                  </a:lnTo>
                  <a:lnTo>
                    <a:pt x="2811" y="6531"/>
                  </a:lnTo>
                  <a:lnTo>
                    <a:pt x="2760" y="6550"/>
                  </a:lnTo>
                  <a:lnTo>
                    <a:pt x="2762" y="6552"/>
                  </a:lnTo>
                  <a:cubicBezTo>
                    <a:pt x="2744" y="6547"/>
                    <a:pt x="2728" y="6542"/>
                    <a:pt x="2715" y="6533"/>
                  </a:cubicBezTo>
                  <a:cubicBezTo>
                    <a:pt x="2701" y="6524"/>
                    <a:pt x="2686" y="6512"/>
                    <a:pt x="2670" y="6501"/>
                  </a:cubicBezTo>
                  <a:cubicBezTo>
                    <a:pt x="2672" y="6477"/>
                    <a:pt x="2675" y="6435"/>
                    <a:pt x="2692" y="6400"/>
                  </a:cubicBezTo>
                  <a:cubicBezTo>
                    <a:pt x="2709" y="6364"/>
                    <a:pt x="2794" y="6310"/>
                    <a:pt x="2860" y="6279"/>
                  </a:cubicBezTo>
                  <a:cubicBezTo>
                    <a:pt x="2924" y="6247"/>
                    <a:pt x="2932" y="6279"/>
                    <a:pt x="2976" y="6144"/>
                  </a:cubicBezTo>
                  <a:cubicBezTo>
                    <a:pt x="3021" y="6008"/>
                    <a:pt x="2978" y="5985"/>
                    <a:pt x="3023" y="5915"/>
                  </a:cubicBezTo>
                  <a:cubicBezTo>
                    <a:pt x="3068" y="5845"/>
                    <a:pt x="3123" y="5829"/>
                    <a:pt x="3113" y="5749"/>
                  </a:cubicBezTo>
                  <a:cubicBezTo>
                    <a:pt x="3104" y="5668"/>
                    <a:pt x="3123" y="5615"/>
                    <a:pt x="3094" y="5564"/>
                  </a:cubicBezTo>
                  <a:cubicBezTo>
                    <a:pt x="3065" y="5513"/>
                    <a:pt x="3036" y="5480"/>
                    <a:pt x="2994" y="5448"/>
                  </a:cubicBezTo>
                  <a:cubicBezTo>
                    <a:pt x="2962" y="5424"/>
                    <a:pt x="2951" y="5413"/>
                    <a:pt x="2951" y="5389"/>
                  </a:cubicBezTo>
                  <a:cubicBezTo>
                    <a:pt x="2951" y="5382"/>
                    <a:pt x="2951" y="5372"/>
                    <a:pt x="2954" y="5362"/>
                  </a:cubicBezTo>
                  <a:cubicBezTo>
                    <a:pt x="2963" y="5315"/>
                    <a:pt x="2979" y="5283"/>
                    <a:pt x="2963" y="5223"/>
                  </a:cubicBezTo>
                  <a:cubicBezTo>
                    <a:pt x="2947" y="5163"/>
                    <a:pt x="2927" y="5130"/>
                    <a:pt x="2903" y="5063"/>
                  </a:cubicBezTo>
                  <a:cubicBezTo>
                    <a:pt x="2880" y="4996"/>
                    <a:pt x="2836" y="4847"/>
                    <a:pt x="2829" y="4782"/>
                  </a:cubicBezTo>
                  <a:cubicBezTo>
                    <a:pt x="2822" y="4716"/>
                    <a:pt x="2804" y="4633"/>
                    <a:pt x="2774" y="4540"/>
                  </a:cubicBezTo>
                  <a:cubicBezTo>
                    <a:pt x="2743" y="4447"/>
                    <a:pt x="2727" y="4375"/>
                    <a:pt x="2714" y="4335"/>
                  </a:cubicBezTo>
                  <a:cubicBezTo>
                    <a:pt x="2701" y="4292"/>
                    <a:pt x="2676" y="4135"/>
                    <a:pt x="2675" y="4058"/>
                  </a:cubicBezTo>
                  <a:cubicBezTo>
                    <a:pt x="2673" y="3982"/>
                    <a:pt x="2682" y="3936"/>
                    <a:pt x="2698" y="3867"/>
                  </a:cubicBezTo>
                  <a:cubicBezTo>
                    <a:pt x="2715" y="3799"/>
                    <a:pt x="2711" y="3727"/>
                    <a:pt x="2676" y="3628"/>
                  </a:cubicBezTo>
                  <a:cubicBezTo>
                    <a:pt x="2640" y="3528"/>
                    <a:pt x="2624" y="3490"/>
                    <a:pt x="2610" y="3464"/>
                  </a:cubicBezTo>
                  <a:cubicBezTo>
                    <a:pt x="2600" y="3446"/>
                    <a:pt x="2589" y="3420"/>
                    <a:pt x="2577" y="3391"/>
                  </a:cubicBezTo>
                  <a:cubicBezTo>
                    <a:pt x="2578" y="3385"/>
                    <a:pt x="2580" y="3379"/>
                    <a:pt x="2583" y="3372"/>
                  </a:cubicBezTo>
                  <a:cubicBezTo>
                    <a:pt x="2583" y="3372"/>
                    <a:pt x="2701" y="3032"/>
                    <a:pt x="2726" y="2917"/>
                  </a:cubicBezTo>
                  <a:cubicBezTo>
                    <a:pt x="2752" y="2802"/>
                    <a:pt x="2798" y="2587"/>
                    <a:pt x="2809" y="2521"/>
                  </a:cubicBezTo>
                  <a:cubicBezTo>
                    <a:pt x="2820" y="2456"/>
                    <a:pt x="2807" y="2405"/>
                    <a:pt x="2810" y="2368"/>
                  </a:cubicBezTo>
                  <a:cubicBezTo>
                    <a:pt x="2814" y="2333"/>
                    <a:pt x="2829" y="2240"/>
                    <a:pt x="2827" y="2222"/>
                  </a:cubicBezTo>
                  <a:cubicBezTo>
                    <a:pt x="2826" y="2205"/>
                    <a:pt x="2835" y="2061"/>
                    <a:pt x="2762" y="1861"/>
                  </a:cubicBezTo>
                  <a:cubicBezTo>
                    <a:pt x="2689" y="1662"/>
                    <a:pt x="2632" y="1466"/>
                    <a:pt x="2626" y="1411"/>
                  </a:cubicBezTo>
                  <a:cubicBezTo>
                    <a:pt x="2621" y="1357"/>
                    <a:pt x="2594" y="1265"/>
                    <a:pt x="2594" y="1264"/>
                  </a:cubicBezTo>
                  <a:lnTo>
                    <a:pt x="2589" y="1235"/>
                  </a:lnTo>
                  <a:cubicBezTo>
                    <a:pt x="2589" y="1233"/>
                    <a:pt x="2573" y="935"/>
                    <a:pt x="2546" y="805"/>
                  </a:cubicBezTo>
                  <a:cubicBezTo>
                    <a:pt x="2520" y="677"/>
                    <a:pt x="2524" y="658"/>
                    <a:pt x="2491" y="601"/>
                  </a:cubicBezTo>
                  <a:cubicBezTo>
                    <a:pt x="2459" y="544"/>
                    <a:pt x="2433" y="509"/>
                    <a:pt x="2420" y="493"/>
                  </a:cubicBezTo>
                  <a:cubicBezTo>
                    <a:pt x="2405" y="493"/>
                    <a:pt x="2376" y="493"/>
                    <a:pt x="2380" y="515"/>
                  </a:cubicBezTo>
                  <a:cubicBezTo>
                    <a:pt x="2385" y="536"/>
                    <a:pt x="2405" y="587"/>
                    <a:pt x="2415" y="613"/>
                  </a:cubicBezTo>
                  <a:lnTo>
                    <a:pt x="2428" y="648"/>
                  </a:lnTo>
                  <a:lnTo>
                    <a:pt x="2439" y="686"/>
                  </a:lnTo>
                  <a:cubicBezTo>
                    <a:pt x="2417" y="655"/>
                    <a:pt x="2374" y="594"/>
                    <a:pt x="2373" y="591"/>
                  </a:cubicBezTo>
                  <a:cubicBezTo>
                    <a:pt x="2370" y="587"/>
                    <a:pt x="2319" y="527"/>
                    <a:pt x="2312" y="521"/>
                  </a:cubicBezTo>
                  <a:cubicBezTo>
                    <a:pt x="2310" y="520"/>
                    <a:pt x="2307" y="518"/>
                    <a:pt x="2306" y="517"/>
                  </a:cubicBezTo>
                  <a:cubicBezTo>
                    <a:pt x="2271" y="252"/>
                    <a:pt x="2061" y="34"/>
                    <a:pt x="1783" y="4"/>
                  </a:cubicBezTo>
                  <a:cubicBezTo>
                    <a:pt x="1761" y="2"/>
                    <a:pt x="1740" y="0"/>
                    <a:pt x="171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1"/>
            <p:cNvSpPr/>
            <p:nvPr/>
          </p:nvSpPr>
          <p:spPr>
            <a:xfrm>
              <a:off x="8119285" y="1553798"/>
              <a:ext cx="98810" cy="103149"/>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0" name="Google Shape;290;p21"/>
          <p:cNvSpPr/>
          <p:nvPr/>
        </p:nvSpPr>
        <p:spPr>
          <a:xfrm>
            <a:off x="7001551" y="1542156"/>
            <a:ext cx="847621" cy="973675"/>
          </a:xfrm>
          <a:custGeom>
            <a:rect b="b" l="l" r="r" t="t"/>
            <a:pathLst>
              <a:path extrusionOk="0" h="7423" w="6462">
                <a:moveTo>
                  <a:pt x="3257" y="4128"/>
                </a:moveTo>
                <a:cubicBezTo>
                  <a:pt x="3257" y="4128"/>
                  <a:pt x="3428" y="4361"/>
                  <a:pt x="3463" y="4385"/>
                </a:cubicBezTo>
                <a:cubicBezTo>
                  <a:pt x="3498" y="4410"/>
                  <a:pt x="3498" y="4438"/>
                  <a:pt x="3498" y="4438"/>
                </a:cubicBezTo>
                <a:cubicBezTo>
                  <a:pt x="3498" y="4438"/>
                  <a:pt x="3487" y="4442"/>
                  <a:pt x="3474" y="4442"/>
                </a:cubicBezTo>
                <a:cubicBezTo>
                  <a:pt x="3467" y="4442"/>
                  <a:pt x="3460" y="4441"/>
                  <a:pt x="3454" y="4438"/>
                </a:cubicBezTo>
                <a:cubicBezTo>
                  <a:pt x="3433" y="4429"/>
                  <a:pt x="3410" y="4388"/>
                  <a:pt x="3391" y="4385"/>
                </a:cubicBezTo>
                <a:cubicBezTo>
                  <a:pt x="3372" y="4383"/>
                  <a:pt x="3348" y="4377"/>
                  <a:pt x="3345" y="4358"/>
                </a:cubicBezTo>
                <a:cubicBezTo>
                  <a:pt x="3342" y="4339"/>
                  <a:pt x="3342" y="4311"/>
                  <a:pt x="3313" y="4289"/>
                </a:cubicBezTo>
                <a:cubicBezTo>
                  <a:pt x="3285" y="4267"/>
                  <a:pt x="3230" y="4174"/>
                  <a:pt x="3230" y="4174"/>
                </a:cubicBezTo>
                <a:lnTo>
                  <a:pt x="3257" y="4128"/>
                </a:lnTo>
                <a:close/>
                <a:moveTo>
                  <a:pt x="3713" y="1"/>
                </a:moveTo>
                <a:cubicBezTo>
                  <a:pt x="3697" y="1"/>
                  <a:pt x="3680" y="2"/>
                  <a:pt x="3662" y="4"/>
                </a:cubicBezTo>
                <a:cubicBezTo>
                  <a:pt x="3348" y="42"/>
                  <a:pt x="3243" y="200"/>
                  <a:pt x="3212" y="329"/>
                </a:cubicBezTo>
                <a:cubicBezTo>
                  <a:pt x="3180" y="455"/>
                  <a:pt x="3246" y="707"/>
                  <a:pt x="3246" y="707"/>
                </a:cubicBezTo>
                <a:cubicBezTo>
                  <a:pt x="3246" y="707"/>
                  <a:pt x="3248" y="712"/>
                  <a:pt x="3243" y="712"/>
                </a:cubicBezTo>
                <a:cubicBezTo>
                  <a:pt x="3240" y="712"/>
                  <a:pt x="3235" y="711"/>
                  <a:pt x="3227" y="707"/>
                </a:cubicBezTo>
                <a:cubicBezTo>
                  <a:pt x="3220" y="705"/>
                  <a:pt x="3213" y="704"/>
                  <a:pt x="3206" y="704"/>
                </a:cubicBezTo>
                <a:cubicBezTo>
                  <a:pt x="3186" y="704"/>
                  <a:pt x="3165" y="714"/>
                  <a:pt x="3155" y="742"/>
                </a:cubicBezTo>
                <a:cubicBezTo>
                  <a:pt x="3142" y="779"/>
                  <a:pt x="3161" y="860"/>
                  <a:pt x="3183" y="875"/>
                </a:cubicBezTo>
                <a:cubicBezTo>
                  <a:pt x="3205" y="891"/>
                  <a:pt x="3224" y="964"/>
                  <a:pt x="3264" y="983"/>
                </a:cubicBezTo>
                <a:cubicBezTo>
                  <a:pt x="3274" y="987"/>
                  <a:pt x="3282" y="989"/>
                  <a:pt x="3289" y="989"/>
                </a:cubicBezTo>
                <a:cubicBezTo>
                  <a:pt x="3305" y="989"/>
                  <a:pt x="3313" y="980"/>
                  <a:pt x="3321" y="980"/>
                </a:cubicBezTo>
                <a:cubicBezTo>
                  <a:pt x="3323" y="980"/>
                  <a:pt x="3325" y="981"/>
                  <a:pt x="3327" y="983"/>
                </a:cubicBezTo>
                <a:cubicBezTo>
                  <a:pt x="3339" y="990"/>
                  <a:pt x="3342" y="1019"/>
                  <a:pt x="3317" y="1019"/>
                </a:cubicBezTo>
                <a:cubicBezTo>
                  <a:pt x="3292" y="1019"/>
                  <a:pt x="3031" y="1104"/>
                  <a:pt x="2963" y="1122"/>
                </a:cubicBezTo>
                <a:cubicBezTo>
                  <a:pt x="2893" y="1140"/>
                  <a:pt x="2776" y="1265"/>
                  <a:pt x="2701" y="1323"/>
                </a:cubicBezTo>
                <a:cubicBezTo>
                  <a:pt x="2626" y="1383"/>
                  <a:pt x="2262" y="1744"/>
                  <a:pt x="2262" y="1788"/>
                </a:cubicBezTo>
                <a:cubicBezTo>
                  <a:pt x="2262" y="1830"/>
                  <a:pt x="2374" y="2084"/>
                  <a:pt x="2393" y="2104"/>
                </a:cubicBezTo>
                <a:cubicBezTo>
                  <a:pt x="2412" y="2128"/>
                  <a:pt x="2399" y="2183"/>
                  <a:pt x="2393" y="2273"/>
                </a:cubicBezTo>
                <a:cubicBezTo>
                  <a:pt x="2386" y="2364"/>
                  <a:pt x="2290" y="2476"/>
                  <a:pt x="2268" y="2531"/>
                </a:cubicBezTo>
                <a:cubicBezTo>
                  <a:pt x="2246" y="2588"/>
                  <a:pt x="2265" y="2771"/>
                  <a:pt x="2219" y="2780"/>
                </a:cubicBezTo>
                <a:cubicBezTo>
                  <a:pt x="2172" y="2789"/>
                  <a:pt x="2085" y="2939"/>
                  <a:pt x="2073" y="2983"/>
                </a:cubicBezTo>
                <a:cubicBezTo>
                  <a:pt x="2060" y="3026"/>
                  <a:pt x="2010" y="3114"/>
                  <a:pt x="1951" y="3147"/>
                </a:cubicBezTo>
                <a:cubicBezTo>
                  <a:pt x="1892" y="3182"/>
                  <a:pt x="1863" y="3358"/>
                  <a:pt x="1830" y="3396"/>
                </a:cubicBezTo>
                <a:cubicBezTo>
                  <a:pt x="1795" y="3434"/>
                  <a:pt x="1830" y="3558"/>
                  <a:pt x="1798" y="3577"/>
                </a:cubicBezTo>
                <a:cubicBezTo>
                  <a:pt x="1767" y="3596"/>
                  <a:pt x="1680" y="3727"/>
                  <a:pt x="1677" y="3775"/>
                </a:cubicBezTo>
                <a:cubicBezTo>
                  <a:pt x="1674" y="3826"/>
                  <a:pt x="1639" y="3883"/>
                  <a:pt x="1589" y="3932"/>
                </a:cubicBezTo>
                <a:cubicBezTo>
                  <a:pt x="1541" y="3982"/>
                  <a:pt x="1484" y="4147"/>
                  <a:pt x="1463" y="4193"/>
                </a:cubicBezTo>
                <a:cubicBezTo>
                  <a:pt x="1441" y="4240"/>
                  <a:pt x="1317" y="4429"/>
                  <a:pt x="1294" y="4452"/>
                </a:cubicBezTo>
                <a:cubicBezTo>
                  <a:pt x="1273" y="4473"/>
                  <a:pt x="1279" y="4538"/>
                  <a:pt x="1279" y="4538"/>
                </a:cubicBezTo>
                <a:cubicBezTo>
                  <a:pt x="1279" y="4538"/>
                  <a:pt x="1247" y="4579"/>
                  <a:pt x="1195" y="4623"/>
                </a:cubicBezTo>
                <a:cubicBezTo>
                  <a:pt x="1142" y="4667"/>
                  <a:pt x="1068" y="4798"/>
                  <a:pt x="1055" y="4818"/>
                </a:cubicBezTo>
                <a:cubicBezTo>
                  <a:pt x="1042" y="4841"/>
                  <a:pt x="934" y="4955"/>
                  <a:pt x="893" y="5053"/>
                </a:cubicBezTo>
                <a:cubicBezTo>
                  <a:pt x="852" y="5149"/>
                  <a:pt x="743" y="5373"/>
                  <a:pt x="724" y="5423"/>
                </a:cubicBezTo>
                <a:cubicBezTo>
                  <a:pt x="707" y="5472"/>
                  <a:pt x="693" y="5478"/>
                  <a:pt x="683" y="5478"/>
                </a:cubicBezTo>
                <a:cubicBezTo>
                  <a:pt x="677" y="5478"/>
                  <a:pt x="663" y="5475"/>
                  <a:pt x="642" y="5475"/>
                </a:cubicBezTo>
                <a:cubicBezTo>
                  <a:pt x="632" y="5475"/>
                  <a:pt x="620" y="5476"/>
                  <a:pt x="606" y="5478"/>
                </a:cubicBezTo>
                <a:cubicBezTo>
                  <a:pt x="567" y="5484"/>
                  <a:pt x="510" y="5587"/>
                  <a:pt x="495" y="5624"/>
                </a:cubicBezTo>
                <a:cubicBezTo>
                  <a:pt x="478" y="5662"/>
                  <a:pt x="438" y="5694"/>
                  <a:pt x="428" y="5724"/>
                </a:cubicBezTo>
                <a:cubicBezTo>
                  <a:pt x="420" y="5755"/>
                  <a:pt x="318" y="5836"/>
                  <a:pt x="293" y="5871"/>
                </a:cubicBezTo>
                <a:cubicBezTo>
                  <a:pt x="267" y="5905"/>
                  <a:pt x="227" y="6023"/>
                  <a:pt x="186" y="6029"/>
                </a:cubicBezTo>
                <a:cubicBezTo>
                  <a:pt x="146" y="6034"/>
                  <a:pt x="118" y="6097"/>
                  <a:pt x="58" y="6209"/>
                </a:cubicBezTo>
                <a:cubicBezTo>
                  <a:pt x="0" y="6321"/>
                  <a:pt x="31" y="6431"/>
                  <a:pt x="58" y="6471"/>
                </a:cubicBezTo>
                <a:cubicBezTo>
                  <a:pt x="69" y="6486"/>
                  <a:pt x="116" y="6493"/>
                  <a:pt x="178" y="6493"/>
                </a:cubicBezTo>
                <a:cubicBezTo>
                  <a:pt x="288" y="6493"/>
                  <a:pt x="446" y="6471"/>
                  <a:pt x="532" y="6428"/>
                </a:cubicBezTo>
                <a:cubicBezTo>
                  <a:pt x="666" y="6359"/>
                  <a:pt x="709" y="6206"/>
                  <a:pt x="709" y="6182"/>
                </a:cubicBezTo>
                <a:cubicBezTo>
                  <a:pt x="709" y="6157"/>
                  <a:pt x="862" y="6066"/>
                  <a:pt x="896" y="6026"/>
                </a:cubicBezTo>
                <a:cubicBezTo>
                  <a:pt x="929" y="5986"/>
                  <a:pt x="912" y="5948"/>
                  <a:pt x="921" y="5924"/>
                </a:cubicBezTo>
                <a:cubicBezTo>
                  <a:pt x="929" y="5899"/>
                  <a:pt x="961" y="5790"/>
                  <a:pt x="964" y="5724"/>
                </a:cubicBezTo>
                <a:cubicBezTo>
                  <a:pt x="967" y="5659"/>
                  <a:pt x="942" y="5603"/>
                  <a:pt x="942" y="5587"/>
                </a:cubicBezTo>
                <a:cubicBezTo>
                  <a:pt x="942" y="5573"/>
                  <a:pt x="1074" y="5439"/>
                  <a:pt x="1157" y="5360"/>
                </a:cubicBezTo>
                <a:cubicBezTo>
                  <a:pt x="1241" y="5283"/>
                  <a:pt x="1272" y="5245"/>
                  <a:pt x="1288" y="5227"/>
                </a:cubicBezTo>
                <a:cubicBezTo>
                  <a:pt x="1304" y="5208"/>
                  <a:pt x="1381" y="5174"/>
                  <a:pt x="1438" y="5139"/>
                </a:cubicBezTo>
                <a:cubicBezTo>
                  <a:pt x="1493" y="5105"/>
                  <a:pt x="1578" y="4987"/>
                  <a:pt x="1617" y="4919"/>
                </a:cubicBezTo>
                <a:cubicBezTo>
                  <a:pt x="1658" y="4850"/>
                  <a:pt x="1687" y="4801"/>
                  <a:pt x="1706" y="4774"/>
                </a:cubicBezTo>
                <a:cubicBezTo>
                  <a:pt x="1720" y="4754"/>
                  <a:pt x="1752" y="4709"/>
                  <a:pt x="1774" y="4709"/>
                </a:cubicBezTo>
                <a:cubicBezTo>
                  <a:pt x="1778" y="4709"/>
                  <a:pt x="1783" y="4711"/>
                  <a:pt x="1786" y="4716"/>
                </a:cubicBezTo>
                <a:cubicBezTo>
                  <a:pt x="1805" y="4744"/>
                  <a:pt x="2003" y="4774"/>
                  <a:pt x="2093" y="4804"/>
                </a:cubicBezTo>
                <a:cubicBezTo>
                  <a:pt x="2184" y="4831"/>
                  <a:pt x="2523" y="4933"/>
                  <a:pt x="2580" y="4968"/>
                </a:cubicBezTo>
                <a:cubicBezTo>
                  <a:pt x="2585" y="4971"/>
                  <a:pt x="2590" y="4973"/>
                  <a:pt x="2595" y="4973"/>
                </a:cubicBezTo>
                <a:cubicBezTo>
                  <a:pt x="2651" y="4973"/>
                  <a:pt x="2733" y="4821"/>
                  <a:pt x="2775" y="4774"/>
                </a:cubicBezTo>
                <a:cubicBezTo>
                  <a:pt x="2822" y="4725"/>
                  <a:pt x="2966" y="4518"/>
                  <a:pt x="2996" y="4518"/>
                </a:cubicBezTo>
                <a:cubicBezTo>
                  <a:pt x="3027" y="4518"/>
                  <a:pt x="3024" y="4535"/>
                  <a:pt x="3043" y="4573"/>
                </a:cubicBezTo>
                <a:cubicBezTo>
                  <a:pt x="3062" y="4610"/>
                  <a:pt x="3096" y="4760"/>
                  <a:pt x="3096" y="4792"/>
                </a:cubicBezTo>
                <a:cubicBezTo>
                  <a:pt x="3096" y="4822"/>
                  <a:pt x="3152" y="4847"/>
                  <a:pt x="3171" y="4850"/>
                </a:cubicBezTo>
                <a:cubicBezTo>
                  <a:pt x="3189" y="4853"/>
                  <a:pt x="3243" y="4878"/>
                  <a:pt x="3273" y="4924"/>
                </a:cubicBezTo>
                <a:cubicBezTo>
                  <a:pt x="3304" y="4971"/>
                  <a:pt x="3372" y="4980"/>
                  <a:pt x="3410" y="4993"/>
                </a:cubicBezTo>
                <a:cubicBezTo>
                  <a:pt x="3416" y="4995"/>
                  <a:pt x="3422" y="4996"/>
                  <a:pt x="3428" y="4996"/>
                </a:cubicBezTo>
                <a:cubicBezTo>
                  <a:pt x="3458" y="4996"/>
                  <a:pt x="3487" y="4971"/>
                  <a:pt x="3487" y="4971"/>
                </a:cubicBezTo>
                <a:cubicBezTo>
                  <a:pt x="3487" y="4971"/>
                  <a:pt x="3547" y="4993"/>
                  <a:pt x="3584" y="5018"/>
                </a:cubicBezTo>
                <a:cubicBezTo>
                  <a:pt x="3601" y="5029"/>
                  <a:pt x="3615" y="5032"/>
                  <a:pt x="3625" y="5032"/>
                </a:cubicBezTo>
                <a:cubicBezTo>
                  <a:pt x="3637" y="5032"/>
                  <a:pt x="3643" y="5028"/>
                  <a:pt x="3643" y="5028"/>
                </a:cubicBezTo>
                <a:cubicBezTo>
                  <a:pt x="3643" y="5028"/>
                  <a:pt x="3684" y="5089"/>
                  <a:pt x="3709" y="5118"/>
                </a:cubicBezTo>
                <a:cubicBezTo>
                  <a:pt x="3716" y="5127"/>
                  <a:pt x="3724" y="5130"/>
                  <a:pt x="3731" y="5130"/>
                </a:cubicBezTo>
                <a:cubicBezTo>
                  <a:pt x="3746" y="5130"/>
                  <a:pt x="3758" y="5112"/>
                  <a:pt x="3758" y="5095"/>
                </a:cubicBezTo>
                <a:cubicBezTo>
                  <a:pt x="3758" y="5070"/>
                  <a:pt x="3681" y="4943"/>
                  <a:pt x="3652" y="4908"/>
                </a:cubicBezTo>
                <a:cubicBezTo>
                  <a:pt x="3626" y="4875"/>
                  <a:pt x="3581" y="4785"/>
                  <a:pt x="3553" y="4754"/>
                </a:cubicBezTo>
                <a:cubicBezTo>
                  <a:pt x="3525" y="4722"/>
                  <a:pt x="3512" y="4683"/>
                  <a:pt x="3498" y="4667"/>
                </a:cubicBezTo>
                <a:cubicBezTo>
                  <a:pt x="3485" y="4654"/>
                  <a:pt x="3489" y="4623"/>
                  <a:pt x="3500" y="4623"/>
                </a:cubicBezTo>
                <a:cubicBezTo>
                  <a:pt x="3503" y="4623"/>
                  <a:pt x="3506" y="4624"/>
                  <a:pt x="3509" y="4629"/>
                </a:cubicBezTo>
                <a:cubicBezTo>
                  <a:pt x="3528" y="4651"/>
                  <a:pt x="3559" y="4684"/>
                  <a:pt x="3608" y="4719"/>
                </a:cubicBezTo>
                <a:cubicBezTo>
                  <a:pt x="3659" y="4754"/>
                  <a:pt x="3741" y="4755"/>
                  <a:pt x="3741" y="4755"/>
                </a:cubicBezTo>
                <a:cubicBezTo>
                  <a:pt x="3741" y="4755"/>
                  <a:pt x="3783" y="4822"/>
                  <a:pt x="3812" y="4847"/>
                </a:cubicBezTo>
                <a:cubicBezTo>
                  <a:pt x="3821" y="4856"/>
                  <a:pt x="3830" y="4859"/>
                  <a:pt x="3839" y="4859"/>
                </a:cubicBezTo>
                <a:cubicBezTo>
                  <a:pt x="3856" y="4859"/>
                  <a:pt x="3873" y="4847"/>
                  <a:pt x="3889" y="4841"/>
                </a:cubicBezTo>
                <a:cubicBezTo>
                  <a:pt x="3914" y="4831"/>
                  <a:pt x="4042" y="4629"/>
                  <a:pt x="4051" y="4588"/>
                </a:cubicBezTo>
                <a:cubicBezTo>
                  <a:pt x="4061" y="4549"/>
                  <a:pt x="4144" y="4517"/>
                  <a:pt x="4191" y="4511"/>
                </a:cubicBezTo>
                <a:cubicBezTo>
                  <a:pt x="4201" y="4509"/>
                  <a:pt x="4210" y="4509"/>
                  <a:pt x="4217" y="4509"/>
                </a:cubicBezTo>
                <a:cubicBezTo>
                  <a:pt x="4242" y="4509"/>
                  <a:pt x="4249" y="4518"/>
                  <a:pt x="4254" y="4543"/>
                </a:cubicBezTo>
                <a:cubicBezTo>
                  <a:pt x="4259" y="4573"/>
                  <a:pt x="4238" y="4658"/>
                  <a:pt x="4238" y="4684"/>
                </a:cubicBezTo>
                <a:cubicBezTo>
                  <a:pt x="4238" y="4691"/>
                  <a:pt x="4241" y="4694"/>
                  <a:pt x="4247" y="4694"/>
                </a:cubicBezTo>
                <a:cubicBezTo>
                  <a:pt x="4265" y="4694"/>
                  <a:pt x="4303" y="4664"/>
                  <a:pt x="4303" y="4648"/>
                </a:cubicBezTo>
                <a:cubicBezTo>
                  <a:pt x="4303" y="4626"/>
                  <a:pt x="4344" y="4505"/>
                  <a:pt x="4344" y="4505"/>
                </a:cubicBezTo>
                <a:cubicBezTo>
                  <a:pt x="4344" y="4505"/>
                  <a:pt x="4383" y="4549"/>
                  <a:pt x="4388" y="4573"/>
                </a:cubicBezTo>
                <a:cubicBezTo>
                  <a:pt x="4391" y="4598"/>
                  <a:pt x="4396" y="4694"/>
                  <a:pt x="4393" y="4725"/>
                </a:cubicBezTo>
                <a:cubicBezTo>
                  <a:pt x="4391" y="4755"/>
                  <a:pt x="4402" y="4804"/>
                  <a:pt x="4434" y="4804"/>
                </a:cubicBezTo>
                <a:cubicBezTo>
                  <a:pt x="4465" y="4804"/>
                  <a:pt x="4465" y="4769"/>
                  <a:pt x="4465" y="4741"/>
                </a:cubicBezTo>
                <a:cubicBezTo>
                  <a:pt x="4465" y="4713"/>
                  <a:pt x="4453" y="4629"/>
                  <a:pt x="4453" y="4629"/>
                </a:cubicBezTo>
                <a:lnTo>
                  <a:pt x="4453" y="4629"/>
                </a:lnTo>
                <a:lnTo>
                  <a:pt x="4478" y="4653"/>
                </a:lnTo>
                <a:cubicBezTo>
                  <a:pt x="4478" y="4653"/>
                  <a:pt x="4492" y="4703"/>
                  <a:pt x="4500" y="4735"/>
                </a:cubicBezTo>
                <a:cubicBezTo>
                  <a:pt x="4506" y="4766"/>
                  <a:pt x="4522" y="4779"/>
                  <a:pt x="4539" y="4782"/>
                </a:cubicBezTo>
                <a:cubicBezTo>
                  <a:pt x="4540" y="4782"/>
                  <a:pt x="4541" y="4782"/>
                  <a:pt x="4542" y="4782"/>
                </a:cubicBezTo>
                <a:cubicBezTo>
                  <a:pt x="4559" y="4782"/>
                  <a:pt x="4564" y="4760"/>
                  <a:pt x="4564" y="4760"/>
                </a:cubicBezTo>
                <a:cubicBezTo>
                  <a:pt x="4564" y="4760"/>
                  <a:pt x="4643" y="4859"/>
                  <a:pt x="4643" y="4889"/>
                </a:cubicBezTo>
                <a:cubicBezTo>
                  <a:pt x="4643" y="4920"/>
                  <a:pt x="4689" y="5037"/>
                  <a:pt x="4717" y="5102"/>
                </a:cubicBezTo>
                <a:cubicBezTo>
                  <a:pt x="4746" y="5168"/>
                  <a:pt x="4864" y="5407"/>
                  <a:pt x="4911" y="5447"/>
                </a:cubicBezTo>
                <a:cubicBezTo>
                  <a:pt x="4957" y="5488"/>
                  <a:pt x="5110" y="5711"/>
                  <a:pt x="5152" y="5779"/>
                </a:cubicBezTo>
                <a:cubicBezTo>
                  <a:pt x="5196" y="5848"/>
                  <a:pt x="5401" y="6184"/>
                  <a:pt x="5423" y="6209"/>
                </a:cubicBezTo>
                <a:cubicBezTo>
                  <a:pt x="5445" y="6234"/>
                  <a:pt x="5495" y="6343"/>
                  <a:pt x="5514" y="6365"/>
                </a:cubicBezTo>
                <a:cubicBezTo>
                  <a:pt x="5533" y="6387"/>
                  <a:pt x="5489" y="6403"/>
                  <a:pt x="5470" y="6418"/>
                </a:cubicBezTo>
                <a:cubicBezTo>
                  <a:pt x="5451" y="6434"/>
                  <a:pt x="5527" y="6452"/>
                  <a:pt x="5546" y="6480"/>
                </a:cubicBezTo>
                <a:cubicBezTo>
                  <a:pt x="5563" y="6508"/>
                  <a:pt x="5528" y="6514"/>
                  <a:pt x="5528" y="6562"/>
                </a:cubicBezTo>
                <a:cubicBezTo>
                  <a:pt x="5528" y="6608"/>
                  <a:pt x="5557" y="6686"/>
                  <a:pt x="5572" y="6723"/>
                </a:cubicBezTo>
                <a:cubicBezTo>
                  <a:pt x="5588" y="6761"/>
                  <a:pt x="5579" y="6834"/>
                  <a:pt x="5579" y="6878"/>
                </a:cubicBezTo>
                <a:cubicBezTo>
                  <a:pt x="5579" y="6923"/>
                  <a:pt x="5694" y="7003"/>
                  <a:pt x="5735" y="7025"/>
                </a:cubicBezTo>
                <a:cubicBezTo>
                  <a:pt x="5776" y="7047"/>
                  <a:pt x="5796" y="7239"/>
                  <a:pt x="5840" y="7321"/>
                </a:cubicBezTo>
                <a:cubicBezTo>
                  <a:pt x="5885" y="7402"/>
                  <a:pt x="6127" y="7417"/>
                  <a:pt x="6127" y="7417"/>
                </a:cubicBezTo>
                <a:cubicBezTo>
                  <a:pt x="6127" y="7417"/>
                  <a:pt x="6133" y="7417"/>
                  <a:pt x="6294" y="7423"/>
                </a:cubicBezTo>
                <a:cubicBezTo>
                  <a:pt x="6300" y="7423"/>
                  <a:pt x="6304" y="7423"/>
                  <a:pt x="6309" y="7423"/>
                </a:cubicBezTo>
                <a:cubicBezTo>
                  <a:pt x="6456" y="7423"/>
                  <a:pt x="6462" y="7337"/>
                  <a:pt x="6453" y="7223"/>
                </a:cubicBezTo>
                <a:cubicBezTo>
                  <a:pt x="6443" y="7105"/>
                  <a:pt x="6351" y="7015"/>
                  <a:pt x="6329" y="6968"/>
                </a:cubicBezTo>
                <a:cubicBezTo>
                  <a:pt x="6306" y="6922"/>
                  <a:pt x="6166" y="6707"/>
                  <a:pt x="6146" y="6675"/>
                </a:cubicBezTo>
                <a:cubicBezTo>
                  <a:pt x="6123" y="6643"/>
                  <a:pt x="6092" y="6573"/>
                  <a:pt x="6098" y="6489"/>
                </a:cubicBezTo>
                <a:cubicBezTo>
                  <a:pt x="6105" y="6406"/>
                  <a:pt x="6018" y="6381"/>
                  <a:pt x="5971" y="6374"/>
                </a:cubicBezTo>
                <a:cubicBezTo>
                  <a:pt x="5924" y="6368"/>
                  <a:pt x="5869" y="6362"/>
                  <a:pt x="5866" y="6330"/>
                </a:cubicBezTo>
                <a:cubicBezTo>
                  <a:pt x="5862" y="6300"/>
                  <a:pt x="5809" y="6324"/>
                  <a:pt x="5790" y="6275"/>
                </a:cubicBezTo>
                <a:cubicBezTo>
                  <a:pt x="5771" y="6225"/>
                  <a:pt x="5604" y="5801"/>
                  <a:pt x="5547" y="5667"/>
                </a:cubicBezTo>
                <a:cubicBezTo>
                  <a:pt x="5492" y="5533"/>
                  <a:pt x="5323" y="5121"/>
                  <a:pt x="5265" y="5012"/>
                </a:cubicBezTo>
                <a:cubicBezTo>
                  <a:pt x="5206" y="4903"/>
                  <a:pt x="5053" y="4604"/>
                  <a:pt x="4997" y="4442"/>
                </a:cubicBezTo>
                <a:cubicBezTo>
                  <a:pt x="4941" y="4279"/>
                  <a:pt x="4779" y="4125"/>
                  <a:pt x="4766" y="4125"/>
                </a:cubicBezTo>
                <a:cubicBezTo>
                  <a:pt x="4755" y="4125"/>
                  <a:pt x="4758" y="4081"/>
                  <a:pt x="4758" y="4062"/>
                </a:cubicBezTo>
                <a:cubicBezTo>
                  <a:pt x="4758" y="4043"/>
                  <a:pt x="4723" y="3983"/>
                  <a:pt x="4689" y="3947"/>
                </a:cubicBezTo>
                <a:cubicBezTo>
                  <a:pt x="4656" y="3909"/>
                  <a:pt x="4558" y="3753"/>
                  <a:pt x="4533" y="3739"/>
                </a:cubicBezTo>
                <a:cubicBezTo>
                  <a:pt x="4509" y="3723"/>
                  <a:pt x="4456" y="3629"/>
                  <a:pt x="4456" y="3629"/>
                </a:cubicBezTo>
                <a:cubicBezTo>
                  <a:pt x="4456" y="3629"/>
                  <a:pt x="4443" y="3495"/>
                  <a:pt x="4443" y="3421"/>
                </a:cubicBezTo>
                <a:cubicBezTo>
                  <a:pt x="4443" y="3347"/>
                  <a:pt x="4421" y="2978"/>
                  <a:pt x="4412" y="2879"/>
                </a:cubicBezTo>
                <a:cubicBezTo>
                  <a:pt x="4402" y="2780"/>
                  <a:pt x="4316" y="2484"/>
                  <a:pt x="4309" y="2447"/>
                </a:cubicBezTo>
                <a:cubicBezTo>
                  <a:pt x="4303" y="2409"/>
                  <a:pt x="4337" y="2142"/>
                  <a:pt x="4337" y="2120"/>
                </a:cubicBezTo>
                <a:cubicBezTo>
                  <a:pt x="4337" y="2098"/>
                  <a:pt x="4341" y="2014"/>
                  <a:pt x="4377" y="1948"/>
                </a:cubicBezTo>
                <a:cubicBezTo>
                  <a:pt x="4415" y="1884"/>
                  <a:pt x="4446" y="1747"/>
                  <a:pt x="4446" y="1718"/>
                </a:cubicBezTo>
                <a:cubicBezTo>
                  <a:pt x="4446" y="1691"/>
                  <a:pt x="4452" y="1578"/>
                  <a:pt x="4479" y="1564"/>
                </a:cubicBezTo>
                <a:cubicBezTo>
                  <a:pt x="4509" y="1548"/>
                  <a:pt x="4490" y="1539"/>
                  <a:pt x="4490" y="1495"/>
                </a:cubicBezTo>
                <a:cubicBezTo>
                  <a:pt x="4490" y="1450"/>
                  <a:pt x="4281" y="1271"/>
                  <a:pt x="4229" y="1227"/>
                </a:cubicBezTo>
                <a:cubicBezTo>
                  <a:pt x="4176" y="1184"/>
                  <a:pt x="4032" y="1082"/>
                  <a:pt x="4023" y="1082"/>
                </a:cubicBezTo>
                <a:cubicBezTo>
                  <a:pt x="4013" y="1082"/>
                  <a:pt x="4026" y="1035"/>
                  <a:pt x="4044" y="1007"/>
                </a:cubicBezTo>
                <a:cubicBezTo>
                  <a:pt x="4063" y="978"/>
                  <a:pt x="4048" y="975"/>
                  <a:pt x="4067" y="975"/>
                </a:cubicBezTo>
                <a:cubicBezTo>
                  <a:pt x="4086" y="975"/>
                  <a:pt x="4117" y="935"/>
                  <a:pt x="4128" y="900"/>
                </a:cubicBezTo>
                <a:cubicBezTo>
                  <a:pt x="4141" y="866"/>
                  <a:pt x="4146" y="735"/>
                  <a:pt x="4157" y="699"/>
                </a:cubicBezTo>
                <a:cubicBezTo>
                  <a:pt x="4169" y="661"/>
                  <a:pt x="4089" y="661"/>
                  <a:pt x="4089" y="661"/>
                </a:cubicBezTo>
                <a:cubicBezTo>
                  <a:pt x="4089" y="661"/>
                  <a:pt x="4111" y="527"/>
                  <a:pt x="4102" y="400"/>
                </a:cubicBezTo>
                <a:cubicBezTo>
                  <a:pt x="4092" y="279"/>
                  <a:pt x="3989" y="1"/>
                  <a:pt x="37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1" name="Google Shape;291;p21"/>
          <p:cNvCxnSpPr>
            <a:stCxn id="271" idx="1"/>
            <a:endCxn id="277" idx="0"/>
          </p:cNvCxnSpPr>
          <p:nvPr/>
        </p:nvCxnSpPr>
        <p:spPr>
          <a:xfrm flipH="1">
            <a:off x="3439350" y="1734750"/>
            <a:ext cx="275100" cy="1038000"/>
          </a:xfrm>
          <a:prstGeom prst="bentConnector2">
            <a:avLst/>
          </a:prstGeom>
          <a:noFill/>
          <a:ln cap="flat" cmpd="sng" w="28575">
            <a:solidFill>
              <a:schemeClr val="lt1"/>
            </a:solidFill>
            <a:prstDash val="solid"/>
            <a:round/>
            <a:headEnd len="med" w="med" type="none"/>
            <a:tailEnd len="med" w="med" type="none"/>
          </a:ln>
        </p:spPr>
      </p:cxnSp>
      <p:cxnSp>
        <p:nvCxnSpPr>
          <p:cNvPr id="292" name="Google Shape;292;p21"/>
          <p:cNvCxnSpPr>
            <a:stCxn id="271" idx="3"/>
            <a:endCxn id="278" idx="0"/>
          </p:cNvCxnSpPr>
          <p:nvPr/>
        </p:nvCxnSpPr>
        <p:spPr>
          <a:xfrm>
            <a:off x="5429550" y="1734750"/>
            <a:ext cx="268200" cy="1038000"/>
          </a:xfrm>
          <a:prstGeom prst="bentConnector2">
            <a:avLst/>
          </a:prstGeom>
          <a:noFill/>
          <a:ln cap="flat" cmpd="sng" w="28575">
            <a:solidFill>
              <a:schemeClr val="lt1"/>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2"/>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graphicFrame>
        <p:nvGraphicFramePr>
          <p:cNvPr id="298" name="Google Shape;298;p22"/>
          <p:cNvGraphicFramePr/>
          <p:nvPr/>
        </p:nvGraphicFramePr>
        <p:xfrm>
          <a:off x="984825" y="1396325"/>
          <a:ext cx="3000000" cy="3000000"/>
        </p:xfrm>
        <a:graphic>
          <a:graphicData uri="http://schemas.openxmlformats.org/drawingml/2006/table">
            <a:tbl>
              <a:tblPr>
                <a:noFill/>
                <a:tableStyleId>{42F52E1E-71C8-41E8-9905-C88289EF3109}</a:tableStyleId>
              </a:tblPr>
              <a:tblGrid>
                <a:gridCol w="1036725"/>
                <a:gridCol w="2550450"/>
                <a:gridCol w="3587175"/>
              </a:tblGrid>
              <a:tr h="335125">
                <a:tc gridSpan="3">
                  <a:txBody>
                    <a:bodyPr/>
                    <a:lstStyle/>
                    <a:p>
                      <a:pPr indent="0" lvl="0" marL="0" marR="0" rtl="0" algn="ctr">
                        <a:lnSpc>
                          <a:spcPct val="115000"/>
                        </a:lnSpc>
                        <a:spcBef>
                          <a:spcPts val="0"/>
                        </a:spcBef>
                        <a:spcAft>
                          <a:spcPts val="0"/>
                        </a:spcAft>
                        <a:buNone/>
                      </a:pPr>
                      <a:r>
                        <a:rPr lang="en" sz="2000">
                          <a:solidFill>
                            <a:schemeClr val="dk2"/>
                          </a:solidFill>
                          <a:latin typeface="Dosis SemiBold"/>
                          <a:ea typeface="Dosis SemiBold"/>
                          <a:cs typeface="Dosis SemiBold"/>
                          <a:sym typeface="Dosis SemiBold"/>
                        </a:rPr>
                        <a:t>TRAINING</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hMerge="1"/>
                <a:tc hMerge="1"/>
              </a:tr>
              <a:tr h="335125">
                <a:tc>
                  <a:txBody>
                    <a:bodyPr/>
                    <a:lstStyle/>
                    <a:p>
                      <a:pPr indent="0" lvl="0" marL="0" marR="0" rtl="0" algn="ctr">
                        <a:lnSpc>
                          <a:spcPct val="115000"/>
                        </a:lnSpc>
                        <a:spcBef>
                          <a:spcPts val="0"/>
                        </a:spcBef>
                        <a:spcAft>
                          <a:spcPts val="0"/>
                        </a:spcAft>
                        <a:buNone/>
                      </a:pPr>
                      <a:r>
                        <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marR="0" rtl="0" algn="ctr">
                        <a:lnSpc>
                          <a:spcPct val="115000"/>
                        </a:lnSpc>
                        <a:spcBef>
                          <a:spcPts val="0"/>
                        </a:spcBef>
                        <a:spcAft>
                          <a:spcPts val="0"/>
                        </a:spcAft>
                        <a:buNone/>
                      </a:pPr>
                      <a:r>
                        <a:rPr lang="en" sz="2000">
                          <a:solidFill>
                            <a:schemeClr val="dk2"/>
                          </a:solidFill>
                          <a:latin typeface="Dosis SemiBold"/>
                          <a:ea typeface="Dosis SemiBold"/>
                          <a:cs typeface="Dosis SemiBold"/>
                          <a:sym typeface="Dosis SemiBold"/>
                        </a:rPr>
                        <a:t>ACTIVITY</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2000">
                          <a:solidFill>
                            <a:schemeClr val="dk2"/>
                          </a:solidFill>
                          <a:latin typeface="Dosis SemiBold"/>
                          <a:ea typeface="Dosis SemiBold"/>
                          <a:cs typeface="Dosis SemiBold"/>
                          <a:sym typeface="Dosis SemiBold"/>
                        </a:rPr>
                        <a:t>EXERCISE</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288525">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8:00</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Pass</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Venus has a nice name</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288525">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8:30</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Assist</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Despite being red, Mars is cold</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288525">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9:00</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Layup</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Jupiter is the biggest planet</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288525">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10:00</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Reverse layup</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Saturn is a gas giant with rings</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288525">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11:00</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Rebound</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Neptune is far away from us</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grpSp>
        <p:nvGrpSpPr>
          <p:cNvPr id="299" name="Google Shape;299;p22"/>
          <p:cNvGrpSpPr/>
          <p:nvPr/>
        </p:nvGrpSpPr>
        <p:grpSpPr>
          <a:xfrm>
            <a:off x="1342118" y="1952877"/>
            <a:ext cx="339253" cy="339253"/>
            <a:chOff x="5660400" y="238125"/>
            <a:chExt cx="481825" cy="481825"/>
          </a:xfrm>
        </p:grpSpPr>
        <p:sp>
          <p:nvSpPr>
            <p:cNvPr id="300" name="Google Shape;300;p22"/>
            <p:cNvSpPr/>
            <p:nvPr/>
          </p:nvSpPr>
          <p:spPr>
            <a:xfrm>
              <a:off x="5660400" y="436700"/>
              <a:ext cx="481825" cy="283250"/>
            </a:xfrm>
            <a:custGeom>
              <a:rect b="b" l="l" r="r" t="t"/>
              <a:pathLst>
                <a:path extrusionOk="0" h="11330" w="19273">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01" name="Google Shape;301;p22"/>
            <p:cNvSpPr/>
            <p:nvPr/>
          </p:nvSpPr>
          <p:spPr>
            <a:xfrm>
              <a:off x="5660400" y="238125"/>
              <a:ext cx="481825" cy="170375"/>
            </a:xfrm>
            <a:custGeom>
              <a:rect b="b" l="l" r="r" t="t"/>
              <a:pathLst>
                <a:path extrusionOk="0" h="6815" w="19273">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grpSp>
        <p:nvGrpSpPr>
          <p:cNvPr id="306" name="Google Shape;306;p23"/>
          <p:cNvGrpSpPr/>
          <p:nvPr/>
        </p:nvGrpSpPr>
        <p:grpSpPr>
          <a:xfrm>
            <a:off x="7022176" y="1267596"/>
            <a:ext cx="1401266" cy="3242455"/>
            <a:chOff x="7022176" y="1267596"/>
            <a:chExt cx="1401266" cy="3242455"/>
          </a:xfrm>
        </p:grpSpPr>
        <p:grpSp>
          <p:nvGrpSpPr>
            <p:cNvPr id="307" name="Google Shape;307;p23"/>
            <p:cNvGrpSpPr/>
            <p:nvPr/>
          </p:nvGrpSpPr>
          <p:grpSpPr>
            <a:xfrm>
              <a:off x="7022176" y="1267596"/>
              <a:ext cx="1401266" cy="3242455"/>
              <a:chOff x="3797688" y="1562785"/>
              <a:chExt cx="296483" cy="686031"/>
            </a:xfrm>
          </p:grpSpPr>
          <p:sp>
            <p:nvSpPr>
              <p:cNvPr id="308" name="Google Shape;308;p23"/>
              <p:cNvSpPr/>
              <p:nvPr/>
            </p:nvSpPr>
            <p:spPr>
              <a:xfrm>
                <a:off x="3797688" y="1589954"/>
                <a:ext cx="260728" cy="658862"/>
              </a:xfrm>
              <a:custGeom>
                <a:rect b="b" l="l" r="r" t="t"/>
                <a:pathLst>
                  <a:path extrusionOk="0" h="8655" w="3425">
                    <a:moveTo>
                      <a:pt x="3261" y="0"/>
                    </a:moveTo>
                    <a:cubicBezTo>
                      <a:pt x="3226" y="0"/>
                      <a:pt x="3231" y="41"/>
                      <a:pt x="3231" y="41"/>
                    </a:cubicBezTo>
                    <a:cubicBezTo>
                      <a:pt x="3231" y="41"/>
                      <a:pt x="3223" y="30"/>
                      <a:pt x="3210" y="30"/>
                    </a:cubicBezTo>
                    <a:cubicBezTo>
                      <a:pt x="3208" y="30"/>
                      <a:pt x="3206" y="30"/>
                      <a:pt x="3203" y="30"/>
                    </a:cubicBezTo>
                    <a:cubicBezTo>
                      <a:pt x="3184" y="35"/>
                      <a:pt x="3186" y="63"/>
                      <a:pt x="3189" y="119"/>
                    </a:cubicBezTo>
                    <a:cubicBezTo>
                      <a:pt x="3190" y="176"/>
                      <a:pt x="3203" y="323"/>
                      <a:pt x="3167" y="396"/>
                    </a:cubicBezTo>
                    <a:cubicBezTo>
                      <a:pt x="3132" y="469"/>
                      <a:pt x="3002" y="654"/>
                      <a:pt x="2962" y="727"/>
                    </a:cubicBezTo>
                    <a:cubicBezTo>
                      <a:pt x="2921" y="801"/>
                      <a:pt x="2876" y="890"/>
                      <a:pt x="2854" y="950"/>
                    </a:cubicBezTo>
                    <a:cubicBezTo>
                      <a:pt x="2833" y="1009"/>
                      <a:pt x="2779" y="1104"/>
                      <a:pt x="2733" y="1157"/>
                    </a:cubicBezTo>
                    <a:cubicBezTo>
                      <a:pt x="2686" y="1207"/>
                      <a:pt x="2599" y="1358"/>
                      <a:pt x="2574" y="1414"/>
                    </a:cubicBezTo>
                    <a:cubicBezTo>
                      <a:pt x="2549" y="1471"/>
                      <a:pt x="2530" y="1564"/>
                      <a:pt x="2469" y="1620"/>
                    </a:cubicBezTo>
                    <a:cubicBezTo>
                      <a:pt x="2408" y="1675"/>
                      <a:pt x="2319" y="1802"/>
                      <a:pt x="2297" y="1841"/>
                    </a:cubicBezTo>
                    <a:cubicBezTo>
                      <a:pt x="2275" y="1880"/>
                      <a:pt x="2270" y="1917"/>
                      <a:pt x="2240" y="1934"/>
                    </a:cubicBezTo>
                    <a:cubicBezTo>
                      <a:pt x="2211" y="1952"/>
                      <a:pt x="2101" y="2004"/>
                      <a:pt x="2063" y="2033"/>
                    </a:cubicBezTo>
                    <a:cubicBezTo>
                      <a:pt x="2025" y="2063"/>
                      <a:pt x="1972" y="2101"/>
                      <a:pt x="1942" y="2101"/>
                    </a:cubicBezTo>
                    <a:cubicBezTo>
                      <a:pt x="1941" y="2101"/>
                      <a:pt x="1940" y="2101"/>
                      <a:pt x="1939" y="2100"/>
                    </a:cubicBezTo>
                    <a:cubicBezTo>
                      <a:pt x="1911" y="2099"/>
                      <a:pt x="1897" y="2083"/>
                      <a:pt x="1891" y="2068"/>
                    </a:cubicBezTo>
                    <a:cubicBezTo>
                      <a:pt x="1884" y="2052"/>
                      <a:pt x="1860" y="2051"/>
                      <a:pt x="1875" y="2028"/>
                    </a:cubicBezTo>
                    <a:cubicBezTo>
                      <a:pt x="1889" y="2004"/>
                      <a:pt x="1901" y="1982"/>
                      <a:pt x="1852" y="1958"/>
                    </a:cubicBezTo>
                    <a:cubicBezTo>
                      <a:pt x="1802" y="1933"/>
                      <a:pt x="1718" y="1910"/>
                      <a:pt x="1720" y="1873"/>
                    </a:cubicBezTo>
                    <a:cubicBezTo>
                      <a:pt x="1723" y="1837"/>
                      <a:pt x="1712" y="1803"/>
                      <a:pt x="1672" y="1780"/>
                    </a:cubicBezTo>
                    <a:cubicBezTo>
                      <a:pt x="1633" y="1757"/>
                      <a:pt x="1579" y="1728"/>
                      <a:pt x="1573" y="1703"/>
                    </a:cubicBezTo>
                    <a:cubicBezTo>
                      <a:pt x="1566" y="1679"/>
                      <a:pt x="1589" y="1649"/>
                      <a:pt x="1565" y="1623"/>
                    </a:cubicBezTo>
                    <a:lnTo>
                      <a:pt x="1565" y="1623"/>
                    </a:lnTo>
                    <a:cubicBezTo>
                      <a:pt x="1565" y="1623"/>
                      <a:pt x="1569" y="1669"/>
                      <a:pt x="1557" y="1669"/>
                    </a:cubicBezTo>
                    <a:cubicBezTo>
                      <a:pt x="1556" y="1669"/>
                      <a:pt x="1554" y="1668"/>
                      <a:pt x="1551" y="1666"/>
                    </a:cubicBezTo>
                    <a:cubicBezTo>
                      <a:pt x="1551" y="1666"/>
                      <a:pt x="1533" y="1646"/>
                      <a:pt x="1556" y="1634"/>
                    </a:cubicBezTo>
                    <a:cubicBezTo>
                      <a:pt x="1556" y="1634"/>
                      <a:pt x="1553" y="1631"/>
                      <a:pt x="1547" y="1631"/>
                    </a:cubicBezTo>
                    <a:cubicBezTo>
                      <a:pt x="1541" y="1631"/>
                      <a:pt x="1533" y="1634"/>
                      <a:pt x="1522" y="1644"/>
                    </a:cubicBezTo>
                    <a:cubicBezTo>
                      <a:pt x="1522" y="1644"/>
                      <a:pt x="1526" y="1615"/>
                      <a:pt x="1551" y="1615"/>
                    </a:cubicBezTo>
                    <a:cubicBezTo>
                      <a:pt x="1552" y="1615"/>
                      <a:pt x="1554" y="1615"/>
                      <a:pt x="1556" y="1615"/>
                    </a:cubicBezTo>
                    <a:cubicBezTo>
                      <a:pt x="1556" y="1615"/>
                      <a:pt x="1550" y="1607"/>
                      <a:pt x="1538" y="1607"/>
                    </a:cubicBezTo>
                    <a:cubicBezTo>
                      <a:pt x="1530" y="1607"/>
                      <a:pt x="1521" y="1610"/>
                      <a:pt x="1509" y="1620"/>
                    </a:cubicBezTo>
                    <a:cubicBezTo>
                      <a:pt x="1509" y="1620"/>
                      <a:pt x="1509" y="1608"/>
                      <a:pt x="1524" y="1596"/>
                    </a:cubicBezTo>
                    <a:cubicBezTo>
                      <a:pt x="1524" y="1596"/>
                      <a:pt x="1523" y="1596"/>
                      <a:pt x="1521" y="1596"/>
                    </a:cubicBezTo>
                    <a:cubicBezTo>
                      <a:pt x="1515" y="1596"/>
                      <a:pt x="1504" y="1599"/>
                      <a:pt x="1496" y="1618"/>
                    </a:cubicBezTo>
                    <a:cubicBezTo>
                      <a:pt x="1496" y="1618"/>
                      <a:pt x="1498" y="1594"/>
                      <a:pt x="1486" y="1591"/>
                    </a:cubicBezTo>
                    <a:cubicBezTo>
                      <a:pt x="1486" y="1591"/>
                      <a:pt x="1486" y="1627"/>
                      <a:pt x="1458" y="1627"/>
                    </a:cubicBezTo>
                    <a:cubicBezTo>
                      <a:pt x="1458" y="1627"/>
                      <a:pt x="1457" y="1627"/>
                      <a:pt x="1457" y="1627"/>
                    </a:cubicBezTo>
                    <a:cubicBezTo>
                      <a:pt x="1435" y="1627"/>
                      <a:pt x="1475" y="1599"/>
                      <a:pt x="1467" y="1599"/>
                    </a:cubicBezTo>
                    <a:lnTo>
                      <a:pt x="1467" y="1599"/>
                    </a:lnTo>
                    <a:cubicBezTo>
                      <a:pt x="1467" y="1599"/>
                      <a:pt x="1465" y="1599"/>
                      <a:pt x="1464" y="1599"/>
                    </a:cubicBezTo>
                    <a:cubicBezTo>
                      <a:pt x="1445" y="1605"/>
                      <a:pt x="1436" y="1615"/>
                      <a:pt x="1426" y="1626"/>
                    </a:cubicBezTo>
                    <a:cubicBezTo>
                      <a:pt x="1424" y="1628"/>
                      <a:pt x="1422" y="1628"/>
                      <a:pt x="1421" y="1628"/>
                    </a:cubicBezTo>
                    <a:cubicBezTo>
                      <a:pt x="1417" y="1628"/>
                      <a:pt x="1414" y="1621"/>
                      <a:pt x="1408" y="1621"/>
                    </a:cubicBezTo>
                    <a:cubicBezTo>
                      <a:pt x="1405" y="1621"/>
                      <a:pt x="1401" y="1623"/>
                      <a:pt x="1396" y="1628"/>
                    </a:cubicBezTo>
                    <a:cubicBezTo>
                      <a:pt x="1377" y="1647"/>
                      <a:pt x="1362" y="1634"/>
                      <a:pt x="1343" y="1647"/>
                    </a:cubicBezTo>
                    <a:cubicBezTo>
                      <a:pt x="1324" y="1661"/>
                      <a:pt x="1221" y="1713"/>
                      <a:pt x="1162" y="1735"/>
                    </a:cubicBezTo>
                    <a:cubicBezTo>
                      <a:pt x="1104" y="1757"/>
                      <a:pt x="1030" y="1844"/>
                      <a:pt x="1015" y="1953"/>
                    </a:cubicBezTo>
                    <a:cubicBezTo>
                      <a:pt x="1001" y="2063"/>
                      <a:pt x="1024" y="2156"/>
                      <a:pt x="1052" y="2192"/>
                    </a:cubicBezTo>
                    <a:cubicBezTo>
                      <a:pt x="1081" y="2229"/>
                      <a:pt x="1120" y="2277"/>
                      <a:pt x="1103" y="2293"/>
                    </a:cubicBezTo>
                    <a:cubicBezTo>
                      <a:pt x="1103" y="2293"/>
                      <a:pt x="1102" y="2289"/>
                      <a:pt x="1096" y="2289"/>
                    </a:cubicBezTo>
                    <a:cubicBezTo>
                      <a:pt x="1091" y="2289"/>
                      <a:pt x="1082" y="2293"/>
                      <a:pt x="1065" y="2309"/>
                    </a:cubicBezTo>
                    <a:cubicBezTo>
                      <a:pt x="1031" y="2339"/>
                      <a:pt x="874" y="2548"/>
                      <a:pt x="886" y="2612"/>
                    </a:cubicBezTo>
                    <a:cubicBezTo>
                      <a:pt x="886" y="2619"/>
                      <a:pt x="889" y="2631"/>
                      <a:pt x="890" y="2639"/>
                    </a:cubicBezTo>
                    <a:cubicBezTo>
                      <a:pt x="881" y="2676"/>
                      <a:pt x="894" y="2702"/>
                      <a:pt x="906" y="2728"/>
                    </a:cubicBezTo>
                    <a:cubicBezTo>
                      <a:pt x="915" y="2779"/>
                      <a:pt x="921" y="2836"/>
                      <a:pt x="915" y="2891"/>
                    </a:cubicBezTo>
                    <a:cubicBezTo>
                      <a:pt x="903" y="2995"/>
                      <a:pt x="913" y="3384"/>
                      <a:pt x="892" y="3473"/>
                    </a:cubicBezTo>
                    <a:cubicBezTo>
                      <a:pt x="870" y="3560"/>
                      <a:pt x="894" y="3537"/>
                      <a:pt x="894" y="3595"/>
                    </a:cubicBezTo>
                    <a:cubicBezTo>
                      <a:pt x="894" y="3652"/>
                      <a:pt x="884" y="3682"/>
                      <a:pt x="827" y="3726"/>
                    </a:cubicBezTo>
                    <a:cubicBezTo>
                      <a:pt x="810" y="3739"/>
                      <a:pt x="791" y="3761"/>
                      <a:pt x="774" y="3784"/>
                    </a:cubicBezTo>
                    <a:cubicBezTo>
                      <a:pt x="711" y="3828"/>
                      <a:pt x="705" y="3866"/>
                      <a:pt x="715" y="3904"/>
                    </a:cubicBezTo>
                    <a:cubicBezTo>
                      <a:pt x="711" y="3918"/>
                      <a:pt x="709" y="3932"/>
                      <a:pt x="711" y="3945"/>
                    </a:cubicBezTo>
                    <a:cubicBezTo>
                      <a:pt x="716" y="4001"/>
                      <a:pt x="733" y="4027"/>
                      <a:pt x="752" y="4027"/>
                    </a:cubicBezTo>
                    <a:cubicBezTo>
                      <a:pt x="754" y="4027"/>
                      <a:pt x="756" y="4027"/>
                      <a:pt x="758" y="4026"/>
                    </a:cubicBezTo>
                    <a:cubicBezTo>
                      <a:pt x="763" y="4025"/>
                      <a:pt x="770" y="4024"/>
                      <a:pt x="776" y="4024"/>
                    </a:cubicBezTo>
                    <a:cubicBezTo>
                      <a:pt x="792" y="4024"/>
                      <a:pt x="804" y="4030"/>
                      <a:pt x="791" y="4044"/>
                    </a:cubicBezTo>
                    <a:cubicBezTo>
                      <a:pt x="774" y="4063"/>
                      <a:pt x="759" y="4125"/>
                      <a:pt x="707" y="4153"/>
                    </a:cubicBezTo>
                    <a:cubicBezTo>
                      <a:pt x="656" y="4181"/>
                      <a:pt x="536" y="4310"/>
                      <a:pt x="500" y="4443"/>
                    </a:cubicBezTo>
                    <a:cubicBezTo>
                      <a:pt x="463" y="4577"/>
                      <a:pt x="396" y="4824"/>
                      <a:pt x="337" y="4941"/>
                    </a:cubicBezTo>
                    <a:cubicBezTo>
                      <a:pt x="277" y="5056"/>
                      <a:pt x="181" y="5393"/>
                      <a:pt x="165" y="5516"/>
                    </a:cubicBezTo>
                    <a:cubicBezTo>
                      <a:pt x="149" y="5639"/>
                      <a:pt x="102" y="5780"/>
                      <a:pt x="109" y="5851"/>
                    </a:cubicBezTo>
                    <a:cubicBezTo>
                      <a:pt x="115" y="5915"/>
                      <a:pt x="88" y="6008"/>
                      <a:pt x="140" y="6008"/>
                    </a:cubicBezTo>
                    <a:cubicBezTo>
                      <a:pt x="146" y="6008"/>
                      <a:pt x="153" y="6007"/>
                      <a:pt x="162" y="6004"/>
                    </a:cubicBezTo>
                    <a:cubicBezTo>
                      <a:pt x="238" y="5979"/>
                      <a:pt x="239" y="5936"/>
                      <a:pt x="277" y="5936"/>
                    </a:cubicBezTo>
                    <a:cubicBezTo>
                      <a:pt x="279" y="5936"/>
                      <a:pt x="281" y="5936"/>
                      <a:pt x="283" y="5936"/>
                    </a:cubicBezTo>
                    <a:cubicBezTo>
                      <a:pt x="325" y="5940"/>
                      <a:pt x="389" y="5990"/>
                      <a:pt x="420" y="5997"/>
                    </a:cubicBezTo>
                    <a:cubicBezTo>
                      <a:pt x="450" y="6003"/>
                      <a:pt x="478" y="6015"/>
                      <a:pt x="478" y="6015"/>
                    </a:cubicBezTo>
                    <a:cubicBezTo>
                      <a:pt x="478" y="6015"/>
                      <a:pt x="437" y="6150"/>
                      <a:pt x="414" y="6226"/>
                    </a:cubicBezTo>
                    <a:cubicBezTo>
                      <a:pt x="390" y="6300"/>
                      <a:pt x="287" y="6610"/>
                      <a:pt x="303" y="6757"/>
                    </a:cubicBezTo>
                    <a:cubicBezTo>
                      <a:pt x="319" y="6905"/>
                      <a:pt x="358" y="7213"/>
                      <a:pt x="366" y="7308"/>
                    </a:cubicBezTo>
                    <a:cubicBezTo>
                      <a:pt x="372" y="7404"/>
                      <a:pt x="380" y="7447"/>
                      <a:pt x="380" y="7447"/>
                    </a:cubicBezTo>
                    <a:cubicBezTo>
                      <a:pt x="380" y="7447"/>
                      <a:pt x="373" y="7441"/>
                      <a:pt x="368" y="7441"/>
                    </a:cubicBezTo>
                    <a:cubicBezTo>
                      <a:pt x="366" y="7441"/>
                      <a:pt x="364" y="7443"/>
                      <a:pt x="367" y="7451"/>
                    </a:cubicBezTo>
                    <a:cubicBezTo>
                      <a:pt x="374" y="7468"/>
                      <a:pt x="360" y="7484"/>
                      <a:pt x="369" y="7511"/>
                    </a:cubicBezTo>
                    <a:cubicBezTo>
                      <a:pt x="377" y="7538"/>
                      <a:pt x="353" y="7541"/>
                      <a:pt x="364" y="7556"/>
                    </a:cubicBezTo>
                    <a:cubicBezTo>
                      <a:pt x="376" y="7572"/>
                      <a:pt x="385" y="7630"/>
                      <a:pt x="360" y="7643"/>
                    </a:cubicBezTo>
                    <a:cubicBezTo>
                      <a:pt x="335" y="7655"/>
                      <a:pt x="256" y="7703"/>
                      <a:pt x="221" y="7741"/>
                    </a:cubicBezTo>
                    <a:cubicBezTo>
                      <a:pt x="187" y="7780"/>
                      <a:pt x="149" y="7792"/>
                      <a:pt x="106" y="7815"/>
                    </a:cubicBezTo>
                    <a:cubicBezTo>
                      <a:pt x="66" y="7838"/>
                      <a:pt x="0" y="7872"/>
                      <a:pt x="13" y="7900"/>
                    </a:cubicBezTo>
                    <a:cubicBezTo>
                      <a:pt x="26" y="7926"/>
                      <a:pt x="61" y="8019"/>
                      <a:pt x="121" y="8089"/>
                    </a:cubicBezTo>
                    <a:cubicBezTo>
                      <a:pt x="182" y="8159"/>
                      <a:pt x="271" y="8187"/>
                      <a:pt x="288" y="8243"/>
                    </a:cubicBezTo>
                    <a:cubicBezTo>
                      <a:pt x="306" y="8300"/>
                      <a:pt x="357" y="8427"/>
                      <a:pt x="449" y="8542"/>
                    </a:cubicBezTo>
                    <a:cubicBezTo>
                      <a:pt x="515" y="8625"/>
                      <a:pt x="594" y="8654"/>
                      <a:pt x="649" y="8654"/>
                    </a:cubicBezTo>
                    <a:cubicBezTo>
                      <a:pt x="671" y="8654"/>
                      <a:pt x="689" y="8650"/>
                      <a:pt x="701" y="8642"/>
                    </a:cubicBezTo>
                    <a:cubicBezTo>
                      <a:pt x="744" y="8616"/>
                      <a:pt x="730" y="8490"/>
                      <a:pt x="730" y="8489"/>
                    </a:cubicBezTo>
                    <a:lnTo>
                      <a:pt x="730" y="8489"/>
                    </a:lnTo>
                    <a:cubicBezTo>
                      <a:pt x="730" y="8490"/>
                      <a:pt x="789" y="8520"/>
                      <a:pt x="846" y="8520"/>
                    </a:cubicBezTo>
                    <a:cubicBezTo>
                      <a:pt x="878" y="8520"/>
                      <a:pt x="910" y="8510"/>
                      <a:pt x="929" y="8479"/>
                    </a:cubicBezTo>
                    <a:cubicBezTo>
                      <a:pt x="982" y="8395"/>
                      <a:pt x="892" y="8357"/>
                      <a:pt x="846" y="8288"/>
                    </a:cubicBezTo>
                    <a:cubicBezTo>
                      <a:pt x="801" y="8220"/>
                      <a:pt x="772" y="8103"/>
                      <a:pt x="759" y="8045"/>
                    </a:cubicBezTo>
                    <a:cubicBezTo>
                      <a:pt x="750" y="8000"/>
                      <a:pt x="753" y="7953"/>
                      <a:pt x="762" y="7953"/>
                    </a:cubicBezTo>
                    <a:cubicBezTo>
                      <a:pt x="764" y="7953"/>
                      <a:pt x="767" y="7957"/>
                      <a:pt x="771" y="7967"/>
                    </a:cubicBezTo>
                    <a:cubicBezTo>
                      <a:pt x="786" y="8007"/>
                      <a:pt x="808" y="8068"/>
                      <a:pt x="815" y="8068"/>
                    </a:cubicBezTo>
                    <a:cubicBezTo>
                      <a:pt x="815" y="8068"/>
                      <a:pt x="816" y="8067"/>
                      <a:pt x="816" y="8067"/>
                    </a:cubicBezTo>
                    <a:cubicBezTo>
                      <a:pt x="820" y="8060"/>
                      <a:pt x="784" y="7967"/>
                      <a:pt x="792" y="7967"/>
                    </a:cubicBezTo>
                    <a:lnTo>
                      <a:pt x="792" y="7967"/>
                    </a:lnTo>
                    <a:cubicBezTo>
                      <a:pt x="792" y="7967"/>
                      <a:pt x="793" y="7967"/>
                      <a:pt x="794" y="7968"/>
                    </a:cubicBezTo>
                    <a:cubicBezTo>
                      <a:pt x="806" y="7981"/>
                      <a:pt x="873" y="8128"/>
                      <a:pt x="924" y="8128"/>
                    </a:cubicBezTo>
                    <a:cubicBezTo>
                      <a:pt x="929" y="8128"/>
                      <a:pt x="935" y="8126"/>
                      <a:pt x="940" y="8122"/>
                    </a:cubicBezTo>
                    <a:cubicBezTo>
                      <a:pt x="984" y="8087"/>
                      <a:pt x="943" y="8026"/>
                      <a:pt x="931" y="8014"/>
                    </a:cubicBezTo>
                    <a:lnTo>
                      <a:pt x="931" y="8014"/>
                    </a:lnTo>
                    <a:cubicBezTo>
                      <a:pt x="937" y="8016"/>
                      <a:pt x="952" y="8019"/>
                      <a:pt x="968" y="8019"/>
                    </a:cubicBezTo>
                    <a:cubicBezTo>
                      <a:pt x="998" y="8019"/>
                      <a:pt x="1033" y="8009"/>
                      <a:pt x="1033" y="7968"/>
                    </a:cubicBezTo>
                    <a:cubicBezTo>
                      <a:pt x="1033" y="7898"/>
                      <a:pt x="931" y="7872"/>
                      <a:pt x="876" y="7866"/>
                    </a:cubicBezTo>
                    <a:cubicBezTo>
                      <a:pt x="866" y="7865"/>
                      <a:pt x="858" y="7865"/>
                      <a:pt x="851" y="7865"/>
                    </a:cubicBezTo>
                    <a:cubicBezTo>
                      <a:pt x="838" y="7865"/>
                      <a:pt x="828" y="7866"/>
                      <a:pt x="822" y="7866"/>
                    </a:cubicBezTo>
                    <a:cubicBezTo>
                      <a:pt x="812" y="7866"/>
                      <a:pt x="809" y="7864"/>
                      <a:pt x="807" y="7853"/>
                    </a:cubicBezTo>
                    <a:cubicBezTo>
                      <a:pt x="805" y="7841"/>
                      <a:pt x="798" y="7838"/>
                      <a:pt x="792" y="7838"/>
                    </a:cubicBezTo>
                    <a:cubicBezTo>
                      <a:pt x="787" y="7838"/>
                      <a:pt x="782" y="7840"/>
                      <a:pt x="782" y="7840"/>
                    </a:cubicBezTo>
                    <a:cubicBezTo>
                      <a:pt x="782" y="7840"/>
                      <a:pt x="794" y="7815"/>
                      <a:pt x="781" y="7795"/>
                    </a:cubicBezTo>
                    <a:cubicBezTo>
                      <a:pt x="766" y="7773"/>
                      <a:pt x="753" y="7768"/>
                      <a:pt x="753" y="7768"/>
                    </a:cubicBezTo>
                    <a:cubicBezTo>
                      <a:pt x="753" y="7768"/>
                      <a:pt x="865" y="7687"/>
                      <a:pt x="854" y="7602"/>
                    </a:cubicBezTo>
                    <a:cubicBezTo>
                      <a:pt x="843" y="7519"/>
                      <a:pt x="750" y="7495"/>
                      <a:pt x="750" y="7495"/>
                    </a:cubicBezTo>
                    <a:cubicBezTo>
                      <a:pt x="750" y="7495"/>
                      <a:pt x="843" y="7229"/>
                      <a:pt x="873" y="7120"/>
                    </a:cubicBezTo>
                    <a:cubicBezTo>
                      <a:pt x="902" y="7012"/>
                      <a:pt x="924" y="6944"/>
                      <a:pt x="940" y="6836"/>
                    </a:cubicBezTo>
                    <a:cubicBezTo>
                      <a:pt x="957" y="6730"/>
                      <a:pt x="975" y="6616"/>
                      <a:pt x="1012" y="6567"/>
                    </a:cubicBezTo>
                    <a:cubicBezTo>
                      <a:pt x="1049" y="6516"/>
                      <a:pt x="1104" y="6456"/>
                      <a:pt x="1109" y="6411"/>
                    </a:cubicBezTo>
                    <a:cubicBezTo>
                      <a:pt x="1114" y="6366"/>
                      <a:pt x="1128" y="6328"/>
                      <a:pt x="1128" y="6328"/>
                    </a:cubicBezTo>
                    <a:lnTo>
                      <a:pt x="1142" y="6334"/>
                    </a:lnTo>
                    <a:cubicBezTo>
                      <a:pt x="1142" y="6334"/>
                      <a:pt x="1183" y="6252"/>
                      <a:pt x="1205" y="6205"/>
                    </a:cubicBezTo>
                    <a:cubicBezTo>
                      <a:pt x="1227" y="6160"/>
                      <a:pt x="1401" y="5883"/>
                      <a:pt x="1422" y="5784"/>
                    </a:cubicBezTo>
                    <a:cubicBezTo>
                      <a:pt x="1442" y="5685"/>
                      <a:pt x="1554" y="5486"/>
                      <a:pt x="1588" y="5359"/>
                    </a:cubicBezTo>
                    <a:cubicBezTo>
                      <a:pt x="1621" y="5232"/>
                      <a:pt x="1693" y="5040"/>
                      <a:pt x="1741" y="4875"/>
                    </a:cubicBezTo>
                    <a:cubicBezTo>
                      <a:pt x="1787" y="4709"/>
                      <a:pt x="1768" y="4631"/>
                      <a:pt x="1751" y="4567"/>
                    </a:cubicBezTo>
                    <a:cubicBezTo>
                      <a:pt x="1732" y="4504"/>
                      <a:pt x="1696" y="4475"/>
                      <a:pt x="1696" y="4475"/>
                    </a:cubicBezTo>
                    <a:cubicBezTo>
                      <a:pt x="1696" y="4475"/>
                      <a:pt x="1723" y="4428"/>
                      <a:pt x="1735" y="4361"/>
                    </a:cubicBezTo>
                    <a:cubicBezTo>
                      <a:pt x="1745" y="4293"/>
                      <a:pt x="1703" y="4281"/>
                      <a:pt x="1703" y="4281"/>
                    </a:cubicBezTo>
                    <a:cubicBezTo>
                      <a:pt x="1703" y="4281"/>
                      <a:pt x="1752" y="4234"/>
                      <a:pt x="1839" y="4234"/>
                    </a:cubicBezTo>
                    <a:cubicBezTo>
                      <a:pt x="1842" y="4234"/>
                      <a:pt x="1845" y="4234"/>
                      <a:pt x="1847" y="4234"/>
                    </a:cubicBezTo>
                    <a:cubicBezTo>
                      <a:pt x="1930" y="4238"/>
                      <a:pt x="2016" y="4283"/>
                      <a:pt x="2060" y="4283"/>
                    </a:cubicBezTo>
                    <a:cubicBezTo>
                      <a:pt x="2065" y="4283"/>
                      <a:pt x="2069" y="4282"/>
                      <a:pt x="2073" y="4281"/>
                    </a:cubicBezTo>
                    <a:cubicBezTo>
                      <a:pt x="2079" y="4279"/>
                      <a:pt x="2085" y="4278"/>
                      <a:pt x="2089" y="4278"/>
                    </a:cubicBezTo>
                    <a:cubicBezTo>
                      <a:pt x="2106" y="4278"/>
                      <a:pt x="2113" y="4288"/>
                      <a:pt x="2120" y="4288"/>
                    </a:cubicBezTo>
                    <a:cubicBezTo>
                      <a:pt x="2122" y="4288"/>
                      <a:pt x="2124" y="4287"/>
                      <a:pt x="2127" y="4284"/>
                    </a:cubicBezTo>
                    <a:cubicBezTo>
                      <a:pt x="2137" y="4268"/>
                      <a:pt x="2150" y="4133"/>
                      <a:pt x="2136" y="4096"/>
                    </a:cubicBezTo>
                    <a:cubicBezTo>
                      <a:pt x="2120" y="4060"/>
                      <a:pt x="2131" y="4029"/>
                      <a:pt x="2114" y="4000"/>
                    </a:cubicBezTo>
                    <a:cubicBezTo>
                      <a:pt x="2096" y="3971"/>
                      <a:pt x="2118" y="3892"/>
                      <a:pt x="2096" y="3805"/>
                    </a:cubicBezTo>
                    <a:cubicBezTo>
                      <a:pt x="2074" y="3717"/>
                      <a:pt x="2076" y="3636"/>
                      <a:pt x="2048" y="3610"/>
                    </a:cubicBezTo>
                    <a:cubicBezTo>
                      <a:pt x="2022" y="3583"/>
                      <a:pt x="2088" y="3580"/>
                      <a:pt x="2069" y="3547"/>
                    </a:cubicBezTo>
                    <a:cubicBezTo>
                      <a:pt x="2050" y="3513"/>
                      <a:pt x="2108" y="3393"/>
                      <a:pt x="2156" y="3321"/>
                    </a:cubicBezTo>
                    <a:cubicBezTo>
                      <a:pt x="2205" y="3250"/>
                      <a:pt x="2278" y="3133"/>
                      <a:pt x="2306" y="3043"/>
                    </a:cubicBezTo>
                    <a:cubicBezTo>
                      <a:pt x="2334" y="2951"/>
                      <a:pt x="2345" y="2814"/>
                      <a:pt x="2345" y="2814"/>
                    </a:cubicBezTo>
                    <a:cubicBezTo>
                      <a:pt x="2345" y="2814"/>
                      <a:pt x="2476" y="2567"/>
                      <a:pt x="2516" y="2438"/>
                    </a:cubicBezTo>
                    <a:cubicBezTo>
                      <a:pt x="2555" y="2310"/>
                      <a:pt x="2594" y="2156"/>
                      <a:pt x="2619" y="2140"/>
                    </a:cubicBezTo>
                    <a:cubicBezTo>
                      <a:pt x="2644" y="2122"/>
                      <a:pt x="2718" y="2095"/>
                      <a:pt x="2747" y="2067"/>
                    </a:cubicBezTo>
                    <a:cubicBezTo>
                      <a:pt x="2775" y="2038"/>
                      <a:pt x="2787" y="2017"/>
                      <a:pt x="2833" y="2010"/>
                    </a:cubicBezTo>
                    <a:cubicBezTo>
                      <a:pt x="2880" y="2003"/>
                      <a:pt x="2924" y="1975"/>
                      <a:pt x="2924" y="1943"/>
                    </a:cubicBezTo>
                    <a:cubicBezTo>
                      <a:pt x="2923" y="1934"/>
                      <a:pt x="2919" y="1930"/>
                      <a:pt x="2912" y="1930"/>
                    </a:cubicBezTo>
                    <a:cubicBezTo>
                      <a:pt x="2896" y="1930"/>
                      <a:pt x="2866" y="1950"/>
                      <a:pt x="2845" y="1958"/>
                    </a:cubicBezTo>
                    <a:cubicBezTo>
                      <a:pt x="2834" y="1961"/>
                      <a:pt x="2823" y="1963"/>
                      <a:pt x="2814" y="1963"/>
                    </a:cubicBezTo>
                    <a:cubicBezTo>
                      <a:pt x="2797" y="1963"/>
                      <a:pt x="2786" y="1956"/>
                      <a:pt x="2791" y="1937"/>
                    </a:cubicBezTo>
                    <a:cubicBezTo>
                      <a:pt x="2800" y="1910"/>
                      <a:pt x="2822" y="1860"/>
                      <a:pt x="2862" y="1795"/>
                    </a:cubicBezTo>
                    <a:cubicBezTo>
                      <a:pt x="2903" y="1729"/>
                      <a:pt x="2897" y="1726"/>
                      <a:pt x="2880" y="1709"/>
                    </a:cubicBezTo>
                    <a:cubicBezTo>
                      <a:pt x="2878" y="1706"/>
                      <a:pt x="2875" y="1705"/>
                      <a:pt x="2872" y="1705"/>
                    </a:cubicBezTo>
                    <a:cubicBezTo>
                      <a:pt x="2854" y="1705"/>
                      <a:pt x="2829" y="1742"/>
                      <a:pt x="2829" y="1742"/>
                    </a:cubicBezTo>
                    <a:cubicBezTo>
                      <a:pt x="2829" y="1742"/>
                      <a:pt x="2860" y="1674"/>
                      <a:pt x="2845" y="1662"/>
                    </a:cubicBezTo>
                    <a:cubicBezTo>
                      <a:pt x="2840" y="1658"/>
                      <a:pt x="2836" y="1656"/>
                      <a:pt x="2833" y="1656"/>
                    </a:cubicBezTo>
                    <a:cubicBezTo>
                      <a:pt x="2828" y="1656"/>
                      <a:pt x="2826" y="1661"/>
                      <a:pt x="2826" y="1661"/>
                    </a:cubicBezTo>
                    <a:cubicBezTo>
                      <a:pt x="2826" y="1661"/>
                      <a:pt x="2842" y="1601"/>
                      <a:pt x="2867" y="1545"/>
                    </a:cubicBezTo>
                    <a:cubicBezTo>
                      <a:pt x="2890" y="1489"/>
                      <a:pt x="2966" y="1353"/>
                      <a:pt x="3011" y="1248"/>
                    </a:cubicBezTo>
                    <a:cubicBezTo>
                      <a:pt x="3056" y="1145"/>
                      <a:pt x="3129" y="939"/>
                      <a:pt x="3149" y="868"/>
                    </a:cubicBezTo>
                    <a:cubicBezTo>
                      <a:pt x="3170" y="797"/>
                      <a:pt x="3164" y="750"/>
                      <a:pt x="3205" y="724"/>
                    </a:cubicBezTo>
                    <a:cubicBezTo>
                      <a:pt x="3244" y="696"/>
                      <a:pt x="3298" y="638"/>
                      <a:pt x="3311" y="588"/>
                    </a:cubicBezTo>
                    <a:cubicBezTo>
                      <a:pt x="3326" y="539"/>
                      <a:pt x="3339" y="479"/>
                      <a:pt x="3369" y="462"/>
                    </a:cubicBezTo>
                    <a:cubicBezTo>
                      <a:pt x="3400" y="446"/>
                      <a:pt x="3425" y="403"/>
                      <a:pt x="3409" y="384"/>
                    </a:cubicBezTo>
                    <a:cubicBezTo>
                      <a:pt x="3406" y="380"/>
                      <a:pt x="3400" y="379"/>
                      <a:pt x="3394" y="379"/>
                    </a:cubicBezTo>
                    <a:cubicBezTo>
                      <a:pt x="3368" y="379"/>
                      <a:pt x="3323" y="406"/>
                      <a:pt x="3323" y="406"/>
                    </a:cubicBezTo>
                    <a:cubicBezTo>
                      <a:pt x="3323" y="406"/>
                      <a:pt x="3390" y="307"/>
                      <a:pt x="3406" y="224"/>
                    </a:cubicBezTo>
                    <a:cubicBezTo>
                      <a:pt x="3422" y="141"/>
                      <a:pt x="3399" y="128"/>
                      <a:pt x="3380" y="124"/>
                    </a:cubicBezTo>
                    <a:cubicBezTo>
                      <a:pt x="3378" y="124"/>
                      <a:pt x="3377" y="123"/>
                      <a:pt x="3376" y="123"/>
                    </a:cubicBezTo>
                    <a:cubicBezTo>
                      <a:pt x="3358" y="123"/>
                      <a:pt x="3347" y="145"/>
                      <a:pt x="3342" y="176"/>
                    </a:cubicBezTo>
                    <a:cubicBezTo>
                      <a:pt x="3337" y="203"/>
                      <a:pt x="3322" y="248"/>
                      <a:pt x="3316" y="248"/>
                    </a:cubicBezTo>
                    <a:cubicBezTo>
                      <a:pt x="3314" y="248"/>
                      <a:pt x="3313" y="245"/>
                      <a:pt x="3313" y="237"/>
                    </a:cubicBezTo>
                    <a:cubicBezTo>
                      <a:pt x="3310" y="202"/>
                      <a:pt x="3317" y="10"/>
                      <a:pt x="3272" y="1"/>
                    </a:cubicBezTo>
                    <a:cubicBezTo>
                      <a:pt x="3268" y="1"/>
                      <a:pt x="3264" y="0"/>
                      <a:pt x="326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3"/>
              <p:cNvSpPr/>
              <p:nvPr/>
            </p:nvSpPr>
            <p:spPr>
              <a:xfrm>
                <a:off x="3995360" y="1562785"/>
                <a:ext cx="98810" cy="103149"/>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0" name="Google Shape;310;p23"/>
            <p:cNvSpPr/>
            <p:nvPr/>
          </p:nvSpPr>
          <p:spPr>
            <a:xfrm>
              <a:off x="8106050" y="1416700"/>
              <a:ext cx="185700" cy="1857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3"/>
            <p:cNvSpPr/>
            <p:nvPr/>
          </p:nvSpPr>
          <p:spPr>
            <a:xfrm>
              <a:off x="7413575" y="2478900"/>
              <a:ext cx="185700" cy="1857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3"/>
            <p:cNvSpPr/>
            <p:nvPr/>
          </p:nvSpPr>
          <p:spPr>
            <a:xfrm>
              <a:off x="7174575" y="3200325"/>
              <a:ext cx="185700" cy="1857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3"/>
            <p:cNvSpPr/>
            <p:nvPr/>
          </p:nvSpPr>
          <p:spPr>
            <a:xfrm>
              <a:off x="7128150" y="4153625"/>
              <a:ext cx="185700" cy="1857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4" name="Google Shape;314;p23"/>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grpSp>
        <p:nvGrpSpPr>
          <p:cNvPr id="315" name="Google Shape;315;p23"/>
          <p:cNvGrpSpPr/>
          <p:nvPr/>
        </p:nvGrpSpPr>
        <p:grpSpPr>
          <a:xfrm>
            <a:off x="713214" y="1348000"/>
            <a:ext cx="5230431" cy="502800"/>
            <a:chOff x="713214" y="1348000"/>
            <a:chExt cx="5230431" cy="502800"/>
          </a:xfrm>
        </p:grpSpPr>
        <p:sp>
          <p:nvSpPr>
            <p:cNvPr id="316" name="Google Shape;316;p23"/>
            <p:cNvSpPr txBox="1"/>
            <p:nvPr/>
          </p:nvSpPr>
          <p:spPr>
            <a:xfrm>
              <a:off x="1560900" y="1348000"/>
              <a:ext cx="1577400" cy="502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JUPITER</a:t>
              </a:r>
              <a:endParaRPr sz="2000">
                <a:solidFill>
                  <a:schemeClr val="dk2"/>
                </a:solidFill>
                <a:latin typeface="Dosis SemiBold"/>
                <a:ea typeface="Dosis SemiBold"/>
                <a:cs typeface="Dosis SemiBold"/>
                <a:sym typeface="Dosis SemiBold"/>
              </a:endParaRPr>
            </a:p>
          </p:txBody>
        </p:sp>
        <p:sp>
          <p:nvSpPr>
            <p:cNvPr id="317" name="Google Shape;317;p23"/>
            <p:cNvSpPr txBox="1"/>
            <p:nvPr/>
          </p:nvSpPr>
          <p:spPr>
            <a:xfrm>
              <a:off x="3138345" y="1348000"/>
              <a:ext cx="2805300" cy="502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600">
                  <a:solidFill>
                    <a:schemeClr val="lt1"/>
                  </a:solidFill>
                  <a:latin typeface="Dosis"/>
                  <a:ea typeface="Dosis"/>
                  <a:cs typeface="Dosis"/>
                  <a:sym typeface="Dosis"/>
                </a:rPr>
                <a:t>Jupiter is the biggest planet</a:t>
              </a:r>
              <a:endParaRPr sz="1600">
                <a:solidFill>
                  <a:schemeClr val="lt1"/>
                </a:solidFill>
                <a:latin typeface="Dosis"/>
                <a:ea typeface="Dosis"/>
                <a:cs typeface="Dosis"/>
                <a:sym typeface="Dosis"/>
              </a:endParaRPr>
            </a:p>
          </p:txBody>
        </p:sp>
        <p:sp>
          <p:nvSpPr>
            <p:cNvPr id="318" name="Google Shape;318;p23"/>
            <p:cNvSpPr/>
            <p:nvPr/>
          </p:nvSpPr>
          <p:spPr>
            <a:xfrm>
              <a:off x="713214" y="1372587"/>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100">
                  <a:solidFill>
                    <a:schemeClr val="lt1"/>
                  </a:solidFill>
                  <a:latin typeface="Bevan"/>
                  <a:ea typeface="Bevan"/>
                  <a:cs typeface="Bevan"/>
                  <a:sym typeface="Bevan"/>
                </a:rPr>
                <a:t>01</a:t>
              </a:r>
              <a:endParaRPr sz="2100">
                <a:solidFill>
                  <a:schemeClr val="lt1"/>
                </a:solidFill>
                <a:latin typeface="Bevan"/>
                <a:ea typeface="Bevan"/>
                <a:cs typeface="Bevan"/>
                <a:sym typeface="Bevan"/>
              </a:endParaRPr>
            </a:p>
          </p:txBody>
        </p:sp>
      </p:grpSp>
      <p:grpSp>
        <p:nvGrpSpPr>
          <p:cNvPr id="319" name="Google Shape;319;p23"/>
          <p:cNvGrpSpPr/>
          <p:nvPr/>
        </p:nvGrpSpPr>
        <p:grpSpPr>
          <a:xfrm>
            <a:off x="713214" y="2115608"/>
            <a:ext cx="5230431" cy="502800"/>
            <a:chOff x="713214" y="2115608"/>
            <a:chExt cx="5230431" cy="502800"/>
          </a:xfrm>
        </p:grpSpPr>
        <p:sp>
          <p:nvSpPr>
            <p:cNvPr id="320" name="Google Shape;320;p23"/>
            <p:cNvSpPr txBox="1"/>
            <p:nvPr/>
          </p:nvSpPr>
          <p:spPr>
            <a:xfrm>
              <a:off x="1560900" y="2115608"/>
              <a:ext cx="1577400" cy="502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MARS</a:t>
              </a:r>
              <a:endParaRPr sz="2000">
                <a:solidFill>
                  <a:schemeClr val="dk2"/>
                </a:solidFill>
                <a:latin typeface="Dosis SemiBold"/>
                <a:ea typeface="Dosis SemiBold"/>
                <a:cs typeface="Dosis SemiBold"/>
                <a:sym typeface="Dosis SemiBold"/>
              </a:endParaRPr>
            </a:p>
          </p:txBody>
        </p:sp>
        <p:sp>
          <p:nvSpPr>
            <p:cNvPr id="321" name="Google Shape;321;p23"/>
            <p:cNvSpPr txBox="1"/>
            <p:nvPr/>
          </p:nvSpPr>
          <p:spPr>
            <a:xfrm>
              <a:off x="3138345" y="2115608"/>
              <a:ext cx="2805300" cy="502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600">
                  <a:solidFill>
                    <a:schemeClr val="lt1"/>
                  </a:solidFill>
                  <a:latin typeface="Dosis"/>
                  <a:ea typeface="Dosis"/>
                  <a:cs typeface="Dosis"/>
                  <a:sym typeface="Dosis"/>
                </a:rPr>
                <a:t>Despite being red, it is cold</a:t>
              </a:r>
              <a:endParaRPr sz="1600">
                <a:solidFill>
                  <a:schemeClr val="lt1"/>
                </a:solidFill>
                <a:latin typeface="Dosis"/>
                <a:ea typeface="Dosis"/>
                <a:cs typeface="Dosis"/>
                <a:sym typeface="Dosis"/>
              </a:endParaRPr>
            </a:p>
          </p:txBody>
        </p:sp>
        <p:sp>
          <p:nvSpPr>
            <p:cNvPr id="322" name="Google Shape;322;p23"/>
            <p:cNvSpPr/>
            <p:nvPr/>
          </p:nvSpPr>
          <p:spPr>
            <a:xfrm>
              <a:off x="713214" y="2127912"/>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100">
                  <a:solidFill>
                    <a:schemeClr val="lt1"/>
                  </a:solidFill>
                  <a:latin typeface="Bevan"/>
                  <a:ea typeface="Bevan"/>
                  <a:cs typeface="Bevan"/>
                  <a:sym typeface="Bevan"/>
                </a:rPr>
                <a:t>02</a:t>
              </a:r>
              <a:endParaRPr sz="2100">
                <a:solidFill>
                  <a:schemeClr val="lt1"/>
                </a:solidFill>
                <a:latin typeface="Bevan"/>
                <a:ea typeface="Bevan"/>
                <a:cs typeface="Bevan"/>
                <a:sym typeface="Bevan"/>
              </a:endParaRPr>
            </a:p>
          </p:txBody>
        </p:sp>
      </p:grpSp>
      <p:grpSp>
        <p:nvGrpSpPr>
          <p:cNvPr id="323" name="Google Shape;323;p23"/>
          <p:cNvGrpSpPr/>
          <p:nvPr/>
        </p:nvGrpSpPr>
        <p:grpSpPr>
          <a:xfrm>
            <a:off x="713214" y="2883217"/>
            <a:ext cx="5230431" cy="502800"/>
            <a:chOff x="713214" y="2883217"/>
            <a:chExt cx="5230431" cy="502800"/>
          </a:xfrm>
        </p:grpSpPr>
        <p:sp>
          <p:nvSpPr>
            <p:cNvPr id="324" name="Google Shape;324;p23"/>
            <p:cNvSpPr txBox="1"/>
            <p:nvPr/>
          </p:nvSpPr>
          <p:spPr>
            <a:xfrm>
              <a:off x="1560900" y="2883217"/>
              <a:ext cx="1577400" cy="502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VENUS</a:t>
              </a:r>
              <a:endParaRPr sz="2000">
                <a:solidFill>
                  <a:schemeClr val="dk2"/>
                </a:solidFill>
                <a:latin typeface="Dosis SemiBold"/>
                <a:ea typeface="Dosis SemiBold"/>
                <a:cs typeface="Dosis SemiBold"/>
                <a:sym typeface="Dosis SemiBold"/>
              </a:endParaRPr>
            </a:p>
          </p:txBody>
        </p:sp>
        <p:sp>
          <p:nvSpPr>
            <p:cNvPr id="325" name="Google Shape;325;p23"/>
            <p:cNvSpPr txBox="1"/>
            <p:nvPr/>
          </p:nvSpPr>
          <p:spPr>
            <a:xfrm>
              <a:off x="3138345" y="2883217"/>
              <a:ext cx="2805300" cy="502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600">
                  <a:solidFill>
                    <a:schemeClr val="lt1"/>
                  </a:solidFill>
                  <a:latin typeface="Dosis"/>
                  <a:ea typeface="Dosis"/>
                  <a:cs typeface="Dosis"/>
                  <a:sym typeface="Dosis"/>
                </a:rPr>
                <a:t>Venus has a beautiful name</a:t>
              </a:r>
              <a:endParaRPr sz="1600">
                <a:solidFill>
                  <a:schemeClr val="lt1"/>
                </a:solidFill>
                <a:latin typeface="Dosis"/>
                <a:ea typeface="Dosis"/>
                <a:cs typeface="Dosis"/>
                <a:sym typeface="Dosis"/>
              </a:endParaRPr>
            </a:p>
          </p:txBody>
        </p:sp>
        <p:sp>
          <p:nvSpPr>
            <p:cNvPr id="326" name="Google Shape;326;p23"/>
            <p:cNvSpPr/>
            <p:nvPr/>
          </p:nvSpPr>
          <p:spPr>
            <a:xfrm>
              <a:off x="713214" y="2883237"/>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100">
                  <a:solidFill>
                    <a:schemeClr val="lt1"/>
                  </a:solidFill>
                  <a:latin typeface="Bevan"/>
                  <a:ea typeface="Bevan"/>
                  <a:cs typeface="Bevan"/>
                  <a:sym typeface="Bevan"/>
                </a:rPr>
                <a:t>03</a:t>
              </a:r>
              <a:endParaRPr sz="2100">
                <a:solidFill>
                  <a:schemeClr val="lt1"/>
                </a:solidFill>
                <a:latin typeface="Bevan"/>
                <a:ea typeface="Bevan"/>
                <a:cs typeface="Bevan"/>
                <a:sym typeface="Bevan"/>
              </a:endParaRPr>
            </a:p>
          </p:txBody>
        </p:sp>
      </p:grpSp>
      <p:grpSp>
        <p:nvGrpSpPr>
          <p:cNvPr id="327" name="Google Shape;327;p23"/>
          <p:cNvGrpSpPr/>
          <p:nvPr/>
        </p:nvGrpSpPr>
        <p:grpSpPr>
          <a:xfrm>
            <a:off x="713214" y="3638562"/>
            <a:ext cx="5230431" cy="515063"/>
            <a:chOff x="713214" y="3638562"/>
            <a:chExt cx="5230431" cy="515063"/>
          </a:xfrm>
        </p:grpSpPr>
        <p:sp>
          <p:nvSpPr>
            <p:cNvPr id="328" name="Google Shape;328;p23"/>
            <p:cNvSpPr txBox="1"/>
            <p:nvPr/>
          </p:nvSpPr>
          <p:spPr>
            <a:xfrm>
              <a:off x="1560900" y="3650825"/>
              <a:ext cx="1577400" cy="502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EARTH</a:t>
              </a:r>
              <a:endParaRPr sz="2000">
                <a:solidFill>
                  <a:schemeClr val="dk2"/>
                </a:solidFill>
                <a:latin typeface="Dosis SemiBold"/>
                <a:ea typeface="Dosis SemiBold"/>
                <a:cs typeface="Dosis SemiBold"/>
                <a:sym typeface="Dosis SemiBold"/>
              </a:endParaRPr>
            </a:p>
          </p:txBody>
        </p:sp>
        <p:sp>
          <p:nvSpPr>
            <p:cNvPr id="329" name="Google Shape;329;p23"/>
            <p:cNvSpPr txBox="1"/>
            <p:nvPr/>
          </p:nvSpPr>
          <p:spPr>
            <a:xfrm>
              <a:off x="3138345" y="3650825"/>
              <a:ext cx="2805300" cy="502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600">
                  <a:solidFill>
                    <a:schemeClr val="lt1"/>
                  </a:solidFill>
                  <a:latin typeface="Dosis"/>
                  <a:ea typeface="Dosis"/>
                  <a:cs typeface="Dosis"/>
                  <a:sym typeface="Dosis"/>
                </a:rPr>
                <a:t>We all live on planet Earth</a:t>
              </a:r>
              <a:endParaRPr sz="1600">
                <a:solidFill>
                  <a:schemeClr val="lt1"/>
                </a:solidFill>
                <a:latin typeface="Dosis"/>
                <a:ea typeface="Dosis"/>
                <a:cs typeface="Dosis"/>
                <a:sym typeface="Dosis"/>
              </a:endParaRPr>
            </a:p>
          </p:txBody>
        </p:sp>
        <p:sp>
          <p:nvSpPr>
            <p:cNvPr id="330" name="Google Shape;330;p23"/>
            <p:cNvSpPr/>
            <p:nvPr/>
          </p:nvSpPr>
          <p:spPr>
            <a:xfrm>
              <a:off x="713214" y="3638562"/>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100">
                  <a:solidFill>
                    <a:schemeClr val="lt1"/>
                  </a:solidFill>
                  <a:latin typeface="Bevan"/>
                  <a:ea typeface="Bevan"/>
                  <a:cs typeface="Bevan"/>
                  <a:sym typeface="Bevan"/>
                </a:rPr>
                <a:t>04</a:t>
              </a:r>
              <a:endParaRPr sz="2100">
                <a:solidFill>
                  <a:schemeClr val="lt1"/>
                </a:solidFill>
                <a:latin typeface="Bevan"/>
                <a:ea typeface="Bevan"/>
                <a:cs typeface="Bevan"/>
                <a:sym typeface="Bevan"/>
              </a:endParaRPr>
            </a:p>
          </p:txBody>
        </p:sp>
      </p:grpSp>
      <p:cxnSp>
        <p:nvCxnSpPr>
          <p:cNvPr id="331" name="Google Shape;331;p23"/>
          <p:cNvCxnSpPr>
            <a:stCxn id="317" idx="3"/>
            <a:endCxn id="310" idx="2"/>
          </p:cNvCxnSpPr>
          <p:nvPr/>
        </p:nvCxnSpPr>
        <p:spPr>
          <a:xfrm flipH="1" rot="10800000">
            <a:off x="5943645" y="1509700"/>
            <a:ext cx="2162400" cy="89700"/>
          </a:xfrm>
          <a:prstGeom prst="bentConnector3">
            <a:avLst>
              <a:gd fmla="val 50000" name="adj1"/>
            </a:avLst>
          </a:prstGeom>
          <a:noFill/>
          <a:ln cap="flat" cmpd="sng" w="28575">
            <a:solidFill>
              <a:schemeClr val="lt1"/>
            </a:solidFill>
            <a:prstDash val="solid"/>
            <a:round/>
            <a:headEnd len="med" w="med" type="none"/>
            <a:tailEnd len="med" w="med" type="none"/>
          </a:ln>
        </p:spPr>
      </p:cxnSp>
      <p:cxnSp>
        <p:nvCxnSpPr>
          <p:cNvPr id="332" name="Google Shape;332;p23"/>
          <p:cNvCxnSpPr>
            <a:stCxn id="321" idx="3"/>
            <a:endCxn id="311" idx="2"/>
          </p:cNvCxnSpPr>
          <p:nvPr/>
        </p:nvCxnSpPr>
        <p:spPr>
          <a:xfrm>
            <a:off x="5943645" y="2367008"/>
            <a:ext cx="1470000" cy="204600"/>
          </a:xfrm>
          <a:prstGeom prst="bentConnector3">
            <a:avLst>
              <a:gd fmla="val 49998" name="adj1"/>
            </a:avLst>
          </a:prstGeom>
          <a:noFill/>
          <a:ln cap="flat" cmpd="sng" w="28575">
            <a:solidFill>
              <a:schemeClr val="lt1"/>
            </a:solidFill>
            <a:prstDash val="solid"/>
            <a:round/>
            <a:headEnd len="med" w="med" type="none"/>
            <a:tailEnd len="med" w="med" type="none"/>
          </a:ln>
        </p:spPr>
      </p:cxnSp>
      <p:cxnSp>
        <p:nvCxnSpPr>
          <p:cNvPr id="333" name="Google Shape;333;p23"/>
          <p:cNvCxnSpPr>
            <a:stCxn id="325" idx="3"/>
            <a:endCxn id="312" idx="2"/>
          </p:cNvCxnSpPr>
          <p:nvPr/>
        </p:nvCxnSpPr>
        <p:spPr>
          <a:xfrm>
            <a:off x="5943645" y="3134617"/>
            <a:ext cx="1230900" cy="158700"/>
          </a:xfrm>
          <a:prstGeom prst="bentConnector3">
            <a:avLst>
              <a:gd fmla="val 50001" name="adj1"/>
            </a:avLst>
          </a:prstGeom>
          <a:noFill/>
          <a:ln cap="flat" cmpd="sng" w="28575">
            <a:solidFill>
              <a:schemeClr val="lt1"/>
            </a:solidFill>
            <a:prstDash val="solid"/>
            <a:round/>
            <a:headEnd len="med" w="med" type="none"/>
            <a:tailEnd len="med" w="med" type="none"/>
          </a:ln>
        </p:spPr>
      </p:cxnSp>
      <p:cxnSp>
        <p:nvCxnSpPr>
          <p:cNvPr id="334" name="Google Shape;334;p23"/>
          <p:cNvCxnSpPr>
            <a:stCxn id="329" idx="3"/>
            <a:endCxn id="313" idx="2"/>
          </p:cNvCxnSpPr>
          <p:nvPr/>
        </p:nvCxnSpPr>
        <p:spPr>
          <a:xfrm>
            <a:off x="5943645" y="3902225"/>
            <a:ext cx="1184400" cy="344400"/>
          </a:xfrm>
          <a:prstGeom prst="bentConnector3">
            <a:avLst>
              <a:gd fmla="val 50004" name="adj1"/>
            </a:avLst>
          </a:prstGeom>
          <a:noFill/>
          <a:ln cap="flat" cmpd="sng" w="28575">
            <a:solidFill>
              <a:schemeClr val="lt1"/>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4"/>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graphicFrame>
        <p:nvGraphicFramePr>
          <p:cNvPr id="340" name="Google Shape;340;p24"/>
          <p:cNvGraphicFramePr/>
          <p:nvPr/>
        </p:nvGraphicFramePr>
        <p:xfrm>
          <a:off x="713200" y="1336500"/>
          <a:ext cx="3000000" cy="3000000"/>
        </p:xfrm>
        <a:graphic>
          <a:graphicData uri="http://schemas.openxmlformats.org/drawingml/2006/table">
            <a:tbl>
              <a:tblPr>
                <a:noFill/>
                <a:tableStyleId>{42F52E1E-71C8-41E8-9905-C88289EF3109}</a:tableStyleId>
              </a:tblPr>
              <a:tblGrid>
                <a:gridCol w="1926000"/>
                <a:gridCol w="1926000"/>
                <a:gridCol w="1926000"/>
                <a:gridCol w="1926000"/>
              </a:tblGrid>
              <a:tr h="793375">
                <a:tc>
                  <a:txBody>
                    <a:bodyPr/>
                    <a:lstStyle/>
                    <a:p>
                      <a:pPr indent="0" lvl="0" marL="0" marR="0" rtl="0" algn="ctr">
                        <a:lnSpc>
                          <a:spcPct val="115000"/>
                        </a:lnSpc>
                        <a:spcBef>
                          <a:spcPts val="0"/>
                        </a:spcBef>
                        <a:spcAft>
                          <a:spcPts val="0"/>
                        </a:spcAft>
                        <a:buNone/>
                      </a:pPr>
                      <a:r>
                        <a:rPr lang="en" sz="2000">
                          <a:solidFill>
                            <a:schemeClr val="dk2"/>
                          </a:solidFill>
                          <a:latin typeface="Dosis SemiBold"/>
                          <a:ea typeface="Dosis SemiBold"/>
                          <a:cs typeface="Dosis SemiBold"/>
                          <a:sym typeface="Dosis SemiBold"/>
                        </a:rPr>
                        <a:t>TRAINING</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2000">
                          <a:solidFill>
                            <a:schemeClr val="dk2"/>
                          </a:solidFill>
                          <a:latin typeface="Dosis SemiBold"/>
                          <a:ea typeface="Dosis SemiBold"/>
                          <a:cs typeface="Dosis SemiBold"/>
                          <a:sym typeface="Dosis SemiBold"/>
                        </a:rPr>
                        <a:t>1ST SESSION</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2000">
                          <a:solidFill>
                            <a:schemeClr val="dk2"/>
                          </a:solidFill>
                          <a:latin typeface="Dosis SemiBold"/>
                          <a:ea typeface="Dosis SemiBold"/>
                          <a:cs typeface="Dosis SemiBold"/>
                          <a:sym typeface="Dosis SemiBold"/>
                        </a:rPr>
                        <a:t>2ND SESSION</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2000">
                          <a:solidFill>
                            <a:schemeClr val="dk2"/>
                          </a:solidFill>
                          <a:latin typeface="Dosis SemiBold"/>
                          <a:ea typeface="Dosis SemiBold"/>
                          <a:cs typeface="Dosis SemiBold"/>
                          <a:sym typeface="Dosis SemiBold"/>
                        </a:rPr>
                        <a:t>3RD SESSION</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793375">
                <a:tc>
                  <a:txBody>
                    <a:bodyPr/>
                    <a:lstStyle/>
                    <a:p>
                      <a:pPr indent="0" lvl="0" marL="0" marR="0" rtl="0" algn="ctr">
                        <a:lnSpc>
                          <a:spcPct val="115000"/>
                        </a:lnSpc>
                        <a:spcBef>
                          <a:spcPts val="0"/>
                        </a:spcBef>
                        <a:spcAft>
                          <a:spcPts val="0"/>
                        </a:spcAft>
                        <a:buNone/>
                      </a:pPr>
                      <a:r>
                        <a:rPr lang="en" sz="2000">
                          <a:solidFill>
                            <a:schemeClr val="dk2"/>
                          </a:solidFill>
                          <a:latin typeface="Dosis SemiBold"/>
                          <a:ea typeface="Dosis SemiBold"/>
                          <a:cs typeface="Dosis SemiBold"/>
                          <a:sym typeface="Dosis SemiBold"/>
                        </a:rPr>
                        <a:t>DRIBBLING</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Mercury is the smallest planet</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Mars is actually a very cold place</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Saturn is a gas giant with several rings</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793375">
                <a:tc>
                  <a:txBody>
                    <a:bodyPr/>
                    <a:lstStyle/>
                    <a:p>
                      <a:pPr indent="0" lvl="0" marL="0" marR="0" rtl="0" algn="ctr">
                        <a:lnSpc>
                          <a:spcPct val="115000"/>
                        </a:lnSpc>
                        <a:spcBef>
                          <a:spcPts val="0"/>
                        </a:spcBef>
                        <a:spcAft>
                          <a:spcPts val="0"/>
                        </a:spcAft>
                        <a:buNone/>
                      </a:pPr>
                      <a:r>
                        <a:rPr lang="en" sz="2000">
                          <a:solidFill>
                            <a:schemeClr val="dk2"/>
                          </a:solidFill>
                          <a:latin typeface="Dosis SemiBold"/>
                          <a:ea typeface="Dosis SemiBold"/>
                          <a:cs typeface="Dosis SemiBold"/>
                          <a:sym typeface="Dosis SemiBold"/>
                        </a:rPr>
                        <a:t>PASSING</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Venus has a beautiful name but is hot</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Jupiter is the biggest planet of them all</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Earth is the planet where we live on</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793375">
                <a:tc>
                  <a:txBody>
                    <a:bodyPr/>
                    <a:lstStyle/>
                    <a:p>
                      <a:pPr indent="0" lvl="0" marL="0" marR="0" rtl="0" algn="ctr">
                        <a:lnSpc>
                          <a:spcPct val="115000"/>
                        </a:lnSpc>
                        <a:spcBef>
                          <a:spcPts val="0"/>
                        </a:spcBef>
                        <a:spcAft>
                          <a:spcPts val="0"/>
                        </a:spcAft>
                        <a:buNone/>
                      </a:pPr>
                      <a:r>
                        <a:rPr lang="en" sz="2000">
                          <a:solidFill>
                            <a:schemeClr val="dk2"/>
                          </a:solidFill>
                          <a:latin typeface="Dosis SemiBold"/>
                          <a:ea typeface="Dosis SemiBold"/>
                          <a:cs typeface="Dosis SemiBold"/>
                          <a:sym typeface="Dosis SemiBold"/>
                        </a:rPr>
                        <a:t>SHOOTING</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Neptune is very far from the Sun</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Ceres is located in the main asteroid belt</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Pluto is considered a dwarf planet</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5"/>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grpSp>
        <p:nvGrpSpPr>
          <p:cNvPr id="346" name="Google Shape;346;p25"/>
          <p:cNvGrpSpPr/>
          <p:nvPr/>
        </p:nvGrpSpPr>
        <p:grpSpPr>
          <a:xfrm>
            <a:off x="713225" y="2455275"/>
            <a:ext cx="1997100" cy="2054250"/>
            <a:chOff x="713225" y="2455275"/>
            <a:chExt cx="1997100" cy="2054250"/>
          </a:xfrm>
        </p:grpSpPr>
        <p:sp>
          <p:nvSpPr>
            <p:cNvPr id="347" name="Google Shape;347;p25"/>
            <p:cNvSpPr txBox="1"/>
            <p:nvPr/>
          </p:nvSpPr>
          <p:spPr>
            <a:xfrm>
              <a:off x="713225" y="3499050"/>
              <a:ext cx="1997100" cy="403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MERCURY</a:t>
              </a:r>
              <a:endParaRPr sz="2000">
                <a:solidFill>
                  <a:schemeClr val="dk2"/>
                </a:solidFill>
                <a:latin typeface="Dosis SemiBold"/>
                <a:ea typeface="Dosis SemiBold"/>
                <a:cs typeface="Dosis SemiBold"/>
                <a:sym typeface="Dosis SemiBold"/>
              </a:endParaRPr>
            </a:p>
          </p:txBody>
        </p:sp>
        <p:sp>
          <p:nvSpPr>
            <p:cNvPr id="348" name="Google Shape;348;p25"/>
            <p:cNvSpPr txBox="1"/>
            <p:nvPr/>
          </p:nvSpPr>
          <p:spPr>
            <a:xfrm>
              <a:off x="713225" y="3840225"/>
              <a:ext cx="1997100" cy="669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600">
                  <a:solidFill>
                    <a:schemeClr val="lt1"/>
                  </a:solidFill>
                  <a:latin typeface="Dosis"/>
                  <a:ea typeface="Dosis"/>
                  <a:cs typeface="Dosis"/>
                  <a:sym typeface="Dosis"/>
                </a:rPr>
                <a:t>Mercury is the smallest planet of them all</a:t>
              </a:r>
              <a:endParaRPr sz="1600">
                <a:solidFill>
                  <a:schemeClr val="lt1"/>
                </a:solidFill>
                <a:latin typeface="Dosis"/>
                <a:ea typeface="Dosis"/>
                <a:cs typeface="Dosis"/>
                <a:sym typeface="Dosis"/>
              </a:endParaRPr>
            </a:p>
          </p:txBody>
        </p:sp>
        <p:sp>
          <p:nvSpPr>
            <p:cNvPr id="349" name="Google Shape;349;p25"/>
            <p:cNvSpPr/>
            <p:nvPr/>
          </p:nvSpPr>
          <p:spPr>
            <a:xfrm>
              <a:off x="1287964" y="2859087"/>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Bevan"/>
                  <a:ea typeface="Bevan"/>
                  <a:cs typeface="Bevan"/>
                  <a:sym typeface="Bevan"/>
                </a:rPr>
                <a:t>01</a:t>
              </a:r>
              <a:endParaRPr sz="2100">
                <a:solidFill>
                  <a:schemeClr val="lt1"/>
                </a:solidFill>
                <a:latin typeface="Bevan"/>
                <a:ea typeface="Bevan"/>
                <a:cs typeface="Bevan"/>
                <a:sym typeface="Bevan"/>
              </a:endParaRPr>
            </a:p>
          </p:txBody>
        </p:sp>
        <p:sp>
          <p:nvSpPr>
            <p:cNvPr id="350" name="Google Shape;350;p25"/>
            <p:cNvSpPr txBox="1"/>
            <p:nvPr/>
          </p:nvSpPr>
          <p:spPr>
            <a:xfrm>
              <a:off x="713225" y="2455275"/>
              <a:ext cx="1997100" cy="403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STEP</a:t>
              </a:r>
              <a:endParaRPr sz="2000">
                <a:solidFill>
                  <a:schemeClr val="dk2"/>
                </a:solidFill>
                <a:latin typeface="Dosis SemiBold"/>
                <a:ea typeface="Dosis SemiBold"/>
                <a:cs typeface="Dosis SemiBold"/>
                <a:sym typeface="Dosis SemiBold"/>
              </a:endParaRPr>
            </a:p>
          </p:txBody>
        </p:sp>
      </p:grpSp>
      <p:grpSp>
        <p:nvGrpSpPr>
          <p:cNvPr id="351" name="Google Shape;351;p25"/>
          <p:cNvGrpSpPr/>
          <p:nvPr/>
        </p:nvGrpSpPr>
        <p:grpSpPr>
          <a:xfrm>
            <a:off x="3570063" y="1833562"/>
            <a:ext cx="1997100" cy="2054726"/>
            <a:chOff x="3573450" y="2455268"/>
            <a:chExt cx="1997100" cy="2054726"/>
          </a:xfrm>
        </p:grpSpPr>
        <p:sp>
          <p:nvSpPr>
            <p:cNvPr id="352" name="Google Shape;352;p25"/>
            <p:cNvSpPr txBox="1"/>
            <p:nvPr/>
          </p:nvSpPr>
          <p:spPr>
            <a:xfrm>
              <a:off x="3573450" y="3499043"/>
              <a:ext cx="1997100" cy="403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VENUS</a:t>
              </a:r>
              <a:endParaRPr sz="2000">
                <a:solidFill>
                  <a:schemeClr val="dk2"/>
                </a:solidFill>
                <a:latin typeface="Dosis SemiBold"/>
                <a:ea typeface="Dosis SemiBold"/>
                <a:cs typeface="Dosis SemiBold"/>
                <a:sym typeface="Dosis SemiBold"/>
              </a:endParaRPr>
            </a:p>
          </p:txBody>
        </p:sp>
        <p:sp>
          <p:nvSpPr>
            <p:cNvPr id="353" name="Google Shape;353;p25"/>
            <p:cNvSpPr txBox="1"/>
            <p:nvPr/>
          </p:nvSpPr>
          <p:spPr>
            <a:xfrm>
              <a:off x="3573450" y="3840694"/>
              <a:ext cx="1997100" cy="669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600">
                  <a:solidFill>
                    <a:schemeClr val="lt1"/>
                  </a:solidFill>
                  <a:latin typeface="Dosis"/>
                  <a:ea typeface="Dosis"/>
                  <a:cs typeface="Dosis"/>
                  <a:sym typeface="Dosis"/>
                </a:rPr>
                <a:t>Venus has a very beautiful name</a:t>
              </a:r>
              <a:endParaRPr sz="1600">
                <a:solidFill>
                  <a:schemeClr val="lt1"/>
                </a:solidFill>
                <a:latin typeface="Dosis"/>
                <a:ea typeface="Dosis"/>
                <a:cs typeface="Dosis"/>
                <a:sym typeface="Dosis"/>
              </a:endParaRPr>
            </a:p>
          </p:txBody>
        </p:sp>
        <p:sp>
          <p:nvSpPr>
            <p:cNvPr id="354" name="Google Shape;354;p25"/>
            <p:cNvSpPr/>
            <p:nvPr/>
          </p:nvSpPr>
          <p:spPr>
            <a:xfrm>
              <a:off x="4148176" y="2858618"/>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Bevan"/>
                  <a:ea typeface="Bevan"/>
                  <a:cs typeface="Bevan"/>
                  <a:sym typeface="Bevan"/>
                </a:rPr>
                <a:t>02</a:t>
              </a:r>
              <a:endParaRPr sz="2100">
                <a:solidFill>
                  <a:schemeClr val="lt1"/>
                </a:solidFill>
                <a:latin typeface="Bevan"/>
                <a:ea typeface="Bevan"/>
                <a:cs typeface="Bevan"/>
                <a:sym typeface="Bevan"/>
              </a:endParaRPr>
            </a:p>
          </p:txBody>
        </p:sp>
        <p:sp>
          <p:nvSpPr>
            <p:cNvPr id="355" name="Google Shape;355;p25"/>
            <p:cNvSpPr txBox="1"/>
            <p:nvPr/>
          </p:nvSpPr>
          <p:spPr>
            <a:xfrm>
              <a:off x="3573450" y="2455268"/>
              <a:ext cx="1997100" cy="403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STEP</a:t>
              </a:r>
              <a:endParaRPr sz="2000">
                <a:solidFill>
                  <a:schemeClr val="dk2"/>
                </a:solidFill>
                <a:latin typeface="Dosis SemiBold"/>
                <a:ea typeface="Dosis SemiBold"/>
                <a:cs typeface="Dosis SemiBold"/>
                <a:sym typeface="Dosis SemiBold"/>
              </a:endParaRPr>
            </a:p>
          </p:txBody>
        </p:sp>
      </p:grpSp>
      <p:grpSp>
        <p:nvGrpSpPr>
          <p:cNvPr id="356" name="Google Shape;356;p25"/>
          <p:cNvGrpSpPr/>
          <p:nvPr/>
        </p:nvGrpSpPr>
        <p:grpSpPr>
          <a:xfrm>
            <a:off x="6426900" y="1211875"/>
            <a:ext cx="1997100" cy="2054700"/>
            <a:chOff x="6426900" y="2455050"/>
            <a:chExt cx="1997100" cy="2054700"/>
          </a:xfrm>
        </p:grpSpPr>
        <p:sp>
          <p:nvSpPr>
            <p:cNvPr id="357" name="Google Shape;357;p25"/>
            <p:cNvSpPr txBox="1"/>
            <p:nvPr/>
          </p:nvSpPr>
          <p:spPr>
            <a:xfrm>
              <a:off x="6426900" y="3498825"/>
              <a:ext cx="1997100" cy="403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JUPITER</a:t>
              </a:r>
              <a:endParaRPr sz="2000">
                <a:solidFill>
                  <a:schemeClr val="dk2"/>
                </a:solidFill>
                <a:latin typeface="Dosis SemiBold"/>
                <a:ea typeface="Dosis SemiBold"/>
                <a:cs typeface="Dosis SemiBold"/>
                <a:sym typeface="Dosis SemiBold"/>
              </a:endParaRPr>
            </a:p>
          </p:txBody>
        </p:sp>
        <p:sp>
          <p:nvSpPr>
            <p:cNvPr id="358" name="Google Shape;358;p25"/>
            <p:cNvSpPr txBox="1"/>
            <p:nvPr/>
          </p:nvSpPr>
          <p:spPr>
            <a:xfrm>
              <a:off x="6426900" y="3840450"/>
              <a:ext cx="1997100" cy="669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600">
                  <a:solidFill>
                    <a:schemeClr val="lt1"/>
                  </a:solidFill>
                  <a:latin typeface="Dosis"/>
                  <a:ea typeface="Dosis"/>
                  <a:cs typeface="Dosis"/>
                  <a:sym typeface="Dosis"/>
                </a:rPr>
                <a:t>Jupiter was named after a Roman god</a:t>
              </a:r>
              <a:endParaRPr sz="1600">
                <a:solidFill>
                  <a:schemeClr val="lt1"/>
                </a:solidFill>
                <a:latin typeface="Dosis"/>
                <a:ea typeface="Dosis"/>
                <a:cs typeface="Dosis"/>
                <a:sym typeface="Dosis"/>
              </a:endParaRPr>
            </a:p>
          </p:txBody>
        </p:sp>
        <p:sp>
          <p:nvSpPr>
            <p:cNvPr id="359" name="Google Shape;359;p25"/>
            <p:cNvSpPr/>
            <p:nvPr/>
          </p:nvSpPr>
          <p:spPr>
            <a:xfrm>
              <a:off x="7008389" y="2858862"/>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Bevan"/>
                  <a:ea typeface="Bevan"/>
                  <a:cs typeface="Bevan"/>
                  <a:sym typeface="Bevan"/>
                </a:rPr>
                <a:t>03</a:t>
              </a:r>
              <a:endParaRPr sz="2100">
                <a:solidFill>
                  <a:schemeClr val="lt1"/>
                </a:solidFill>
                <a:latin typeface="Bevan"/>
                <a:ea typeface="Bevan"/>
                <a:cs typeface="Bevan"/>
                <a:sym typeface="Bevan"/>
              </a:endParaRPr>
            </a:p>
          </p:txBody>
        </p:sp>
        <p:sp>
          <p:nvSpPr>
            <p:cNvPr id="360" name="Google Shape;360;p25"/>
            <p:cNvSpPr txBox="1"/>
            <p:nvPr/>
          </p:nvSpPr>
          <p:spPr>
            <a:xfrm>
              <a:off x="6426900" y="2455050"/>
              <a:ext cx="1997100" cy="403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STEP</a:t>
              </a:r>
              <a:endParaRPr sz="2000">
                <a:solidFill>
                  <a:schemeClr val="dk2"/>
                </a:solidFill>
                <a:latin typeface="Dosis SemiBold"/>
                <a:ea typeface="Dosis SemiBold"/>
                <a:cs typeface="Dosis SemiBold"/>
                <a:sym typeface="Dosis SemiBold"/>
              </a:endParaRPr>
            </a:p>
          </p:txBody>
        </p:sp>
      </p:grpSp>
      <p:cxnSp>
        <p:nvCxnSpPr>
          <p:cNvPr id="361" name="Google Shape;361;p25"/>
          <p:cNvCxnSpPr>
            <a:stCxn id="350" idx="3"/>
            <a:endCxn id="355" idx="1"/>
          </p:cNvCxnSpPr>
          <p:nvPr/>
        </p:nvCxnSpPr>
        <p:spPr>
          <a:xfrm flipH="1" rot="10800000">
            <a:off x="2710325" y="2035575"/>
            <a:ext cx="859800" cy="621600"/>
          </a:xfrm>
          <a:prstGeom prst="bentConnector3">
            <a:avLst>
              <a:gd fmla="val 49996" name="adj1"/>
            </a:avLst>
          </a:prstGeom>
          <a:noFill/>
          <a:ln cap="flat" cmpd="sng" w="28575">
            <a:solidFill>
              <a:schemeClr val="lt1"/>
            </a:solidFill>
            <a:prstDash val="solid"/>
            <a:round/>
            <a:headEnd len="med" w="med" type="none"/>
            <a:tailEnd len="med" w="med" type="none"/>
          </a:ln>
        </p:spPr>
      </p:cxnSp>
      <p:cxnSp>
        <p:nvCxnSpPr>
          <p:cNvPr id="362" name="Google Shape;362;p25"/>
          <p:cNvCxnSpPr>
            <a:stCxn id="355" idx="3"/>
            <a:endCxn id="360" idx="1"/>
          </p:cNvCxnSpPr>
          <p:nvPr/>
        </p:nvCxnSpPr>
        <p:spPr>
          <a:xfrm flipH="1" rot="10800000">
            <a:off x="5567163" y="1413862"/>
            <a:ext cx="859800" cy="621600"/>
          </a:xfrm>
          <a:prstGeom prst="bentConnector3">
            <a:avLst>
              <a:gd fmla="val 49996" name="adj1"/>
            </a:avLst>
          </a:prstGeom>
          <a:noFill/>
          <a:ln cap="flat" cmpd="sng" w="28575">
            <a:solidFill>
              <a:schemeClr val="lt1"/>
            </a:solidFill>
            <a:prstDash val="solid"/>
            <a:round/>
            <a:headEnd len="med" w="med" type="none"/>
            <a:tailEnd len="med" w="med" type="none"/>
          </a:ln>
        </p:spPr>
      </p:cxnSp>
      <p:grpSp>
        <p:nvGrpSpPr>
          <p:cNvPr id="363" name="Google Shape;363;p25"/>
          <p:cNvGrpSpPr/>
          <p:nvPr/>
        </p:nvGrpSpPr>
        <p:grpSpPr>
          <a:xfrm>
            <a:off x="5623615" y="2962457"/>
            <a:ext cx="746833" cy="1546983"/>
            <a:chOff x="1069475" y="1240800"/>
            <a:chExt cx="1621434" cy="3358626"/>
          </a:xfrm>
        </p:grpSpPr>
        <p:sp>
          <p:nvSpPr>
            <p:cNvPr id="364" name="Google Shape;364;p25"/>
            <p:cNvSpPr/>
            <p:nvPr/>
          </p:nvSpPr>
          <p:spPr>
            <a:xfrm>
              <a:off x="1112538" y="1240800"/>
              <a:ext cx="1578371" cy="3358626"/>
            </a:xfrm>
            <a:custGeom>
              <a:rect b="b" l="l" r="r" t="t"/>
              <a:pathLst>
                <a:path extrusionOk="0" h="8601" w="4042">
                  <a:moveTo>
                    <a:pt x="1338" y="2536"/>
                  </a:moveTo>
                  <a:cubicBezTo>
                    <a:pt x="1340" y="2566"/>
                    <a:pt x="1472" y="2688"/>
                    <a:pt x="1482" y="2698"/>
                  </a:cubicBezTo>
                  <a:cubicBezTo>
                    <a:pt x="1494" y="2710"/>
                    <a:pt x="1507" y="2742"/>
                    <a:pt x="1504" y="2796"/>
                  </a:cubicBezTo>
                  <a:cubicBezTo>
                    <a:pt x="1501" y="2850"/>
                    <a:pt x="1542" y="2957"/>
                    <a:pt x="1574" y="2990"/>
                  </a:cubicBezTo>
                  <a:cubicBezTo>
                    <a:pt x="1608" y="3023"/>
                    <a:pt x="1610" y="3151"/>
                    <a:pt x="1608" y="3185"/>
                  </a:cubicBezTo>
                  <a:cubicBezTo>
                    <a:pt x="1605" y="3217"/>
                    <a:pt x="1529" y="3230"/>
                    <a:pt x="1481" y="3249"/>
                  </a:cubicBezTo>
                  <a:cubicBezTo>
                    <a:pt x="1433" y="3268"/>
                    <a:pt x="1345" y="3341"/>
                    <a:pt x="1305" y="3362"/>
                  </a:cubicBezTo>
                  <a:cubicBezTo>
                    <a:pt x="1265" y="3383"/>
                    <a:pt x="1181" y="3389"/>
                    <a:pt x="1181" y="3389"/>
                  </a:cubicBezTo>
                  <a:cubicBezTo>
                    <a:pt x="1181" y="3389"/>
                    <a:pt x="1168" y="3335"/>
                    <a:pt x="1160" y="3262"/>
                  </a:cubicBezTo>
                  <a:cubicBezTo>
                    <a:pt x="1152" y="3189"/>
                    <a:pt x="1047" y="3024"/>
                    <a:pt x="1069" y="3024"/>
                  </a:cubicBezTo>
                  <a:cubicBezTo>
                    <a:pt x="1089" y="3024"/>
                    <a:pt x="1092" y="2920"/>
                    <a:pt x="1101" y="2879"/>
                  </a:cubicBezTo>
                  <a:cubicBezTo>
                    <a:pt x="1108" y="2838"/>
                    <a:pt x="1153" y="2758"/>
                    <a:pt x="1198" y="2720"/>
                  </a:cubicBezTo>
                  <a:cubicBezTo>
                    <a:pt x="1240" y="2682"/>
                    <a:pt x="1338" y="2536"/>
                    <a:pt x="1338" y="2536"/>
                  </a:cubicBezTo>
                  <a:close/>
                  <a:moveTo>
                    <a:pt x="978" y="1"/>
                  </a:moveTo>
                  <a:cubicBezTo>
                    <a:pt x="943" y="1"/>
                    <a:pt x="902" y="5"/>
                    <a:pt x="853" y="14"/>
                  </a:cubicBezTo>
                  <a:cubicBezTo>
                    <a:pt x="608" y="57"/>
                    <a:pt x="314" y="322"/>
                    <a:pt x="305" y="475"/>
                  </a:cubicBezTo>
                  <a:cubicBezTo>
                    <a:pt x="298" y="630"/>
                    <a:pt x="346" y="653"/>
                    <a:pt x="343" y="679"/>
                  </a:cubicBezTo>
                  <a:cubicBezTo>
                    <a:pt x="340" y="707"/>
                    <a:pt x="330" y="841"/>
                    <a:pt x="359" y="874"/>
                  </a:cubicBezTo>
                  <a:cubicBezTo>
                    <a:pt x="388" y="906"/>
                    <a:pt x="394" y="944"/>
                    <a:pt x="394" y="971"/>
                  </a:cubicBezTo>
                  <a:cubicBezTo>
                    <a:pt x="394" y="998"/>
                    <a:pt x="416" y="1113"/>
                    <a:pt x="442" y="1148"/>
                  </a:cubicBezTo>
                  <a:cubicBezTo>
                    <a:pt x="470" y="1185"/>
                    <a:pt x="540" y="1345"/>
                    <a:pt x="578" y="1408"/>
                  </a:cubicBezTo>
                  <a:cubicBezTo>
                    <a:pt x="616" y="1470"/>
                    <a:pt x="646" y="1524"/>
                    <a:pt x="653" y="1543"/>
                  </a:cubicBezTo>
                  <a:cubicBezTo>
                    <a:pt x="661" y="1562"/>
                    <a:pt x="694" y="1607"/>
                    <a:pt x="758" y="1610"/>
                  </a:cubicBezTo>
                  <a:cubicBezTo>
                    <a:pt x="771" y="1611"/>
                    <a:pt x="782" y="1611"/>
                    <a:pt x="792" y="1611"/>
                  </a:cubicBezTo>
                  <a:cubicBezTo>
                    <a:pt x="836" y="1611"/>
                    <a:pt x="862" y="1607"/>
                    <a:pt x="879" y="1604"/>
                  </a:cubicBezTo>
                  <a:cubicBezTo>
                    <a:pt x="880" y="1604"/>
                    <a:pt x="881" y="1604"/>
                    <a:pt x="882" y="1604"/>
                  </a:cubicBezTo>
                  <a:cubicBezTo>
                    <a:pt x="904" y="1604"/>
                    <a:pt x="937" y="1633"/>
                    <a:pt x="952" y="1664"/>
                  </a:cubicBezTo>
                  <a:cubicBezTo>
                    <a:pt x="968" y="1696"/>
                    <a:pt x="1006" y="1737"/>
                    <a:pt x="1018" y="1796"/>
                  </a:cubicBezTo>
                  <a:cubicBezTo>
                    <a:pt x="1028" y="1855"/>
                    <a:pt x="1037" y="1974"/>
                    <a:pt x="1069" y="2041"/>
                  </a:cubicBezTo>
                  <a:cubicBezTo>
                    <a:pt x="1101" y="2108"/>
                    <a:pt x="1146" y="2172"/>
                    <a:pt x="1138" y="2210"/>
                  </a:cubicBezTo>
                  <a:cubicBezTo>
                    <a:pt x="1130" y="2248"/>
                    <a:pt x="1006" y="2453"/>
                    <a:pt x="965" y="2516"/>
                  </a:cubicBezTo>
                  <a:cubicBezTo>
                    <a:pt x="926" y="2577"/>
                    <a:pt x="857" y="2675"/>
                    <a:pt x="853" y="2698"/>
                  </a:cubicBezTo>
                  <a:cubicBezTo>
                    <a:pt x="847" y="2723"/>
                    <a:pt x="782" y="2739"/>
                    <a:pt x="768" y="2739"/>
                  </a:cubicBezTo>
                  <a:cubicBezTo>
                    <a:pt x="755" y="2739"/>
                    <a:pt x="691" y="2771"/>
                    <a:pt x="661" y="2771"/>
                  </a:cubicBezTo>
                  <a:cubicBezTo>
                    <a:pt x="632" y="2771"/>
                    <a:pt x="429" y="2823"/>
                    <a:pt x="413" y="2850"/>
                  </a:cubicBezTo>
                  <a:cubicBezTo>
                    <a:pt x="397" y="2876"/>
                    <a:pt x="362" y="2895"/>
                    <a:pt x="355" y="2895"/>
                  </a:cubicBezTo>
                  <a:cubicBezTo>
                    <a:pt x="352" y="2895"/>
                    <a:pt x="346" y="2894"/>
                    <a:pt x="340" y="2894"/>
                  </a:cubicBezTo>
                  <a:cubicBezTo>
                    <a:pt x="330" y="2894"/>
                    <a:pt x="318" y="2896"/>
                    <a:pt x="318" y="2906"/>
                  </a:cubicBezTo>
                  <a:cubicBezTo>
                    <a:pt x="318" y="2923"/>
                    <a:pt x="299" y="2947"/>
                    <a:pt x="299" y="2947"/>
                  </a:cubicBezTo>
                  <a:cubicBezTo>
                    <a:pt x="299" y="2947"/>
                    <a:pt x="33" y="3097"/>
                    <a:pt x="17" y="3364"/>
                  </a:cubicBezTo>
                  <a:cubicBezTo>
                    <a:pt x="1" y="3632"/>
                    <a:pt x="106" y="3855"/>
                    <a:pt x="298" y="3960"/>
                  </a:cubicBezTo>
                  <a:cubicBezTo>
                    <a:pt x="399" y="4015"/>
                    <a:pt x="526" y="4057"/>
                    <a:pt x="648" y="4057"/>
                  </a:cubicBezTo>
                  <a:cubicBezTo>
                    <a:pt x="755" y="4057"/>
                    <a:pt x="859" y="4025"/>
                    <a:pt x="939" y="3941"/>
                  </a:cubicBezTo>
                  <a:cubicBezTo>
                    <a:pt x="1108" y="3763"/>
                    <a:pt x="1106" y="3731"/>
                    <a:pt x="1133" y="3719"/>
                  </a:cubicBezTo>
                  <a:cubicBezTo>
                    <a:pt x="1140" y="3717"/>
                    <a:pt x="1151" y="3716"/>
                    <a:pt x="1166" y="3716"/>
                  </a:cubicBezTo>
                  <a:cubicBezTo>
                    <a:pt x="1206" y="3716"/>
                    <a:pt x="1267" y="3725"/>
                    <a:pt x="1303" y="3731"/>
                  </a:cubicBezTo>
                  <a:cubicBezTo>
                    <a:pt x="1335" y="3736"/>
                    <a:pt x="1447" y="3745"/>
                    <a:pt x="1533" y="3745"/>
                  </a:cubicBezTo>
                  <a:cubicBezTo>
                    <a:pt x="1575" y="3745"/>
                    <a:pt x="1610" y="3743"/>
                    <a:pt x="1626" y="3737"/>
                  </a:cubicBezTo>
                  <a:cubicBezTo>
                    <a:pt x="1645" y="3730"/>
                    <a:pt x="1656" y="3726"/>
                    <a:pt x="1663" y="3726"/>
                  </a:cubicBezTo>
                  <a:cubicBezTo>
                    <a:pt x="1674" y="3726"/>
                    <a:pt x="1673" y="3736"/>
                    <a:pt x="1672" y="3757"/>
                  </a:cubicBezTo>
                  <a:cubicBezTo>
                    <a:pt x="1669" y="3792"/>
                    <a:pt x="1672" y="3804"/>
                    <a:pt x="1686" y="3804"/>
                  </a:cubicBezTo>
                  <a:cubicBezTo>
                    <a:pt x="1698" y="3804"/>
                    <a:pt x="1710" y="3810"/>
                    <a:pt x="1710" y="3810"/>
                  </a:cubicBezTo>
                  <a:cubicBezTo>
                    <a:pt x="1710" y="3810"/>
                    <a:pt x="1466" y="3992"/>
                    <a:pt x="1376" y="4197"/>
                  </a:cubicBezTo>
                  <a:cubicBezTo>
                    <a:pt x="1284" y="4403"/>
                    <a:pt x="1187" y="4574"/>
                    <a:pt x="1173" y="4599"/>
                  </a:cubicBezTo>
                  <a:cubicBezTo>
                    <a:pt x="1160" y="4622"/>
                    <a:pt x="1130" y="4729"/>
                    <a:pt x="1108" y="4765"/>
                  </a:cubicBezTo>
                  <a:cubicBezTo>
                    <a:pt x="1088" y="4803"/>
                    <a:pt x="955" y="4982"/>
                    <a:pt x="975" y="5065"/>
                  </a:cubicBezTo>
                  <a:cubicBezTo>
                    <a:pt x="997" y="5148"/>
                    <a:pt x="1088" y="5349"/>
                    <a:pt x="1122" y="5396"/>
                  </a:cubicBezTo>
                  <a:cubicBezTo>
                    <a:pt x="1157" y="5443"/>
                    <a:pt x="1187" y="5536"/>
                    <a:pt x="1210" y="5569"/>
                  </a:cubicBezTo>
                  <a:cubicBezTo>
                    <a:pt x="1236" y="5601"/>
                    <a:pt x="1407" y="5909"/>
                    <a:pt x="1443" y="5960"/>
                  </a:cubicBezTo>
                  <a:cubicBezTo>
                    <a:pt x="1478" y="6011"/>
                    <a:pt x="1465" y="6024"/>
                    <a:pt x="1478" y="6051"/>
                  </a:cubicBezTo>
                  <a:cubicBezTo>
                    <a:pt x="1491" y="6078"/>
                    <a:pt x="1535" y="6116"/>
                    <a:pt x="1555" y="6129"/>
                  </a:cubicBezTo>
                  <a:cubicBezTo>
                    <a:pt x="1577" y="6143"/>
                    <a:pt x="1602" y="6167"/>
                    <a:pt x="1605" y="6183"/>
                  </a:cubicBezTo>
                  <a:cubicBezTo>
                    <a:pt x="1608" y="6200"/>
                    <a:pt x="1715" y="6362"/>
                    <a:pt x="1726" y="6410"/>
                  </a:cubicBezTo>
                  <a:cubicBezTo>
                    <a:pt x="1736" y="6458"/>
                    <a:pt x="1779" y="6547"/>
                    <a:pt x="1782" y="6556"/>
                  </a:cubicBezTo>
                  <a:cubicBezTo>
                    <a:pt x="1785" y="6563"/>
                    <a:pt x="1809" y="6620"/>
                    <a:pt x="1817" y="6633"/>
                  </a:cubicBezTo>
                  <a:cubicBezTo>
                    <a:pt x="1826" y="6646"/>
                    <a:pt x="1798" y="6730"/>
                    <a:pt x="1777" y="6741"/>
                  </a:cubicBezTo>
                  <a:cubicBezTo>
                    <a:pt x="1755" y="6752"/>
                    <a:pt x="1418" y="6905"/>
                    <a:pt x="1370" y="6959"/>
                  </a:cubicBezTo>
                  <a:cubicBezTo>
                    <a:pt x="1322" y="7013"/>
                    <a:pt x="1198" y="7083"/>
                    <a:pt x="1168" y="7111"/>
                  </a:cubicBezTo>
                  <a:cubicBezTo>
                    <a:pt x="1138" y="7137"/>
                    <a:pt x="1066" y="7215"/>
                    <a:pt x="1108" y="7277"/>
                  </a:cubicBezTo>
                  <a:cubicBezTo>
                    <a:pt x="1144" y="7328"/>
                    <a:pt x="1327" y="7382"/>
                    <a:pt x="1452" y="7382"/>
                  </a:cubicBezTo>
                  <a:cubicBezTo>
                    <a:pt x="1479" y="7382"/>
                    <a:pt x="1504" y="7380"/>
                    <a:pt x="1523" y="7374"/>
                  </a:cubicBezTo>
                  <a:cubicBezTo>
                    <a:pt x="1634" y="7342"/>
                    <a:pt x="1747" y="7277"/>
                    <a:pt x="1791" y="7247"/>
                  </a:cubicBezTo>
                  <a:cubicBezTo>
                    <a:pt x="1833" y="7218"/>
                    <a:pt x="1944" y="7172"/>
                    <a:pt x="2001" y="7169"/>
                  </a:cubicBezTo>
                  <a:cubicBezTo>
                    <a:pt x="2058" y="7167"/>
                    <a:pt x="2416" y="7108"/>
                    <a:pt x="2435" y="7038"/>
                  </a:cubicBezTo>
                  <a:cubicBezTo>
                    <a:pt x="2454" y="6968"/>
                    <a:pt x="2423" y="6784"/>
                    <a:pt x="2420" y="6755"/>
                  </a:cubicBezTo>
                  <a:cubicBezTo>
                    <a:pt x="2419" y="6724"/>
                    <a:pt x="2410" y="6717"/>
                    <a:pt x="2410" y="6717"/>
                  </a:cubicBezTo>
                  <a:cubicBezTo>
                    <a:pt x="2410" y="6717"/>
                    <a:pt x="2364" y="6633"/>
                    <a:pt x="2346" y="6620"/>
                  </a:cubicBezTo>
                  <a:cubicBezTo>
                    <a:pt x="2326" y="6606"/>
                    <a:pt x="2302" y="6579"/>
                    <a:pt x="2299" y="6556"/>
                  </a:cubicBezTo>
                  <a:cubicBezTo>
                    <a:pt x="2298" y="6531"/>
                    <a:pt x="2298" y="6525"/>
                    <a:pt x="2286" y="6525"/>
                  </a:cubicBezTo>
                  <a:cubicBezTo>
                    <a:pt x="2276" y="6525"/>
                    <a:pt x="2246" y="6378"/>
                    <a:pt x="2219" y="6309"/>
                  </a:cubicBezTo>
                  <a:cubicBezTo>
                    <a:pt x="2192" y="6242"/>
                    <a:pt x="2103" y="6008"/>
                    <a:pt x="2098" y="5957"/>
                  </a:cubicBezTo>
                  <a:cubicBezTo>
                    <a:pt x="2093" y="5906"/>
                    <a:pt x="2084" y="5814"/>
                    <a:pt x="2074" y="5808"/>
                  </a:cubicBezTo>
                  <a:cubicBezTo>
                    <a:pt x="2068" y="5805"/>
                    <a:pt x="2061" y="5805"/>
                    <a:pt x="2055" y="5805"/>
                  </a:cubicBezTo>
                  <a:cubicBezTo>
                    <a:pt x="2050" y="5805"/>
                    <a:pt x="2046" y="5805"/>
                    <a:pt x="2046" y="5805"/>
                  </a:cubicBezTo>
                  <a:cubicBezTo>
                    <a:pt x="2046" y="5805"/>
                    <a:pt x="1976" y="5584"/>
                    <a:pt x="1902" y="5466"/>
                  </a:cubicBezTo>
                  <a:cubicBezTo>
                    <a:pt x="1826" y="5348"/>
                    <a:pt x="1723" y="5212"/>
                    <a:pt x="1702" y="5191"/>
                  </a:cubicBezTo>
                  <a:cubicBezTo>
                    <a:pt x="1680" y="5170"/>
                    <a:pt x="1710" y="5110"/>
                    <a:pt x="1739" y="5073"/>
                  </a:cubicBezTo>
                  <a:cubicBezTo>
                    <a:pt x="1769" y="5035"/>
                    <a:pt x="1947" y="4851"/>
                    <a:pt x="2001" y="4819"/>
                  </a:cubicBezTo>
                  <a:cubicBezTo>
                    <a:pt x="2055" y="4787"/>
                    <a:pt x="2318" y="4612"/>
                    <a:pt x="2397" y="4548"/>
                  </a:cubicBezTo>
                  <a:cubicBezTo>
                    <a:pt x="2476" y="4483"/>
                    <a:pt x="2629" y="4347"/>
                    <a:pt x="2651" y="4321"/>
                  </a:cubicBezTo>
                  <a:cubicBezTo>
                    <a:pt x="2657" y="4312"/>
                    <a:pt x="2662" y="4309"/>
                    <a:pt x="2666" y="4309"/>
                  </a:cubicBezTo>
                  <a:cubicBezTo>
                    <a:pt x="2674" y="4309"/>
                    <a:pt x="2677" y="4324"/>
                    <a:pt x="2688" y="4324"/>
                  </a:cubicBezTo>
                  <a:cubicBezTo>
                    <a:pt x="2704" y="4324"/>
                    <a:pt x="2683" y="4467"/>
                    <a:pt x="2683" y="4555"/>
                  </a:cubicBezTo>
                  <a:cubicBezTo>
                    <a:pt x="2683" y="4644"/>
                    <a:pt x="2639" y="4971"/>
                    <a:pt x="2620" y="5029"/>
                  </a:cubicBezTo>
                  <a:cubicBezTo>
                    <a:pt x="2601" y="5089"/>
                    <a:pt x="2556" y="5319"/>
                    <a:pt x="2578" y="5441"/>
                  </a:cubicBezTo>
                  <a:cubicBezTo>
                    <a:pt x="2600" y="5565"/>
                    <a:pt x="2658" y="5679"/>
                    <a:pt x="2729" y="5769"/>
                  </a:cubicBezTo>
                  <a:cubicBezTo>
                    <a:pt x="2798" y="5856"/>
                    <a:pt x="2939" y="6102"/>
                    <a:pt x="2961" y="6159"/>
                  </a:cubicBezTo>
                  <a:cubicBezTo>
                    <a:pt x="2983" y="6216"/>
                    <a:pt x="3120" y="6484"/>
                    <a:pt x="3179" y="6614"/>
                  </a:cubicBezTo>
                  <a:cubicBezTo>
                    <a:pt x="3238" y="6743"/>
                    <a:pt x="3265" y="6847"/>
                    <a:pt x="3262" y="6866"/>
                  </a:cubicBezTo>
                  <a:cubicBezTo>
                    <a:pt x="3259" y="6885"/>
                    <a:pt x="3248" y="6956"/>
                    <a:pt x="3259" y="7000"/>
                  </a:cubicBezTo>
                  <a:cubicBezTo>
                    <a:pt x="3270" y="7044"/>
                    <a:pt x="3310" y="7112"/>
                    <a:pt x="3342" y="7156"/>
                  </a:cubicBezTo>
                  <a:cubicBezTo>
                    <a:pt x="3376" y="7199"/>
                    <a:pt x="3386" y="7345"/>
                    <a:pt x="3395" y="7396"/>
                  </a:cubicBezTo>
                  <a:cubicBezTo>
                    <a:pt x="3402" y="7447"/>
                    <a:pt x="3386" y="7527"/>
                    <a:pt x="3405" y="7546"/>
                  </a:cubicBezTo>
                  <a:cubicBezTo>
                    <a:pt x="3424" y="7565"/>
                    <a:pt x="3424" y="7574"/>
                    <a:pt x="3424" y="7606"/>
                  </a:cubicBezTo>
                  <a:cubicBezTo>
                    <a:pt x="3424" y="7638"/>
                    <a:pt x="3424" y="7712"/>
                    <a:pt x="3395" y="7824"/>
                  </a:cubicBezTo>
                  <a:cubicBezTo>
                    <a:pt x="3364" y="7938"/>
                    <a:pt x="3236" y="8237"/>
                    <a:pt x="3216" y="8296"/>
                  </a:cubicBezTo>
                  <a:cubicBezTo>
                    <a:pt x="3198" y="8356"/>
                    <a:pt x="3163" y="8379"/>
                    <a:pt x="3160" y="8445"/>
                  </a:cubicBezTo>
                  <a:cubicBezTo>
                    <a:pt x="3157" y="8509"/>
                    <a:pt x="3160" y="8574"/>
                    <a:pt x="3338" y="8595"/>
                  </a:cubicBezTo>
                  <a:cubicBezTo>
                    <a:pt x="3368" y="8599"/>
                    <a:pt x="3403" y="8601"/>
                    <a:pt x="3440" y="8601"/>
                  </a:cubicBezTo>
                  <a:cubicBezTo>
                    <a:pt x="3620" y="8601"/>
                    <a:pt x="3853" y="8555"/>
                    <a:pt x="3877" y="8455"/>
                  </a:cubicBezTo>
                  <a:cubicBezTo>
                    <a:pt x="3906" y="8333"/>
                    <a:pt x="3950" y="8126"/>
                    <a:pt x="3972" y="8056"/>
                  </a:cubicBezTo>
                  <a:cubicBezTo>
                    <a:pt x="3992" y="7986"/>
                    <a:pt x="4042" y="7833"/>
                    <a:pt x="4039" y="7778"/>
                  </a:cubicBezTo>
                  <a:cubicBezTo>
                    <a:pt x="4034" y="7725"/>
                    <a:pt x="3985" y="7585"/>
                    <a:pt x="3967" y="7585"/>
                  </a:cubicBezTo>
                  <a:cubicBezTo>
                    <a:pt x="3951" y="7585"/>
                    <a:pt x="3960" y="7582"/>
                    <a:pt x="3960" y="7582"/>
                  </a:cubicBezTo>
                  <a:cubicBezTo>
                    <a:pt x="3960" y="7582"/>
                    <a:pt x="3879" y="7424"/>
                    <a:pt x="3874" y="7370"/>
                  </a:cubicBezTo>
                  <a:cubicBezTo>
                    <a:pt x="3868" y="7316"/>
                    <a:pt x="3809" y="6926"/>
                    <a:pt x="3809" y="6872"/>
                  </a:cubicBezTo>
                  <a:cubicBezTo>
                    <a:pt x="3809" y="6816"/>
                    <a:pt x="3830" y="6742"/>
                    <a:pt x="3804" y="6726"/>
                  </a:cubicBezTo>
                  <a:cubicBezTo>
                    <a:pt x="3777" y="6710"/>
                    <a:pt x="3774" y="6679"/>
                    <a:pt x="3774" y="6647"/>
                  </a:cubicBezTo>
                  <a:cubicBezTo>
                    <a:pt x="3774" y="6615"/>
                    <a:pt x="3758" y="6213"/>
                    <a:pt x="3621" y="5998"/>
                  </a:cubicBezTo>
                  <a:cubicBezTo>
                    <a:pt x="3482" y="5782"/>
                    <a:pt x="3312" y="5632"/>
                    <a:pt x="3302" y="5585"/>
                  </a:cubicBezTo>
                  <a:cubicBezTo>
                    <a:pt x="3291" y="5540"/>
                    <a:pt x="3267" y="5332"/>
                    <a:pt x="3319" y="5212"/>
                  </a:cubicBezTo>
                  <a:cubicBezTo>
                    <a:pt x="3369" y="5094"/>
                    <a:pt x="3472" y="4764"/>
                    <a:pt x="3497" y="4631"/>
                  </a:cubicBezTo>
                  <a:cubicBezTo>
                    <a:pt x="3520" y="4499"/>
                    <a:pt x="3577" y="4356"/>
                    <a:pt x="3577" y="4356"/>
                  </a:cubicBezTo>
                  <a:cubicBezTo>
                    <a:pt x="3577" y="4356"/>
                    <a:pt x="3648" y="4327"/>
                    <a:pt x="3648" y="4254"/>
                  </a:cubicBezTo>
                  <a:cubicBezTo>
                    <a:pt x="3648" y="4181"/>
                    <a:pt x="3618" y="4085"/>
                    <a:pt x="3644" y="4011"/>
                  </a:cubicBezTo>
                  <a:cubicBezTo>
                    <a:pt x="3672" y="3938"/>
                    <a:pt x="3771" y="3684"/>
                    <a:pt x="3742" y="3598"/>
                  </a:cubicBezTo>
                  <a:cubicBezTo>
                    <a:pt x="3712" y="3512"/>
                    <a:pt x="3734" y="3258"/>
                    <a:pt x="3659" y="3157"/>
                  </a:cubicBezTo>
                  <a:cubicBezTo>
                    <a:pt x="3583" y="3057"/>
                    <a:pt x="3497" y="3030"/>
                    <a:pt x="3466" y="2990"/>
                  </a:cubicBezTo>
                  <a:cubicBezTo>
                    <a:pt x="3437" y="2950"/>
                    <a:pt x="3402" y="2839"/>
                    <a:pt x="3361" y="2826"/>
                  </a:cubicBezTo>
                  <a:cubicBezTo>
                    <a:pt x="3321" y="2812"/>
                    <a:pt x="3257" y="2672"/>
                    <a:pt x="3222" y="2649"/>
                  </a:cubicBezTo>
                  <a:cubicBezTo>
                    <a:pt x="3187" y="2622"/>
                    <a:pt x="3181" y="2586"/>
                    <a:pt x="3172" y="2555"/>
                  </a:cubicBezTo>
                  <a:cubicBezTo>
                    <a:pt x="3165" y="2526"/>
                    <a:pt x="2793" y="1923"/>
                    <a:pt x="2741" y="1861"/>
                  </a:cubicBezTo>
                  <a:cubicBezTo>
                    <a:pt x="2691" y="1798"/>
                    <a:pt x="2544" y="1613"/>
                    <a:pt x="2525" y="1582"/>
                  </a:cubicBezTo>
                  <a:cubicBezTo>
                    <a:pt x="2506" y="1553"/>
                    <a:pt x="2473" y="1338"/>
                    <a:pt x="2343" y="1274"/>
                  </a:cubicBezTo>
                  <a:cubicBezTo>
                    <a:pt x="2214" y="1209"/>
                    <a:pt x="2120" y="1205"/>
                    <a:pt x="1994" y="1154"/>
                  </a:cubicBezTo>
                  <a:cubicBezTo>
                    <a:pt x="1909" y="1121"/>
                    <a:pt x="1753" y="1105"/>
                    <a:pt x="1740" y="1086"/>
                  </a:cubicBezTo>
                  <a:cubicBezTo>
                    <a:pt x="1726" y="1067"/>
                    <a:pt x="1561" y="995"/>
                    <a:pt x="1519" y="995"/>
                  </a:cubicBezTo>
                  <a:cubicBezTo>
                    <a:pt x="1475" y="995"/>
                    <a:pt x="1414" y="960"/>
                    <a:pt x="1398" y="941"/>
                  </a:cubicBezTo>
                  <a:cubicBezTo>
                    <a:pt x="1380" y="922"/>
                    <a:pt x="1417" y="886"/>
                    <a:pt x="1409" y="826"/>
                  </a:cubicBezTo>
                  <a:cubicBezTo>
                    <a:pt x="1405" y="767"/>
                    <a:pt x="1402" y="688"/>
                    <a:pt x="1399" y="649"/>
                  </a:cubicBezTo>
                  <a:cubicBezTo>
                    <a:pt x="1398" y="606"/>
                    <a:pt x="1398" y="282"/>
                    <a:pt x="1268" y="161"/>
                  </a:cubicBezTo>
                  <a:cubicBezTo>
                    <a:pt x="1165" y="64"/>
                    <a:pt x="1118" y="1"/>
                    <a:pt x="97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5"/>
            <p:cNvSpPr/>
            <p:nvPr/>
          </p:nvSpPr>
          <p:spPr>
            <a:xfrm>
              <a:off x="1069475" y="2332650"/>
              <a:ext cx="521400" cy="5214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6" name="Google Shape;366;p25"/>
          <p:cNvGrpSpPr/>
          <p:nvPr/>
        </p:nvGrpSpPr>
        <p:grpSpPr>
          <a:xfrm flipH="1">
            <a:off x="2766778" y="2962457"/>
            <a:ext cx="746833" cy="1546983"/>
            <a:chOff x="1069475" y="1240800"/>
            <a:chExt cx="1621434" cy="3358626"/>
          </a:xfrm>
        </p:grpSpPr>
        <p:sp>
          <p:nvSpPr>
            <p:cNvPr id="367" name="Google Shape;367;p25"/>
            <p:cNvSpPr/>
            <p:nvPr/>
          </p:nvSpPr>
          <p:spPr>
            <a:xfrm>
              <a:off x="1112538" y="1240800"/>
              <a:ext cx="1578371" cy="3358626"/>
            </a:xfrm>
            <a:custGeom>
              <a:rect b="b" l="l" r="r" t="t"/>
              <a:pathLst>
                <a:path extrusionOk="0" h="8601" w="4042">
                  <a:moveTo>
                    <a:pt x="1338" y="2536"/>
                  </a:moveTo>
                  <a:cubicBezTo>
                    <a:pt x="1340" y="2566"/>
                    <a:pt x="1472" y="2688"/>
                    <a:pt x="1482" y="2698"/>
                  </a:cubicBezTo>
                  <a:cubicBezTo>
                    <a:pt x="1494" y="2710"/>
                    <a:pt x="1507" y="2742"/>
                    <a:pt x="1504" y="2796"/>
                  </a:cubicBezTo>
                  <a:cubicBezTo>
                    <a:pt x="1501" y="2850"/>
                    <a:pt x="1542" y="2957"/>
                    <a:pt x="1574" y="2990"/>
                  </a:cubicBezTo>
                  <a:cubicBezTo>
                    <a:pt x="1608" y="3023"/>
                    <a:pt x="1610" y="3151"/>
                    <a:pt x="1608" y="3185"/>
                  </a:cubicBezTo>
                  <a:cubicBezTo>
                    <a:pt x="1605" y="3217"/>
                    <a:pt x="1529" y="3230"/>
                    <a:pt x="1481" y="3249"/>
                  </a:cubicBezTo>
                  <a:cubicBezTo>
                    <a:pt x="1433" y="3268"/>
                    <a:pt x="1345" y="3341"/>
                    <a:pt x="1305" y="3362"/>
                  </a:cubicBezTo>
                  <a:cubicBezTo>
                    <a:pt x="1265" y="3383"/>
                    <a:pt x="1181" y="3389"/>
                    <a:pt x="1181" y="3389"/>
                  </a:cubicBezTo>
                  <a:cubicBezTo>
                    <a:pt x="1181" y="3389"/>
                    <a:pt x="1168" y="3335"/>
                    <a:pt x="1160" y="3262"/>
                  </a:cubicBezTo>
                  <a:cubicBezTo>
                    <a:pt x="1152" y="3189"/>
                    <a:pt x="1047" y="3024"/>
                    <a:pt x="1069" y="3024"/>
                  </a:cubicBezTo>
                  <a:cubicBezTo>
                    <a:pt x="1089" y="3024"/>
                    <a:pt x="1092" y="2920"/>
                    <a:pt x="1101" y="2879"/>
                  </a:cubicBezTo>
                  <a:cubicBezTo>
                    <a:pt x="1108" y="2838"/>
                    <a:pt x="1153" y="2758"/>
                    <a:pt x="1198" y="2720"/>
                  </a:cubicBezTo>
                  <a:cubicBezTo>
                    <a:pt x="1240" y="2682"/>
                    <a:pt x="1338" y="2536"/>
                    <a:pt x="1338" y="2536"/>
                  </a:cubicBezTo>
                  <a:close/>
                  <a:moveTo>
                    <a:pt x="978" y="1"/>
                  </a:moveTo>
                  <a:cubicBezTo>
                    <a:pt x="943" y="1"/>
                    <a:pt x="902" y="5"/>
                    <a:pt x="853" y="14"/>
                  </a:cubicBezTo>
                  <a:cubicBezTo>
                    <a:pt x="608" y="57"/>
                    <a:pt x="314" y="322"/>
                    <a:pt x="305" y="475"/>
                  </a:cubicBezTo>
                  <a:cubicBezTo>
                    <a:pt x="298" y="630"/>
                    <a:pt x="346" y="653"/>
                    <a:pt x="343" y="679"/>
                  </a:cubicBezTo>
                  <a:cubicBezTo>
                    <a:pt x="340" y="707"/>
                    <a:pt x="330" y="841"/>
                    <a:pt x="359" y="874"/>
                  </a:cubicBezTo>
                  <a:cubicBezTo>
                    <a:pt x="388" y="906"/>
                    <a:pt x="394" y="944"/>
                    <a:pt x="394" y="971"/>
                  </a:cubicBezTo>
                  <a:cubicBezTo>
                    <a:pt x="394" y="998"/>
                    <a:pt x="416" y="1113"/>
                    <a:pt x="442" y="1148"/>
                  </a:cubicBezTo>
                  <a:cubicBezTo>
                    <a:pt x="470" y="1185"/>
                    <a:pt x="540" y="1345"/>
                    <a:pt x="578" y="1408"/>
                  </a:cubicBezTo>
                  <a:cubicBezTo>
                    <a:pt x="616" y="1470"/>
                    <a:pt x="646" y="1524"/>
                    <a:pt x="653" y="1543"/>
                  </a:cubicBezTo>
                  <a:cubicBezTo>
                    <a:pt x="661" y="1562"/>
                    <a:pt x="694" y="1607"/>
                    <a:pt x="758" y="1610"/>
                  </a:cubicBezTo>
                  <a:cubicBezTo>
                    <a:pt x="771" y="1611"/>
                    <a:pt x="782" y="1611"/>
                    <a:pt x="792" y="1611"/>
                  </a:cubicBezTo>
                  <a:cubicBezTo>
                    <a:pt x="836" y="1611"/>
                    <a:pt x="862" y="1607"/>
                    <a:pt x="879" y="1604"/>
                  </a:cubicBezTo>
                  <a:cubicBezTo>
                    <a:pt x="880" y="1604"/>
                    <a:pt x="881" y="1604"/>
                    <a:pt x="882" y="1604"/>
                  </a:cubicBezTo>
                  <a:cubicBezTo>
                    <a:pt x="904" y="1604"/>
                    <a:pt x="937" y="1633"/>
                    <a:pt x="952" y="1664"/>
                  </a:cubicBezTo>
                  <a:cubicBezTo>
                    <a:pt x="968" y="1696"/>
                    <a:pt x="1006" y="1737"/>
                    <a:pt x="1018" y="1796"/>
                  </a:cubicBezTo>
                  <a:cubicBezTo>
                    <a:pt x="1028" y="1855"/>
                    <a:pt x="1037" y="1974"/>
                    <a:pt x="1069" y="2041"/>
                  </a:cubicBezTo>
                  <a:cubicBezTo>
                    <a:pt x="1101" y="2108"/>
                    <a:pt x="1146" y="2172"/>
                    <a:pt x="1138" y="2210"/>
                  </a:cubicBezTo>
                  <a:cubicBezTo>
                    <a:pt x="1130" y="2248"/>
                    <a:pt x="1006" y="2453"/>
                    <a:pt x="965" y="2516"/>
                  </a:cubicBezTo>
                  <a:cubicBezTo>
                    <a:pt x="926" y="2577"/>
                    <a:pt x="857" y="2675"/>
                    <a:pt x="853" y="2698"/>
                  </a:cubicBezTo>
                  <a:cubicBezTo>
                    <a:pt x="847" y="2723"/>
                    <a:pt x="782" y="2739"/>
                    <a:pt x="768" y="2739"/>
                  </a:cubicBezTo>
                  <a:cubicBezTo>
                    <a:pt x="755" y="2739"/>
                    <a:pt x="691" y="2771"/>
                    <a:pt x="661" y="2771"/>
                  </a:cubicBezTo>
                  <a:cubicBezTo>
                    <a:pt x="632" y="2771"/>
                    <a:pt x="429" y="2823"/>
                    <a:pt x="413" y="2850"/>
                  </a:cubicBezTo>
                  <a:cubicBezTo>
                    <a:pt x="397" y="2876"/>
                    <a:pt x="362" y="2895"/>
                    <a:pt x="355" y="2895"/>
                  </a:cubicBezTo>
                  <a:cubicBezTo>
                    <a:pt x="352" y="2895"/>
                    <a:pt x="346" y="2894"/>
                    <a:pt x="340" y="2894"/>
                  </a:cubicBezTo>
                  <a:cubicBezTo>
                    <a:pt x="330" y="2894"/>
                    <a:pt x="318" y="2896"/>
                    <a:pt x="318" y="2906"/>
                  </a:cubicBezTo>
                  <a:cubicBezTo>
                    <a:pt x="318" y="2923"/>
                    <a:pt x="299" y="2947"/>
                    <a:pt x="299" y="2947"/>
                  </a:cubicBezTo>
                  <a:cubicBezTo>
                    <a:pt x="299" y="2947"/>
                    <a:pt x="33" y="3097"/>
                    <a:pt x="17" y="3364"/>
                  </a:cubicBezTo>
                  <a:cubicBezTo>
                    <a:pt x="1" y="3632"/>
                    <a:pt x="106" y="3855"/>
                    <a:pt x="298" y="3960"/>
                  </a:cubicBezTo>
                  <a:cubicBezTo>
                    <a:pt x="399" y="4015"/>
                    <a:pt x="526" y="4057"/>
                    <a:pt x="648" y="4057"/>
                  </a:cubicBezTo>
                  <a:cubicBezTo>
                    <a:pt x="755" y="4057"/>
                    <a:pt x="859" y="4025"/>
                    <a:pt x="939" y="3941"/>
                  </a:cubicBezTo>
                  <a:cubicBezTo>
                    <a:pt x="1108" y="3763"/>
                    <a:pt x="1106" y="3731"/>
                    <a:pt x="1133" y="3719"/>
                  </a:cubicBezTo>
                  <a:cubicBezTo>
                    <a:pt x="1140" y="3717"/>
                    <a:pt x="1151" y="3716"/>
                    <a:pt x="1166" y="3716"/>
                  </a:cubicBezTo>
                  <a:cubicBezTo>
                    <a:pt x="1206" y="3716"/>
                    <a:pt x="1267" y="3725"/>
                    <a:pt x="1303" y="3731"/>
                  </a:cubicBezTo>
                  <a:cubicBezTo>
                    <a:pt x="1335" y="3736"/>
                    <a:pt x="1447" y="3745"/>
                    <a:pt x="1533" y="3745"/>
                  </a:cubicBezTo>
                  <a:cubicBezTo>
                    <a:pt x="1575" y="3745"/>
                    <a:pt x="1610" y="3743"/>
                    <a:pt x="1626" y="3737"/>
                  </a:cubicBezTo>
                  <a:cubicBezTo>
                    <a:pt x="1645" y="3730"/>
                    <a:pt x="1656" y="3726"/>
                    <a:pt x="1663" y="3726"/>
                  </a:cubicBezTo>
                  <a:cubicBezTo>
                    <a:pt x="1674" y="3726"/>
                    <a:pt x="1673" y="3736"/>
                    <a:pt x="1672" y="3757"/>
                  </a:cubicBezTo>
                  <a:cubicBezTo>
                    <a:pt x="1669" y="3792"/>
                    <a:pt x="1672" y="3804"/>
                    <a:pt x="1686" y="3804"/>
                  </a:cubicBezTo>
                  <a:cubicBezTo>
                    <a:pt x="1698" y="3804"/>
                    <a:pt x="1710" y="3810"/>
                    <a:pt x="1710" y="3810"/>
                  </a:cubicBezTo>
                  <a:cubicBezTo>
                    <a:pt x="1710" y="3810"/>
                    <a:pt x="1466" y="3992"/>
                    <a:pt x="1376" y="4197"/>
                  </a:cubicBezTo>
                  <a:cubicBezTo>
                    <a:pt x="1284" y="4403"/>
                    <a:pt x="1187" y="4574"/>
                    <a:pt x="1173" y="4599"/>
                  </a:cubicBezTo>
                  <a:cubicBezTo>
                    <a:pt x="1160" y="4622"/>
                    <a:pt x="1130" y="4729"/>
                    <a:pt x="1108" y="4765"/>
                  </a:cubicBezTo>
                  <a:cubicBezTo>
                    <a:pt x="1088" y="4803"/>
                    <a:pt x="955" y="4982"/>
                    <a:pt x="975" y="5065"/>
                  </a:cubicBezTo>
                  <a:cubicBezTo>
                    <a:pt x="997" y="5148"/>
                    <a:pt x="1088" y="5349"/>
                    <a:pt x="1122" y="5396"/>
                  </a:cubicBezTo>
                  <a:cubicBezTo>
                    <a:pt x="1157" y="5443"/>
                    <a:pt x="1187" y="5536"/>
                    <a:pt x="1210" y="5569"/>
                  </a:cubicBezTo>
                  <a:cubicBezTo>
                    <a:pt x="1236" y="5601"/>
                    <a:pt x="1407" y="5909"/>
                    <a:pt x="1443" y="5960"/>
                  </a:cubicBezTo>
                  <a:cubicBezTo>
                    <a:pt x="1478" y="6011"/>
                    <a:pt x="1465" y="6024"/>
                    <a:pt x="1478" y="6051"/>
                  </a:cubicBezTo>
                  <a:cubicBezTo>
                    <a:pt x="1491" y="6078"/>
                    <a:pt x="1535" y="6116"/>
                    <a:pt x="1555" y="6129"/>
                  </a:cubicBezTo>
                  <a:cubicBezTo>
                    <a:pt x="1577" y="6143"/>
                    <a:pt x="1602" y="6167"/>
                    <a:pt x="1605" y="6183"/>
                  </a:cubicBezTo>
                  <a:cubicBezTo>
                    <a:pt x="1608" y="6200"/>
                    <a:pt x="1715" y="6362"/>
                    <a:pt x="1726" y="6410"/>
                  </a:cubicBezTo>
                  <a:cubicBezTo>
                    <a:pt x="1736" y="6458"/>
                    <a:pt x="1779" y="6547"/>
                    <a:pt x="1782" y="6556"/>
                  </a:cubicBezTo>
                  <a:cubicBezTo>
                    <a:pt x="1785" y="6563"/>
                    <a:pt x="1809" y="6620"/>
                    <a:pt x="1817" y="6633"/>
                  </a:cubicBezTo>
                  <a:cubicBezTo>
                    <a:pt x="1826" y="6646"/>
                    <a:pt x="1798" y="6730"/>
                    <a:pt x="1777" y="6741"/>
                  </a:cubicBezTo>
                  <a:cubicBezTo>
                    <a:pt x="1755" y="6752"/>
                    <a:pt x="1418" y="6905"/>
                    <a:pt x="1370" y="6959"/>
                  </a:cubicBezTo>
                  <a:cubicBezTo>
                    <a:pt x="1322" y="7013"/>
                    <a:pt x="1198" y="7083"/>
                    <a:pt x="1168" y="7111"/>
                  </a:cubicBezTo>
                  <a:cubicBezTo>
                    <a:pt x="1138" y="7137"/>
                    <a:pt x="1066" y="7215"/>
                    <a:pt x="1108" y="7277"/>
                  </a:cubicBezTo>
                  <a:cubicBezTo>
                    <a:pt x="1144" y="7328"/>
                    <a:pt x="1327" y="7382"/>
                    <a:pt x="1452" y="7382"/>
                  </a:cubicBezTo>
                  <a:cubicBezTo>
                    <a:pt x="1479" y="7382"/>
                    <a:pt x="1504" y="7380"/>
                    <a:pt x="1523" y="7374"/>
                  </a:cubicBezTo>
                  <a:cubicBezTo>
                    <a:pt x="1634" y="7342"/>
                    <a:pt x="1747" y="7277"/>
                    <a:pt x="1791" y="7247"/>
                  </a:cubicBezTo>
                  <a:cubicBezTo>
                    <a:pt x="1833" y="7218"/>
                    <a:pt x="1944" y="7172"/>
                    <a:pt x="2001" y="7169"/>
                  </a:cubicBezTo>
                  <a:cubicBezTo>
                    <a:pt x="2058" y="7167"/>
                    <a:pt x="2416" y="7108"/>
                    <a:pt x="2435" y="7038"/>
                  </a:cubicBezTo>
                  <a:cubicBezTo>
                    <a:pt x="2454" y="6968"/>
                    <a:pt x="2423" y="6784"/>
                    <a:pt x="2420" y="6755"/>
                  </a:cubicBezTo>
                  <a:cubicBezTo>
                    <a:pt x="2419" y="6724"/>
                    <a:pt x="2410" y="6717"/>
                    <a:pt x="2410" y="6717"/>
                  </a:cubicBezTo>
                  <a:cubicBezTo>
                    <a:pt x="2410" y="6717"/>
                    <a:pt x="2364" y="6633"/>
                    <a:pt x="2346" y="6620"/>
                  </a:cubicBezTo>
                  <a:cubicBezTo>
                    <a:pt x="2326" y="6606"/>
                    <a:pt x="2302" y="6579"/>
                    <a:pt x="2299" y="6556"/>
                  </a:cubicBezTo>
                  <a:cubicBezTo>
                    <a:pt x="2298" y="6531"/>
                    <a:pt x="2298" y="6525"/>
                    <a:pt x="2286" y="6525"/>
                  </a:cubicBezTo>
                  <a:cubicBezTo>
                    <a:pt x="2276" y="6525"/>
                    <a:pt x="2246" y="6378"/>
                    <a:pt x="2219" y="6309"/>
                  </a:cubicBezTo>
                  <a:cubicBezTo>
                    <a:pt x="2192" y="6242"/>
                    <a:pt x="2103" y="6008"/>
                    <a:pt x="2098" y="5957"/>
                  </a:cubicBezTo>
                  <a:cubicBezTo>
                    <a:pt x="2093" y="5906"/>
                    <a:pt x="2084" y="5814"/>
                    <a:pt x="2074" y="5808"/>
                  </a:cubicBezTo>
                  <a:cubicBezTo>
                    <a:pt x="2068" y="5805"/>
                    <a:pt x="2061" y="5805"/>
                    <a:pt x="2055" y="5805"/>
                  </a:cubicBezTo>
                  <a:cubicBezTo>
                    <a:pt x="2050" y="5805"/>
                    <a:pt x="2046" y="5805"/>
                    <a:pt x="2046" y="5805"/>
                  </a:cubicBezTo>
                  <a:cubicBezTo>
                    <a:pt x="2046" y="5805"/>
                    <a:pt x="1976" y="5584"/>
                    <a:pt x="1902" y="5466"/>
                  </a:cubicBezTo>
                  <a:cubicBezTo>
                    <a:pt x="1826" y="5348"/>
                    <a:pt x="1723" y="5212"/>
                    <a:pt x="1702" y="5191"/>
                  </a:cubicBezTo>
                  <a:cubicBezTo>
                    <a:pt x="1680" y="5170"/>
                    <a:pt x="1710" y="5110"/>
                    <a:pt x="1739" y="5073"/>
                  </a:cubicBezTo>
                  <a:cubicBezTo>
                    <a:pt x="1769" y="5035"/>
                    <a:pt x="1947" y="4851"/>
                    <a:pt x="2001" y="4819"/>
                  </a:cubicBezTo>
                  <a:cubicBezTo>
                    <a:pt x="2055" y="4787"/>
                    <a:pt x="2318" y="4612"/>
                    <a:pt x="2397" y="4548"/>
                  </a:cubicBezTo>
                  <a:cubicBezTo>
                    <a:pt x="2476" y="4483"/>
                    <a:pt x="2629" y="4347"/>
                    <a:pt x="2651" y="4321"/>
                  </a:cubicBezTo>
                  <a:cubicBezTo>
                    <a:pt x="2657" y="4312"/>
                    <a:pt x="2662" y="4309"/>
                    <a:pt x="2666" y="4309"/>
                  </a:cubicBezTo>
                  <a:cubicBezTo>
                    <a:pt x="2674" y="4309"/>
                    <a:pt x="2677" y="4324"/>
                    <a:pt x="2688" y="4324"/>
                  </a:cubicBezTo>
                  <a:cubicBezTo>
                    <a:pt x="2704" y="4324"/>
                    <a:pt x="2683" y="4467"/>
                    <a:pt x="2683" y="4555"/>
                  </a:cubicBezTo>
                  <a:cubicBezTo>
                    <a:pt x="2683" y="4644"/>
                    <a:pt x="2639" y="4971"/>
                    <a:pt x="2620" y="5029"/>
                  </a:cubicBezTo>
                  <a:cubicBezTo>
                    <a:pt x="2601" y="5089"/>
                    <a:pt x="2556" y="5319"/>
                    <a:pt x="2578" y="5441"/>
                  </a:cubicBezTo>
                  <a:cubicBezTo>
                    <a:pt x="2600" y="5565"/>
                    <a:pt x="2658" y="5679"/>
                    <a:pt x="2729" y="5769"/>
                  </a:cubicBezTo>
                  <a:cubicBezTo>
                    <a:pt x="2798" y="5856"/>
                    <a:pt x="2939" y="6102"/>
                    <a:pt x="2961" y="6159"/>
                  </a:cubicBezTo>
                  <a:cubicBezTo>
                    <a:pt x="2983" y="6216"/>
                    <a:pt x="3120" y="6484"/>
                    <a:pt x="3179" y="6614"/>
                  </a:cubicBezTo>
                  <a:cubicBezTo>
                    <a:pt x="3238" y="6743"/>
                    <a:pt x="3265" y="6847"/>
                    <a:pt x="3262" y="6866"/>
                  </a:cubicBezTo>
                  <a:cubicBezTo>
                    <a:pt x="3259" y="6885"/>
                    <a:pt x="3248" y="6956"/>
                    <a:pt x="3259" y="7000"/>
                  </a:cubicBezTo>
                  <a:cubicBezTo>
                    <a:pt x="3270" y="7044"/>
                    <a:pt x="3310" y="7112"/>
                    <a:pt x="3342" y="7156"/>
                  </a:cubicBezTo>
                  <a:cubicBezTo>
                    <a:pt x="3376" y="7199"/>
                    <a:pt x="3386" y="7345"/>
                    <a:pt x="3395" y="7396"/>
                  </a:cubicBezTo>
                  <a:cubicBezTo>
                    <a:pt x="3402" y="7447"/>
                    <a:pt x="3386" y="7527"/>
                    <a:pt x="3405" y="7546"/>
                  </a:cubicBezTo>
                  <a:cubicBezTo>
                    <a:pt x="3424" y="7565"/>
                    <a:pt x="3424" y="7574"/>
                    <a:pt x="3424" y="7606"/>
                  </a:cubicBezTo>
                  <a:cubicBezTo>
                    <a:pt x="3424" y="7638"/>
                    <a:pt x="3424" y="7712"/>
                    <a:pt x="3395" y="7824"/>
                  </a:cubicBezTo>
                  <a:cubicBezTo>
                    <a:pt x="3364" y="7938"/>
                    <a:pt x="3236" y="8237"/>
                    <a:pt x="3216" y="8296"/>
                  </a:cubicBezTo>
                  <a:cubicBezTo>
                    <a:pt x="3198" y="8356"/>
                    <a:pt x="3163" y="8379"/>
                    <a:pt x="3160" y="8445"/>
                  </a:cubicBezTo>
                  <a:cubicBezTo>
                    <a:pt x="3157" y="8509"/>
                    <a:pt x="3160" y="8574"/>
                    <a:pt x="3338" y="8595"/>
                  </a:cubicBezTo>
                  <a:cubicBezTo>
                    <a:pt x="3368" y="8599"/>
                    <a:pt x="3403" y="8601"/>
                    <a:pt x="3440" y="8601"/>
                  </a:cubicBezTo>
                  <a:cubicBezTo>
                    <a:pt x="3620" y="8601"/>
                    <a:pt x="3853" y="8555"/>
                    <a:pt x="3877" y="8455"/>
                  </a:cubicBezTo>
                  <a:cubicBezTo>
                    <a:pt x="3906" y="8333"/>
                    <a:pt x="3950" y="8126"/>
                    <a:pt x="3972" y="8056"/>
                  </a:cubicBezTo>
                  <a:cubicBezTo>
                    <a:pt x="3992" y="7986"/>
                    <a:pt x="4042" y="7833"/>
                    <a:pt x="4039" y="7778"/>
                  </a:cubicBezTo>
                  <a:cubicBezTo>
                    <a:pt x="4034" y="7725"/>
                    <a:pt x="3985" y="7585"/>
                    <a:pt x="3967" y="7585"/>
                  </a:cubicBezTo>
                  <a:cubicBezTo>
                    <a:pt x="3951" y="7585"/>
                    <a:pt x="3960" y="7582"/>
                    <a:pt x="3960" y="7582"/>
                  </a:cubicBezTo>
                  <a:cubicBezTo>
                    <a:pt x="3960" y="7582"/>
                    <a:pt x="3879" y="7424"/>
                    <a:pt x="3874" y="7370"/>
                  </a:cubicBezTo>
                  <a:cubicBezTo>
                    <a:pt x="3868" y="7316"/>
                    <a:pt x="3809" y="6926"/>
                    <a:pt x="3809" y="6872"/>
                  </a:cubicBezTo>
                  <a:cubicBezTo>
                    <a:pt x="3809" y="6816"/>
                    <a:pt x="3830" y="6742"/>
                    <a:pt x="3804" y="6726"/>
                  </a:cubicBezTo>
                  <a:cubicBezTo>
                    <a:pt x="3777" y="6710"/>
                    <a:pt x="3774" y="6679"/>
                    <a:pt x="3774" y="6647"/>
                  </a:cubicBezTo>
                  <a:cubicBezTo>
                    <a:pt x="3774" y="6615"/>
                    <a:pt x="3758" y="6213"/>
                    <a:pt x="3621" y="5998"/>
                  </a:cubicBezTo>
                  <a:cubicBezTo>
                    <a:pt x="3482" y="5782"/>
                    <a:pt x="3312" y="5632"/>
                    <a:pt x="3302" y="5585"/>
                  </a:cubicBezTo>
                  <a:cubicBezTo>
                    <a:pt x="3291" y="5540"/>
                    <a:pt x="3267" y="5332"/>
                    <a:pt x="3319" y="5212"/>
                  </a:cubicBezTo>
                  <a:cubicBezTo>
                    <a:pt x="3369" y="5094"/>
                    <a:pt x="3472" y="4764"/>
                    <a:pt x="3497" y="4631"/>
                  </a:cubicBezTo>
                  <a:cubicBezTo>
                    <a:pt x="3520" y="4499"/>
                    <a:pt x="3577" y="4356"/>
                    <a:pt x="3577" y="4356"/>
                  </a:cubicBezTo>
                  <a:cubicBezTo>
                    <a:pt x="3577" y="4356"/>
                    <a:pt x="3648" y="4327"/>
                    <a:pt x="3648" y="4254"/>
                  </a:cubicBezTo>
                  <a:cubicBezTo>
                    <a:pt x="3648" y="4181"/>
                    <a:pt x="3618" y="4085"/>
                    <a:pt x="3644" y="4011"/>
                  </a:cubicBezTo>
                  <a:cubicBezTo>
                    <a:pt x="3672" y="3938"/>
                    <a:pt x="3771" y="3684"/>
                    <a:pt x="3742" y="3598"/>
                  </a:cubicBezTo>
                  <a:cubicBezTo>
                    <a:pt x="3712" y="3512"/>
                    <a:pt x="3734" y="3258"/>
                    <a:pt x="3659" y="3157"/>
                  </a:cubicBezTo>
                  <a:cubicBezTo>
                    <a:pt x="3583" y="3057"/>
                    <a:pt x="3497" y="3030"/>
                    <a:pt x="3466" y="2990"/>
                  </a:cubicBezTo>
                  <a:cubicBezTo>
                    <a:pt x="3437" y="2950"/>
                    <a:pt x="3402" y="2839"/>
                    <a:pt x="3361" y="2826"/>
                  </a:cubicBezTo>
                  <a:cubicBezTo>
                    <a:pt x="3321" y="2812"/>
                    <a:pt x="3257" y="2672"/>
                    <a:pt x="3222" y="2649"/>
                  </a:cubicBezTo>
                  <a:cubicBezTo>
                    <a:pt x="3187" y="2622"/>
                    <a:pt x="3181" y="2586"/>
                    <a:pt x="3172" y="2555"/>
                  </a:cubicBezTo>
                  <a:cubicBezTo>
                    <a:pt x="3165" y="2526"/>
                    <a:pt x="2793" y="1923"/>
                    <a:pt x="2741" y="1861"/>
                  </a:cubicBezTo>
                  <a:cubicBezTo>
                    <a:pt x="2691" y="1798"/>
                    <a:pt x="2544" y="1613"/>
                    <a:pt x="2525" y="1582"/>
                  </a:cubicBezTo>
                  <a:cubicBezTo>
                    <a:pt x="2506" y="1553"/>
                    <a:pt x="2473" y="1338"/>
                    <a:pt x="2343" y="1274"/>
                  </a:cubicBezTo>
                  <a:cubicBezTo>
                    <a:pt x="2214" y="1209"/>
                    <a:pt x="2120" y="1205"/>
                    <a:pt x="1994" y="1154"/>
                  </a:cubicBezTo>
                  <a:cubicBezTo>
                    <a:pt x="1909" y="1121"/>
                    <a:pt x="1753" y="1105"/>
                    <a:pt x="1740" y="1086"/>
                  </a:cubicBezTo>
                  <a:cubicBezTo>
                    <a:pt x="1726" y="1067"/>
                    <a:pt x="1561" y="995"/>
                    <a:pt x="1519" y="995"/>
                  </a:cubicBezTo>
                  <a:cubicBezTo>
                    <a:pt x="1475" y="995"/>
                    <a:pt x="1414" y="960"/>
                    <a:pt x="1398" y="941"/>
                  </a:cubicBezTo>
                  <a:cubicBezTo>
                    <a:pt x="1380" y="922"/>
                    <a:pt x="1417" y="886"/>
                    <a:pt x="1409" y="826"/>
                  </a:cubicBezTo>
                  <a:cubicBezTo>
                    <a:pt x="1405" y="767"/>
                    <a:pt x="1402" y="688"/>
                    <a:pt x="1399" y="649"/>
                  </a:cubicBezTo>
                  <a:cubicBezTo>
                    <a:pt x="1398" y="606"/>
                    <a:pt x="1398" y="282"/>
                    <a:pt x="1268" y="161"/>
                  </a:cubicBezTo>
                  <a:cubicBezTo>
                    <a:pt x="1165" y="64"/>
                    <a:pt x="1118" y="1"/>
                    <a:pt x="97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5"/>
            <p:cNvSpPr/>
            <p:nvPr/>
          </p:nvSpPr>
          <p:spPr>
            <a:xfrm>
              <a:off x="1069475" y="2332650"/>
              <a:ext cx="521400" cy="5214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6"/>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graphicFrame>
        <p:nvGraphicFramePr>
          <p:cNvPr id="374" name="Google Shape;374;p26"/>
          <p:cNvGraphicFramePr/>
          <p:nvPr/>
        </p:nvGraphicFramePr>
        <p:xfrm>
          <a:off x="3562538" y="1594303"/>
          <a:ext cx="3000000" cy="3000000"/>
        </p:xfrm>
        <a:graphic>
          <a:graphicData uri="http://schemas.openxmlformats.org/drawingml/2006/table">
            <a:tbl>
              <a:tblPr>
                <a:noFill/>
                <a:tableStyleId>{42F52E1E-71C8-41E8-9905-C88289EF3109}</a:tableStyleId>
              </a:tblPr>
              <a:tblGrid>
                <a:gridCol w="658750"/>
                <a:gridCol w="1967100"/>
                <a:gridCol w="1834825"/>
              </a:tblGrid>
              <a:tr h="670525">
                <a:tc>
                  <a:txBody>
                    <a:bodyPr/>
                    <a:lstStyle/>
                    <a:p>
                      <a:pPr indent="0" lvl="0" marL="0" marR="0" rtl="0" algn="ctr">
                        <a:lnSpc>
                          <a:spcPct val="115000"/>
                        </a:lnSpc>
                        <a:spcBef>
                          <a:spcPts val="0"/>
                        </a:spcBef>
                        <a:spcAft>
                          <a:spcPts val="0"/>
                        </a:spcAft>
                        <a:buNone/>
                      </a:pPr>
                      <a:r>
                        <a:rPr lang="en" sz="2100">
                          <a:solidFill>
                            <a:schemeClr val="lt1"/>
                          </a:solidFill>
                          <a:latin typeface="Bevan"/>
                          <a:ea typeface="Bevan"/>
                          <a:cs typeface="Bevan"/>
                          <a:sym typeface="Bevan"/>
                        </a:rPr>
                        <a:t>01</a:t>
                      </a:r>
                      <a:endParaRPr sz="2100">
                        <a:solidFill>
                          <a:schemeClr val="lt1"/>
                        </a:solidFill>
                        <a:latin typeface="Bevan"/>
                        <a:ea typeface="Bevan"/>
                        <a:cs typeface="Bevan"/>
                        <a:sym typeface="Bevan"/>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BOUNCE</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Mercury is a very small planet</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670525">
                <a:tc>
                  <a:txBody>
                    <a:bodyPr/>
                    <a:lstStyle/>
                    <a:p>
                      <a:pPr indent="0" lvl="0" marL="0" marR="0" rtl="0" algn="ctr">
                        <a:lnSpc>
                          <a:spcPct val="115000"/>
                        </a:lnSpc>
                        <a:spcBef>
                          <a:spcPts val="0"/>
                        </a:spcBef>
                        <a:spcAft>
                          <a:spcPts val="0"/>
                        </a:spcAft>
                        <a:buNone/>
                      </a:pPr>
                      <a:r>
                        <a:rPr lang="en" sz="2100">
                          <a:solidFill>
                            <a:schemeClr val="lt1"/>
                          </a:solidFill>
                          <a:latin typeface="Bevan"/>
                          <a:ea typeface="Bevan"/>
                          <a:cs typeface="Bevan"/>
                          <a:sym typeface="Bevan"/>
                        </a:rPr>
                        <a:t>02</a:t>
                      </a:r>
                      <a:endParaRPr sz="2100">
                        <a:solidFill>
                          <a:schemeClr val="lt1"/>
                        </a:solidFill>
                        <a:latin typeface="Bevan"/>
                        <a:ea typeface="Bevan"/>
                        <a:cs typeface="Bevan"/>
                        <a:sym typeface="Bevan"/>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BEND KNEES</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Jupiter is the biggest </a:t>
                      </a:r>
                      <a:r>
                        <a:rPr lang="en" sz="1600">
                          <a:solidFill>
                            <a:schemeClr val="lt1"/>
                          </a:solidFill>
                          <a:latin typeface="Dosis"/>
                          <a:ea typeface="Dosis"/>
                          <a:cs typeface="Dosis"/>
                          <a:sym typeface="Dosis"/>
                        </a:rPr>
                        <a:t>planet</a:t>
                      </a:r>
                      <a:r>
                        <a:rPr lang="en" sz="1600">
                          <a:solidFill>
                            <a:schemeClr val="lt1"/>
                          </a:solidFill>
                          <a:latin typeface="Dosis"/>
                          <a:ea typeface="Dosis"/>
                          <a:cs typeface="Dosis"/>
                          <a:sym typeface="Dosis"/>
                        </a:rPr>
                        <a:t> of them all</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670525">
                <a:tc>
                  <a:txBody>
                    <a:bodyPr/>
                    <a:lstStyle/>
                    <a:p>
                      <a:pPr indent="0" lvl="0" marL="0" marR="0" rtl="0" algn="ctr">
                        <a:lnSpc>
                          <a:spcPct val="115000"/>
                        </a:lnSpc>
                        <a:spcBef>
                          <a:spcPts val="0"/>
                        </a:spcBef>
                        <a:spcAft>
                          <a:spcPts val="0"/>
                        </a:spcAft>
                        <a:buNone/>
                      </a:pPr>
                      <a:r>
                        <a:rPr lang="en" sz="2100">
                          <a:solidFill>
                            <a:schemeClr val="lt1"/>
                          </a:solidFill>
                          <a:latin typeface="Bevan"/>
                          <a:ea typeface="Bevan"/>
                          <a:cs typeface="Bevan"/>
                          <a:sym typeface="Bevan"/>
                        </a:rPr>
                        <a:t>03</a:t>
                      </a:r>
                      <a:endParaRPr sz="2100">
                        <a:solidFill>
                          <a:schemeClr val="lt1"/>
                        </a:solidFill>
                        <a:latin typeface="Bevan"/>
                        <a:ea typeface="Bevan"/>
                        <a:cs typeface="Bevan"/>
                        <a:sym typeface="Bevan"/>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HEAD UP</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Despite being red, Mars is cold</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670525">
                <a:tc>
                  <a:txBody>
                    <a:bodyPr/>
                    <a:lstStyle/>
                    <a:p>
                      <a:pPr indent="0" lvl="0" marL="0" marR="0" rtl="0" algn="ctr">
                        <a:lnSpc>
                          <a:spcPct val="115000"/>
                        </a:lnSpc>
                        <a:spcBef>
                          <a:spcPts val="0"/>
                        </a:spcBef>
                        <a:spcAft>
                          <a:spcPts val="0"/>
                        </a:spcAft>
                        <a:buNone/>
                      </a:pPr>
                      <a:r>
                        <a:rPr lang="en" sz="2100">
                          <a:solidFill>
                            <a:schemeClr val="lt1"/>
                          </a:solidFill>
                          <a:latin typeface="Bevan"/>
                          <a:ea typeface="Bevan"/>
                          <a:cs typeface="Bevan"/>
                          <a:sym typeface="Bevan"/>
                        </a:rPr>
                        <a:t>04</a:t>
                      </a:r>
                      <a:endParaRPr sz="2100">
                        <a:solidFill>
                          <a:schemeClr val="lt1"/>
                        </a:solidFill>
                        <a:latin typeface="Bevan"/>
                        <a:ea typeface="Bevan"/>
                        <a:cs typeface="Bevan"/>
                        <a:sym typeface="Bevan"/>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SHIELD THE BALL</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Earth is the planet that harbors life</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
        <p:nvSpPr>
          <p:cNvPr id="375" name="Google Shape;375;p26"/>
          <p:cNvSpPr txBox="1"/>
          <p:nvPr/>
        </p:nvSpPr>
        <p:spPr>
          <a:xfrm rot="-5400000">
            <a:off x="1790600" y="2656475"/>
            <a:ext cx="2843400" cy="700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BASKETBALL SKILLS</a:t>
            </a:r>
            <a:endParaRPr sz="2000">
              <a:solidFill>
                <a:schemeClr val="dk2"/>
              </a:solidFill>
              <a:latin typeface="Dosis SemiBold"/>
              <a:ea typeface="Dosis SemiBold"/>
              <a:cs typeface="Dosis SemiBold"/>
              <a:sym typeface="Dosis SemiBold"/>
            </a:endParaRPr>
          </a:p>
        </p:txBody>
      </p:sp>
      <p:grpSp>
        <p:nvGrpSpPr>
          <p:cNvPr id="376" name="Google Shape;376;p26"/>
          <p:cNvGrpSpPr/>
          <p:nvPr/>
        </p:nvGrpSpPr>
        <p:grpSpPr>
          <a:xfrm>
            <a:off x="1120796" y="1585014"/>
            <a:ext cx="1548072" cy="2700929"/>
            <a:chOff x="3065592" y="1598975"/>
            <a:chExt cx="367303" cy="640820"/>
          </a:xfrm>
        </p:grpSpPr>
        <p:sp>
          <p:nvSpPr>
            <p:cNvPr id="377" name="Google Shape;377;p26"/>
            <p:cNvSpPr/>
            <p:nvPr/>
          </p:nvSpPr>
          <p:spPr>
            <a:xfrm>
              <a:off x="3065592" y="1598975"/>
              <a:ext cx="367303" cy="640820"/>
            </a:xfrm>
            <a:custGeom>
              <a:rect b="b" l="l" r="r" t="t"/>
              <a:pathLst>
                <a:path extrusionOk="0" h="8418" w="4825">
                  <a:moveTo>
                    <a:pt x="763" y="3204"/>
                  </a:moveTo>
                  <a:cubicBezTo>
                    <a:pt x="766" y="3204"/>
                    <a:pt x="768" y="3207"/>
                    <a:pt x="768" y="3215"/>
                  </a:cubicBezTo>
                  <a:cubicBezTo>
                    <a:pt x="768" y="3250"/>
                    <a:pt x="758" y="3331"/>
                    <a:pt x="758" y="3404"/>
                  </a:cubicBezTo>
                  <a:cubicBezTo>
                    <a:pt x="758" y="3477"/>
                    <a:pt x="851" y="3570"/>
                    <a:pt x="854" y="3649"/>
                  </a:cubicBezTo>
                  <a:cubicBezTo>
                    <a:pt x="859" y="3727"/>
                    <a:pt x="810" y="3869"/>
                    <a:pt x="810" y="3869"/>
                  </a:cubicBezTo>
                  <a:cubicBezTo>
                    <a:pt x="809" y="3869"/>
                    <a:pt x="808" y="3870"/>
                    <a:pt x="807" y="3870"/>
                  </a:cubicBezTo>
                  <a:cubicBezTo>
                    <a:pt x="785" y="3870"/>
                    <a:pt x="741" y="3779"/>
                    <a:pt x="724" y="3710"/>
                  </a:cubicBezTo>
                  <a:cubicBezTo>
                    <a:pt x="706" y="3639"/>
                    <a:pt x="583" y="3422"/>
                    <a:pt x="576" y="3376"/>
                  </a:cubicBezTo>
                  <a:cubicBezTo>
                    <a:pt x="569" y="3331"/>
                    <a:pt x="627" y="3304"/>
                    <a:pt x="679" y="3270"/>
                  </a:cubicBezTo>
                  <a:cubicBezTo>
                    <a:pt x="719" y="3243"/>
                    <a:pt x="751" y="3204"/>
                    <a:pt x="763" y="3204"/>
                  </a:cubicBezTo>
                  <a:close/>
                  <a:moveTo>
                    <a:pt x="1844" y="1"/>
                  </a:moveTo>
                  <a:cubicBezTo>
                    <a:pt x="1808" y="1"/>
                    <a:pt x="1775" y="5"/>
                    <a:pt x="1746" y="13"/>
                  </a:cubicBezTo>
                  <a:cubicBezTo>
                    <a:pt x="1558" y="64"/>
                    <a:pt x="1440" y="282"/>
                    <a:pt x="1424" y="383"/>
                  </a:cubicBezTo>
                  <a:cubicBezTo>
                    <a:pt x="1409" y="483"/>
                    <a:pt x="1422" y="655"/>
                    <a:pt x="1430" y="702"/>
                  </a:cubicBezTo>
                  <a:cubicBezTo>
                    <a:pt x="1435" y="749"/>
                    <a:pt x="1428" y="826"/>
                    <a:pt x="1440" y="901"/>
                  </a:cubicBezTo>
                  <a:cubicBezTo>
                    <a:pt x="1451" y="980"/>
                    <a:pt x="1492" y="1041"/>
                    <a:pt x="1488" y="1065"/>
                  </a:cubicBezTo>
                  <a:cubicBezTo>
                    <a:pt x="1482" y="1088"/>
                    <a:pt x="1368" y="1086"/>
                    <a:pt x="1328" y="1092"/>
                  </a:cubicBezTo>
                  <a:cubicBezTo>
                    <a:pt x="1285" y="1100"/>
                    <a:pt x="1234" y="1177"/>
                    <a:pt x="1226" y="1204"/>
                  </a:cubicBezTo>
                  <a:cubicBezTo>
                    <a:pt x="1215" y="1231"/>
                    <a:pt x="1099" y="1267"/>
                    <a:pt x="1049" y="1292"/>
                  </a:cubicBezTo>
                  <a:cubicBezTo>
                    <a:pt x="1001" y="1317"/>
                    <a:pt x="918" y="1458"/>
                    <a:pt x="870" y="1526"/>
                  </a:cubicBezTo>
                  <a:cubicBezTo>
                    <a:pt x="824" y="1595"/>
                    <a:pt x="611" y="1650"/>
                    <a:pt x="519" y="1679"/>
                  </a:cubicBezTo>
                  <a:cubicBezTo>
                    <a:pt x="427" y="1707"/>
                    <a:pt x="516" y="2080"/>
                    <a:pt x="541" y="2132"/>
                  </a:cubicBezTo>
                  <a:cubicBezTo>
                    <a:pt x="567" y="2183"/>
                    <a:pt x="563" y="2229"/>
                    <a:pt x="547" y="2253"/>
                  </a:cubicBezTo>
                  <a:cubicBezTo>
                    <a:pt x="529" y="2275"/>
                    <a:pt x="502" y="2330"/>
                    <a:pt x="467" y="2392"/>
                  </a:cubicBezTo>
                  <a:cubicBezTo>
                    <a:pt x="429" y="2451"/>
                    <a:pt x="226" y="2816"/>
                    <a:pt x="152" y="2954"/>
                  </a:cubicBezTo>
                  <a:cubicBezTo>
                    <a:pt x="76" y="3094"/>
                    <a:pt x="44" y="3292"/>
                    <a:pt x="22" y="3407"/>
                  </a:cubicBezTo>
                  <a:cubicBezTo>
                    <a:pt x="1" y="3522"/>
                    <a:pt x="76" y="3630"/>
                    <a:pt x="100" y="3672"/>
                  </a:cubicBezTo>
                  <a:cubicBezTo>
                    <a:pt x="123" y="3714"/>
                    <a:pt x="210" y="3808"/>
                    <a:pt x="244" y="3859"/>
                  </a:cubicBezTo>
                  <a:cubicBezTo>
                    <a:pt x="277" y="3908"/>
                    <a:pt x="314" y="3943"/>
                    <a:pt x="350" y="3998"/>
                  </a:cubicBezTo>
                  <a:cubicBezTo>
                    <a:pt x="387" y="4054"/>
                    <a:pt x="491" y="4140"/>
                    <a:pt x="515" y="4164"/>
                  </a:cubicBezTo>
                  <a:cubicBezTo>
                    <a:pt x="538" y="4189"/>
                    <a:pt x="614" y="4261"/>
                    <a:pt x="636" y="4304"/>
                  </a:cubicBezTo>
                  <a:cubicBezTo>
                    <a:pt x="660" y="4348"/>
                    <a:pt x="743" y="4434"/>
                    <a:pt x="768" y="4462"/>
                  </a:cubicBezTo>
                  <a:cubicBezTo>
                    <a:pt x="793" y="4491"/>
                    <a:pt x="863" y="4587"/>
                    <a:pt x="873" y="4606"/>
                  </a:cubicBezTo>
                  <a:cubicBezTo>
                    <a:pt x="883" y="4625"/>
                    <a:pt x="892" y="4626"/>
                    <a:pt x="891" y="4648"/>
                  </a:cubicBezTo>
                  <a:cubicBezTo>
                    <a:pt x="889" y="4668"/>
                    <a:pt x="924" y="4692"/>
                    <a:pt x="937" y="4702"/>
                  </a:cubicBezTo>
                  <a:cubicBezTo>
                    <a:pt x="950" y="4715"/>
                    <a:pt x="956" y="4749"/>
                    <a:pt x="969" y="4808"/>
                  </a:cubicBezTo>
                  <a:cubicBezTo>
                    <a:pt x="982" y="4868"/>
                    <a:pt x="1030" y="4935"/>
                    <a:pt x="1041" y="4969"/>
                  </a:cubicBezTo>
                  <a:cubicBezTo>
                    <a:pt x="1054" y="5002"/>
                    <a:pt x="1083" y="5069"/>
                    <a:pt x="1092" y="5092"/>
                  </a:cubicBezTo>
                  <a:cubicBezTo>
                    <a:pt x="1100" y="5116"/>
                    <a:pt x="1122" y="5159"/>
                    <a:pt x="1127" y="5203"/>
                  </a:cubicBezTo>
                  <a:cubicBezTo>
                    <a:pt x="1132" y="5247"/>
                    <a:pt x="1166" y="5263"/>
                    <a:pt x="1179" y="5292"/>
                  </a:cubicBezTo>
                  <a:cubicBezTo>
                    <a:pt x="1192" y="5320"/>
                    <a:pt x="1199" y="5362"/>
                    <a:pt x="1215" y="5390"/>
                  </a:cubicBezTo>
                  <a:cubicBezTo>
                    <a:pt x="1231" y="5419"/>
                    <a:pt x="1239" y="5429"/>
                    <a:pt x="1265" y="5429"/>
                  </a:cubicBezTo>
                  <a:cubicBezTo>
                    <a:pt x="1291" y="5429"/>
                    <a:pt x="1291" y="5416"/>
                    <a:pt x="1290" y="5382"/>
                  </a:cubicBezTo>
                  <a:cubicBezTo>
                    <a:pt x="1287" y="5349"/>
                    <a:pt x="1208" y="5221"/>
                    <a:pt x="1205" y="5194"/>
                  </a:cubicBezTo>
                  <a:cubicBezTo>
                    <a:pt x="1203" y="5173"/>
                    <a:pt x="1213" y="5151"/>
                    <a:pt x="1217" y="5151"/>
                  </a:cubicBezTo>
                  <a:cubicBezTo>
                    <a:pt x="1218" y="5151"/>
                    <a:pt x="1218" y="5152"/>
                    <a:pt x="1218" y="5154"/>
                  </a:cubicBezTo>
                  <a:cubicBezTo>
                    <a:pt x="1218" y="5167"/>
                    <a:pt x="1240" y="5200"/>
                    <a:pt x="1258" y="5238"/>
                  </a:cubicBezTo>
                  <a:cubicBezTo>
                    <a:pt x="1274" y="5276"/>
                    <a:pt x="1320" y="5321"/>
                    <a:pt x="1339" y="5343"/>
                  </a:cubicBezTo>
                  <a:cubicBezTo>
                    <a:pt x="1357" y="5365"/>
                    <a:pt x="1371" y="5388"/>
                    <a:pt x="1384" y="5407"/>
                  </a:cubicBezTo>
                  <a:cubicBezTo>
                    <a:pt x="1397" y="5425"/>
                    <a:pt x="1415" y="5467"/>
                    <a:pt x="1431" y="5490"/>
                  </a:cubicBezTo>
                  <a:cubicBezTo>
                    <a:pt x="1438" y="5501"/>
                    <a:pt x="1450" y="5506"/>
                    <a:pt x="1463" y="5506"/>
                  </a:cubicBezTo>
                  <a:cubicBezTo>
                    <a:pt x="1478" y="5506"/>
                    <a:pt x="1495" y="5498"/>
                    <a:pt x="1502" y="5486"/>
                  </a:cubicBezTo>
                  <a:cubicBezTo>
                    <a:pt x="1515" y="5464"/>
                    <a:pt x="1492" y="5420"/>
                    <a:pt x="1482" y="5398"/>
                  </a:cubicBezTo>
                  <a:cubicBezTo>
                    <a:pt x="1469" y="5376"/>
                    <a:pt x="1422" y="5299"/>
                    <a:pt x="1397" y="5274"/>
                  </a:cubicBezTo>
                  <a:cubicBezTo>
                    <a:pt x="1374" y="5251"/>
                    <a:pt x="1339" y="5180"/>
                    <a:pt x="1336" y="5171"/>
                  </a:cubicBezTo>
                  <a:lnTo>
                    <a:pt x="1336" y="5171"/>
                  </a:lnTo>
                  <a:cubicBezTo>
                    <a:pt x="1342" y="5175"/>
                    <a:pt x="1361" y="5194"/>
                    <a:pt x="1371" y="5209"/>
                  </a:cubicBezTo>
                  <a:cubicBezTo>
                    <a:pt x="1383" y="5226"/>
                    <a:pt x="1403" y="5263"/>
                    <a:pt x="1418" y="5282"/>
                  </a:cubicBezTo>
                  <a:cubicBezTo>
                    <a:pt x="1432" y="5299"/>
                    <a:pt x="1472" y="5339"/>
                    <a:pt x="1476" y="5357"/>
                  </a:cubicBezTo>
                  <a:cubicBezTo>
                    <a:pt x="1482" y="5375"/>
                    <a:pt x="1510" y="5414"/>
                    <a:pt x="1529" y="5462"/>
                  </a:cubicBezTo>
                  <a:cubicBezTo>
                    <a:pt x="1543" y="5503"/>
                    <a:pt x="1571" y="5506"/>
                    <a:pt x="1588" y="5506"/>
                  </a:cubicBezTo>
                  <a:cubicBezTo>
                    <a:pt x="1592" y="5506"/>
                    <a:pt x="1595" y="5506"/>
                    <a:pt x="1597" y="5506"/>
                  </a:cubicBezTo>
                  <a:cubicBezTo>
                    <a:pt x="1613" y="5506"/>
                    <a:pt x="1616" y="5464"/>
                    <a:pt x="1607" y="5417"/>
                  </a:cubicBezTo>
                  <a:cubicBezTo>
                    <a:pt x="1597" y="5371"/>
                    <a:pt x="1529" y="5264"/>
                    <a:pt x="1501" y="5223"/>
                  </a:cubicBezTo>
                  <a:cubicBezTo>
                    <a:pt x="1475" y="5181"/>
                    <a:pt x="1397" y="5066"/>
                    <a:pt x="1396" y="5056"/>
                  </a:cubicBezTo>
                  <a:cubicBezTo>
                    <a:pt x="1395" y="5047"/>
                    <a:pt x="1396" y="5029"/>
                    <a:pt x="1405" y="5029"/>
                  </a:cubicBezTo>
                  <a:cubicBezTo>
                    <a:pt x="1406" y="5029"/>
                    <a:pt x="1408" y="5030"/>
                    <a:pt x="1411" y="5031"/>
                  </a:cubicBezTo>
                  <a:cubicBezTo>
                    <a:pt x="1425" y="5040"/>
                    <a:pt x="1457" y="5057"/>
                    <a:pt x="1472" y="5088"/>
                  </a:cubicBezTo>
                  <a:cubicBezTo>
                    <a:pt x="1485" y="5117"/>
                    <a:pt x="1495" y="5135"/>
                    <a:pt x="1508" y="5152"/>
                  </a:cubicBezTo>
                  <a:cubicBezTo>
                    <a:pt x="1521" y="5171"/>
                    <a:pt x="1542" y="5186"/>
                    <a:pt x="1575" y="5263"/>
                  </a:cubicBezTo>
                  <a:cubicBezTo>
                    <a:pt x="1607" y="5340"/>
                    <a:pt x="1647" y="5344"/>
                    <a:pt x="1647" y="5344"/>
                  </a:cubicBezTo>
                  <a:cubicBezTo>
                    <a:pt x="1647" y="5344"/>
                    <a:pt x="1677" y="5371"/>
                    <a:pt x="1696" y="5391"/>
                  </a:cubicBezTo>
                  <a:cubicBezTo>
                    <a:pt x="1714" y="5414"/>
                    <a:pt x="1781" y="5592"/>
                    <a:pt x="1801" y="5634"/>
                  </a:cubicBezTo>
                  <a:cubicBezTo>
                    <a:pt x="1821" y="5675"/>
                    <a:pt x="1909" y="5859"/>
                    <a:pt x="1925" y="5923"/>
                  </a:cubicBezTo>
                  <a:cubicBezTo>
                    <a:pt x="1939" y="5985"/>
                    <a:pt x="2081" y="6192"/>
                    <a:pt x="2119" y="6245"/>
                  </a:cubicBezTo>
                  <a:cubicBezTo>
                    <a:pt x="2156" y="6297"/>
                    <a:pt x="2397" y="6412"/>
                    <a:pt x="2455" y="6435"/>
                  </a:cubicBezTo>
                  <a:cubicBezTo>
                    <a:pt x="2469" y="6441"/>
                    <a:pt x="2484" y="6443"/>
                    <a:pt x="2497" y="6443"/>
                  </a:cubicBezTo>
                  <a:cubicBezTo>
                    <a:pt x="2532" y="6443"/>
                    <a:pt x="2564" y="6430"/>
                    <a:pt x="2581" y="6430"/>
                  </a:cubicBezTo>
                  <a:cubicBezTo>
                    <a:pt x="2584" y="6430"/>
                    <a:pt x="2587" y="6430"/>
                    <a:pt x="2589" y="6431"/>
                  </a:cubicBezTo>
                  <a:cubicBezTo>
                    <a:pt x="2605" y="6440"/>
                    <a:pt x="2711" y="6480"/>
                    <a:pt x="2800" y="6480"/>
                  </a:cubicBezTo>
                  <a:cubicBezTo>
                    <a:pt x="2811" y="6480"/>
                    <a:pt x="2821" y="6479"/>
                    <a:pt x="2831" y="6478"/>
                  </a:cubicBezTo>
                  <a:cubicBezTo>
                    <a:pt x="2924" y="6466"/>
                    <a:pt x="2981" y="6278"/>
                    <a:pt x="2995" y="6249"/>
                  </a:cubicBezTo>
                  <a:cubicBezTo>
                    <a:pt x="3012" y="6221"/>
                    <a:pt x="3028" y="6124"/>
                    <a:pt x="3028" y="6038"/>
                  </a:cubicBezTo>
                  <a:cubicBezTo>
                    <a:pt x="3028" y="5950"/>
                    <a:pt x="2943" y="5748"/>
                    <a:pt x="2937" y="5748"/>
                  </a:cubicBezTo>
                  <a:cubicBezTo>
                    <a:pt x="2930" y="5748"/>
                    <a:pt x="2928" y="5727"/>
                    <a:pt x="2930" y="5716"/>
                  </a:cubicBezTo>
                  <a:cubicBezTo>
                    <a:pt x="2931" y="5704"/>
                    <a:pt x="2927" y="5660"/>
                    <a:pt x="2921" y="5627"/>
                  </a:cubicBezTo>
                  <a:cubicBezTo>
                    <a:pt x="2917" y="5593"/>
                    <a:pt x="2907" y="5510"/>
                    <a:pt x="2870" y="5432"/>
                  </a:cubicBezTo>
                  <a:cubicBezTo>
                    <a:pt x="2832" y="5353"/>
                    <a:pt x="2745" y="5190"/>
                    <a:pt x="2741" y="5177"/>
                  </a:cubicBezTo>
                  <a:cubicBezTo>
                    <a:pt x="2739" y="5171"/>
                    <a:pt x="2739" y="5169"/>
                    <a:pt x="2747" y="5169"/>
                  </a:cubicBezTo>
                  <a:cubicBezTo>
                    <a:pt x="2753" y="5169"/>
                    <a:pt x="2764" y="5171"/>
                    <a:pt x="2784" y="5174"/>
                  </a:cubicBezTo>
                  <a:cubicBezTo>
                    <a:pt x="2828" y="5183"/>
                    <a:pt x="2853" y="5228"/>
                    <a:pt x="2883" y="5253"/>
                  </a:cubicBezTo>
                  <a:cubicBezTo>
                    <a:pt x="2912" y="5277"/>
                    <a:pt x="2990" y="5331"/>
                    <a:pt x="3025" y="5366"/>
                  </a:cubicBezTo>
                  <a:cubicBezTo>
                    <a:pt x="3042" y="5383"/>
                    <a:pt x="3058" y="5384"/>
                    <a:pt x="3073" y="5384"/>
                  </a:cubicBezTo>
                  <a:cubicBezTo>
                    <a:pt x="3077" y="5384"/>
                    <a:pt x="3080" y="5384"/>
                    <a:pt x="3084" y="5384"/>
                  </a:cubicBezTo>
                  <a:cubicBezTo>
                    <a:pt x="3096" y="5384"/>
                    <a:pt x="3107" y="5385"/>
                    <a:pt x="3115" y="5397"/>
                  </a:cubicBezTo>
                  <a:cubicBezTo>
                    <a:pt x="3137" y="5423"/>
                    <a:pt x="3274" y="5608"/>
                    <a:pt x="3288" y="5618"/>
                  </a:cubicBezTo>
                  <a:cubicBezTo>
                    <a:pt x="3304" y="5631"/>
                    <a:pt x="3320" y="5644"/>
                    <a:pt x="3336" y="5698"/>
                  </a:cubicBezTo>
                  <a:cubicBezTo>
                    <a:pt x="3351" y="5751"/>
                    <a:pt x="3414" y="5870"/>
                    <a:pt x="3428" y="5899"/>
                  </a:cubicBezTo>
                  <a:cubicBezTo>
                    <a:pt x="3441" y="5930"/>
                    <a:pt x="3460" y="6007"/>
                    <a:pt x="3460" y="6041"/>
                  </a:cubicBezTo>
                  <a:cubicBezTo>
                    <a:pt x="3460" y="6074"/>
                    <a:pt x="3489" y="6218"/>
                    <a:pt x="3504" y="6306"/>
                  </a:cubicBezTo>
                  <a:cubicBezTo>
                    <a:pt x="3520" y="6396"/>
                    <a:pt x="3537" y="6498"/>
                    <a:pt x="3567" y="6564"/>
                  </a:cubicBezTo>
                  <a:cubicBezTo>
                    <a:pt x="3597" y="6629"/>
                    <a:pt x="3692" y="6785"/>
                    <a:pt x="3708" y="6807"/>
                  </a:cubicBezTo>
                  <a:cubicBezTo>
                    <a:pt x="3722" y="6829"/>
                    <a:pt x="3753" y="6897"/>
                    <a:pt x="3744" y="6903"/>
                  </a:cubicBezTo>
                  <a:cubicBezTo>
                    <a:pt x="3735" y="6907"/>
                    <a:pt x="3734" y="6912"/>
                    <a:pt x="3734" y="6938"/>
                  </a:cubicBezTo>
                  <a:cubicBezTo>
                    <a:pt x="3734" y="6963"/>
                    <a:pt x="3813" y="7140"/>
                    <a:pt x="3820" y="7158"/>
                  </a:cubicBezTo>
                  <a:cubicBezTo>
                    <a:pt x="3829" y="7174"/>
                    <a:pt x="3842" y="7224"/>
                    <a:pt x="3865" y="7264"/>
                  </a:cubicBezTo>
                  <a:cubicBezTo>
                    <a:pt x="3887" y="7307"/>
                    <a:pt x="3896" y="7406"/>
                    <a:pt x="3893" y="7451"/>
                  </a:cubicBezTo>
                  <a:cubicBezTo>
                    <a:pt x="3890" y="7496"/>
                    <a:pt x="3904" y="7522"/>
                    <a:pt x="3883" y="7557"/>
                  </a:cubicBezTo>
                  <a:cubicBezTo>
                    <a:pt x="3861" y="7594"/>
                    <a:pt x="3896" y="7623"/>
                    <a:pt x="3904" y="7672"/>
                  </a:cubicBezTo>
                  <a:cubicBezTo>
                    <a:pt x="3913" y="7723"/>
                    <a:pt x="3944" y="7862"/>
                    <a:pt x="3950" y="7910"/>
                  </a:cubicBezTo>
                  <a:cubicBezTo>
                    <a:pt x="3957" y="7955"/>
                    <a:pt x="3970" y="7988"/>
                    <a:pt x="3963" y="8013"/>
                  </a:cubicBezTo>
                  <a:cubicBezTo>
                    <a:pt x="3957" y="8036"/>
                    <a:pt x="3967" y="8119"/>
                    <a:pt x="3967" y="8149"/>
                  </a:cubicBezTo>
                  <a:cubicBezTo>
                    <a:pt x="3967" y="8178"/>
                    <a:pt x="3983" y="8223"/>
                    <a:pt x="4015" y="8246"/>
                  </a:cubicBezTo>
                  <a:cubicBezTo>
                    <a:pt x="4047" y="8271"/>
                    <a:pt x="4052" y="8328"/>
                    <a:pt x="4053" y="8373"/>
                  </a:cubicBezTo>
                  <a:cubicBezTo>
                    <a:pt x="4055" y="8418"/>
                    <a:pt x="4461" y="8409"/>
                    <a:pt x="4608" y="8417"/>
                  </a:cubicBezTo>
                  <a:cubicBezTo>
                    <a:pt x="4616" y="8417"/>
                    <a:pt x="4624" y="8417"/>
                    <a:pt x="4632" y="8417"/>
                  </a:cubicBezTo>
                  <a:cubicBezTo>
                    <a:pt x="4760" y="8417"/>
                    <a:pt x="4825" y="8371"/>
                    <a:pt x="4821" y="8285"/>
                  </a:cubicBezTo>
                  <a:cubicBezTo>
                    <a:pt x="4818" y="8195"/>
                    <a:pt x="4653" y="7988"/>
                    <a:pt x="4636" y="7974"/>
                  </a:cubicBezTo>
                  <a:cubicBezTo>
                    <a:pt x="4617" y="7958"/>
                    <a:pt x="4554" y="7883"/>
                    <a:pt x="4556" y="7838"/>
                  </a:cubicBezTo>
                  <a:cubicBezTo>
                    <a:pt x="4559" y="7793"/>
                    <a:pt x="4483" y="7554"/>
                    <a:pt x="4474" y="7519"/>
                  </a:cubicBezTo>
                  <a:cubicBezTo>
                    <a:pt x="4467" y="7483"/>
                    <a:pt x="4436" y="7423"/>
                    <a:pt x="4414" y="7423"/>
                  </a:cubicBezTo>
                  <a:cubicBezTo>
                    <a:pt x="4392" y="7423"/>
                    <a:pt x="4360" y="7385"/>
                    <a:pt x="4363" y="7362"/>
                  </a:cubicBezTo>
                  <a:cubicBezTo>
                    <a:pt x="4368" y="7339"/>
                    <a:pt x="4349" y="7295"/>
                    <a:pt x="4344" y="7253"/>
                  </a:cubicBezTo>
                  <a:cubicBezTo>
                    <a:pt x="4339" y="7210"/>
                    <a:pt x="4308" y="7136"/>
                    <a:pt x="4318" y="7095"/>
                  </a:cubicBezTo>
                  <a:cubicBezTo>
                    <a:pt x="4328" y="7056"/>
                    <a:pt x="4288" y="6830"/>
                    <a:pt x="4289" y="6808"/>
                  </a:cubicBezTo>
                  <a:cubicBezTo>
                    <a:pt x="4290" y="6787"/>
                    <a:pt x="4254" y="6778"/>
                    <a:pt x="4254" y="6706"/>
                  </a:cubicBezTo>
                  <a:cubicBezTo>
                    <a:pt x="4254" y="6634"/>
                    <a:pt x="4216" y="6383"/>
                    <a:pt x="4180" y="6211"/>
                  </a:cubicBezTo>
                  <a:cubicBezTo>
                    <a:pt x="4145" y="6039"/>
                    <a:pt x="4046" y="5853"/>
                    <a:pt x="4031" y="5819"/>
                  </a:cubicBezTo>
                  <a:cubicBezTo>
                    <a:pt x="4017" y="5786"/>
                    <a:pt x="3960" y="5682"/>
                    <a:pt x="3942" y="5633"/>
                  </a:cubicBezTo>
                  <a:cubicBezTo>
                    <a:pt x="3926" y="5582"/>
                    <a:pt x="3816" y="5320"/>
                    <a:pt x="3782" y="5242"/>
                  </a:cubicBezTo>
                  <a:cubicBezTo>
                    <a:pt x="3749" y="5167"/>
                    <a:pt x="3711" y="4992"/>
                    <a:pt x="3706" y="4960"/>
                  </a:cubicBezTo>
                  <a:cubicBezTo>
                    <a:pt x="3703" y="4928"/>
                    <a:pt x="3701" y="4899"/>
                    <a:pt x="3712" y="4894"/>
                  </a:cubicBezTo>
                  <a:cubicBezTo>
                    <a:pt x="3724" y="4891"/>
                    <a:pt x="3754" y="4839"/>
                    <a:pt x="3772" y="4801"/>
                  </a:cubicBezTo>
                  <a:cubicBezTo>
                    <a:pt x="3788" y="4762"/>
                    <a:pt x="3759" y="4670"/>
                    <a:pt x="3749" y="4651"/>
                  </a:cubicBezTo>
                  <a:cubicBezTo>
                    <a:pt x="3738" y="4631"/>
                    <a:pt x="3645" y="4485"/>
                    <a:pt x="3635" y="4472"/>
                  </a:cubicBezTo>
                  <a:cubicBezTo>
                    <a:pt x="3625" y="4459"/>
                    <a:pt x="3638" y="4431"/>
                    <a:pt x="3635" y="4389"/>
                  </a:cubicBezTo>
                  <a:cubicBezTo>
                    <a:pt x="3632" y="4347"/>
                    <a:pt x="3450" y="4122"/>
                    <a:pt x="3428" y="4087"/>
                  </a:cubicBezTo>
                  <a:cubicBezTo>
                    <a:pt x="3406" y="4052"/>
                    <a:pt x="3365" y="3987"/>
                    <a:pt x="3357" y="3977"/>
                  </a:cubicBezTo>
                  <a:cubicBezTo>
                    <a:pt x="3349" y="3966"/>
                    <a:pt x="3278" y="3905"/>
                    <a:pt x="3281" y="3891"/>
                  </a:cubicBezTo>
                  <a:cubicBezTo>
                    <a:pt x="3284" y="3878"/>
                    <a:pt x="3188" y="3693"/>
                    <a:pt x="3166" y="3659"/>
                  </a:cubicBezTo>
                  <a:cubicBezTo>
                    <a:pt x="3146" y="3625"/>
                    <a:pt x="3062" y="3497"/>
                    <a:pt x="3074" y="3459"/>
                  </a:cubicBezTo>
                  <a:cubicBezTo>
                    <a:pt x="3087" y="3422"/>
                    <a:pt x="2975" y="3353"/>
                    <a:pt x="2956" y="3353"/>
                  </a:cubicBezTo>
                  <a:cubicBezTo>
                    <a:pt x="2955" y="3353"/>
                    <a:pt x="2955" y="3353"/>
                    <a:pt x="2955" y="3353"/>
                  </a:cubicBezTo>
                  <a:cubicBezTo>
                    <a:pt x="2950" y="3353"/>
                    <a:pt x="2945" y="3354"/>
                    <a:pt x="2941" y="3354"/>
                  </a:cubicBezTo>
                  <a:cubicBezTo>
                    <a:pt x="2929" y="3354"/>
                    <a:pt x="2918" y="3351"/>
                    <a:pt x="2902" y="3333"/>
                  </a:cubicBezTo>
                  <a:cubicBezTo>
                    <a:pt x="2880" y="3306"/>
                    <a:pt x="2889" y="3107"/>
                    <a:pt x="2886" y="3030"/>
                  </a:cubicBezTo>
                  <a:cubicBezTo>
                    <a:pt x="2882" y="2953"/>
                    <a:pt x="2722" y="2909"/>
                    <a:pt x="2722" y="2909"/>
                  </a:cubicBezTo>
                  <a:cubicBezTo>
                    <a:pt x="2722" y="2909"/>
                    <a:pt x="2720" y="2823"/>
                    <a:pt x="2732" y="2775"/>
                  </a:cubicBezTo>
                  <a:cubicBezTo>
                    <a:pt x="2743" y="2730"/>
                    <a:pt x="2829" y="2419"/>
                    <a:pt x="2831" y="2408"/>
                  </a:cubicBezTo>
                  <a:cubicBezTo>
                    <a:pt x="2832" y="2399"/>
                    <a:pt x="2822" y="2325"/>
                    <a:pt x="2846" y="2325"/>
                  </a:cubicBezTo>
                  <a:cubicBezTo>
                    <a:pt x="2854" y="2325"/>
                    <a:pt x="2865" y="2333"/>
                    <a:pt x="2880" y="2351"/>
                  </a:cubicBezTo>
                  <a:cubicBezTo>
                    <a:pt x="2946" y="2428"/>
                    <a:pt x="3215" y="2470"/>
                    <a:pt x="3309" y="2475"/>
                  </a:cubicBezTo>
                  <a:cubicBezTo>
                    <a:pt x="3312" y="2475"/>
                    <a:pt x="3316" y="2475"/>
                    <a:pt x="3319" y="2475"/>
                  </a:cubicBezTo>
                  <a:cubicBezTo>
                    <a:pt x="3402" y="2475"/>
                    <a:pt x="3516" y="2435"/>
                    <a:pt x="3555" y="2435"/>
                  </a:cubicBezTo>
                  <a:cubicBezTo>
                    <a:pt x="3561" y="2435"/>
                    <a:pt x="3565" y="2436"/>
                    <a:pt x="3567" y="2438"/>
                  </a:cubicBezTo>
                  <a:cubicBezTo>
                    <a:pt x="3584" y="2453"/>
                    <a:pt x="3721" y="2562"/>
                    <a:pt x="3791" y="2591"/>
                  </a:cubicBezTo>
                  <a:cubicBezTo>
                    <a:pt x="3822" y="2605"/>
                    <a:pt x="3863" y="2609"/>
                    <a:pt x="3904" y="2609"/>
                  </a:cubicBezTo>
                  <a:cubicBezTo>
                    <a:pt x="3956" y="2609"/>
                    <a:pt x="4008" y="2602"/>
                    <a:pt x="4037" y="2601"/>
                  </a:cubicBezTo>
                  <a:cubicBezTo>
                    <a:pt x="4088" y="2600"/>
                    <a:pt x="4158" y="2415"/>
                    <a:pt x="4164" y="2370"/>
                  </a:cubicBezTo>
                  <a:cubicBezTo>
                    <a:pt x="4171" y="2322"/>
                    <a:pt x="4127" y="2058"/>
                    <a:pt x="4122" y="2045"/>
                  </a:cubicBezTo>
                  <a:cubicBezTo>
                    <a:pt x="4117" y="2032"/>
                    <a:pt x="4104" y="1921"/>
                    <a:pt x="4107" y="1898"/>
                  </a:cubicBezTo>
                  <a:cubicBezTo>
                    <a:pt x="4111" y="1875"/>
                    <a:pt x="4082" y="1825"/>
                    <a:pt x="4082" y="1825"/>
                  </a:cubicBezTo>
                  <a:cubicBezTo>
                    <a:pt x="4082" y="1825"/>
                    <a:pt x="4046" y="1765"/>
                    <a:pt x="4068" y="1749"/>
                  </a:cubicBezTo>
                  <a:cubicBezTo>
                    <a:pt x="4088" y="1735"/>
                    <a:pt x="4100" y="1691"/>
                    <a:pt x="4105" y="1666"/>
                  </a:cubicBezTo>
                  <a:cubicBezTo>
                    <a:pt x="4111" y="1641"/>
                    <a:pt x="4047" y="1593"/>
                    <a:pt x="4034" y="1586"/>
                  </a:cubicBezTo>
                  <a:cubicBezTo>
                    <a:pt x="4020" y="1580"/>
                    <a:pt x="4009" y="1557"/>
                    <a:pt x="4015" y="1532"/>
                  </a:cubicBezTo>
                  <a:cubicBezTo>
                    <a:pt x="4021" y="1509"/>
                    <a:pt x="3985" y="1446"/>
                    <a:pt x="3967" y="1442"/>
                  </a:cubicBezTo>
                  <a:cubicBezTo>
                    <a:pt x="3948" y="1439"/>
                    <a:pt x="3883" y="1448"/>
                    <a:pt x="3861" y="1417"/>
                  </a:cubicBezTo>
                  <a:cubicBezTo>
                    <a:pt x="3839" y="1388"/>
                    <a:pt x="3741" y="1269"/>
                    <a:pt x="3735" y="1269"/>
                  </a:cubicBezTo>
                  <a:cubicBezTo>
                    <a:pt x="3730" y="1269"/>
                    <a:pt x="3728" y="1269"/>
                    <a:pt x="3724" y="1267"/>
                  </a:cubicBezTo>
                  <a:cubicBezTo>
                    <a:pt x="3719" y="1266"/>
                    <a:pt x="3685" y="1199"/>
                    <a:pt x="3667" y="1178"/>
                  </a:cubicBezTo>
                  <a:cubicBezTo>
                    <a:pt x="3659" y="1168"/>
                    <a:pt x="3638" y="1166"/>
                    <a:pt x="3620" y="1166"/>
                  </a:cubicBezTo>
                  <a:cubicBezTo>
                    <a:pt x="3601" y="1166"/>
                    <a:pt x="3584" y="1168"/>
                    <a:pt x="3584" y="1168"/>
                  </a:cubicBezTo>
                  <a:cubicBezTo>
                    <a:pt x="3584" y="1168"/>
                    <a:pt x="3439" y="1132"/>
                    <a:pt x="3269" y="1132"/>
                  </a:cubicBezTo>
                  <a:cubicBezTo>
                    <a:pt x="3218" y="1132"/>
                    <a:pt x="3165" y="1135"/>
                    <a:pt x="3113" y="1143"/>
                  </a:cubicBezTo>
                  <a:cubicBezTo>
                    <a:pt x="2889" y="1180"/>
                    <a:pt x="2736" y="1403"/>
                    <a:pt x="2720" y="1403"/>
                  </a:cubicBezTo>
                  <a:cubicBezTo>
                    <a:pt x="2707" y="1401"/>
                    <a:pt x="2602" y="1218"/>
                    <a:pt x="2588" y="1174"/>
                  </a:cubicBezTo>
                  <a:cubicBezTo>
                    <a:pt x="2572" y="1127"/>
                    <a:pt x="2432" y="939"/>
                    <a:pt x="2410" y="926"/>
                  </a:cubicBezTo>
                  <a:cubicBezTo>
                    <a:pt x="2388" y="912"/>
                    <a:pt x="2325" y="875"/>
                    <a:pt x="2325" y="875"/>
                  </a:cubicBezTo>
                  <a:cubicBezTo>
                    <a:pt x="2325" y="875"/>
                    <a:pt x="2353" y="853"/>
                    <a:pt x="2355" y="837"/>
                  </a:cubicBezTo>
                  <a:cubicBezTo>
                    <a:pt x="2356" y="820"/>
                    <a:pt x="2378" y="801"/>
                    <a:pt x="2391" y="766"/>
                  </a:cubicBezTo>
                  <a:cubicBezTo>
                    <a:pt x="2404" y="730"/>
                    <a:pt x="2376" y="658"/>
                    <a:pt x="2372" y="644"/>
                  </a:cubicBezTo>
                  <a:cubicBezTo>
                    <a:pt x="2369" y="632"/>
                    <a:pt x="2343" y="617"/>
                    <a:pt x="2357" y="601"/>
                  </a:cubicBezTo>
                  <a:cubicBezTo>
                    <a:pt x="2372" y="584"/>
                    <a:pt x="2369" y="443"/>
                    <a:pt x="2328" y="263"/>
                  </a:cubicBezTo>
                  <a:cubicBezTo>
                    <a:pt x="2293" y="112"/>
                    <a:pt x="2036" y="1"/>
                    <a:pt x="18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6"/>
            <p:cNvSpPr/>
            <p:nvPr/>
          </p:nvSpPr>
          <p:spPr>
            <a:xfrm>
              <a:off x="3238285" y="1665935"/>
              <a:ext cx="98810" cy="103149"/>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7"/>
          <p:cNvSpPr/>
          <p:nvPr/>
        </p:nvSpPr>
        <p:spPr>
          <a:xfrm>
            <a:off x="818138" y="2677400"/>
            <a:ext cx="799200" cy="7992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7"/>
          <p:cNvSpPr/>
          <p:nvPr/>
        </p:nvSpPr>
        <p:spPr>
          <a:xfrm>
            <a:off x="2365188" y="1547700"/>
            <a:ext cx="799200" cy="7992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7"/>
          <p:cNvSpPr/>
          <p:nvPr/>
        </p:nvSpPr>
        <p:spPr>
          <a:xfrm>
            <a:off x="5414363" y="1547700"/>
            <a:ext cx="799200" cy="7992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7"/>
          <p:cNvSpPr/>
          <p:nvPr/>
        </p:nvSpPr>
        <p:spPr>
          <a:xfrm>
            <a:off x="3882288" y="2677400"/>
            <a:ext cx="799200" cy="7992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7"/>
          <p:cNvSpPr/>
          <p:nvPr/>
        </p:nvSpPr>
        <p:spPr>
          <a:xfrm>
            <a:off x="6946438" y="2677400"/>
            <a:ext cx="799200" cy="7992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7"/>
          <p:cNvSpPr/>
          <p:nvPr/>
        </p:nvSpPr>
        <p:spPr>
          <a:xfrm>
            <a:off x="6847950" y="2895163"/>
            <a:ext cx="943995"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7"/>
          <p:cNvSpPr/>
          <p:nvPr/>
        </p:nvSpPr>
        <p:spPr>
          <a:xfrm>
            <a:off x="5341975" y="1750600"/>
            <a:ext cx="943995"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7"/>
          <p:cNvSpPr/>
          <p:nvPr/>
        </p:nvSpPr>
        <p:spPr>
          <a:xfrm>
            <a:off x="2292800" y="1750600"/>
            <a:ext cx="943995"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7"/>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grpSp>
        <p:nvGrpSpPr>
          <p:cNvPr id="392" name="Google Shape;392;p27"/>
          <p:cNvGrpSpPr/>
          <p:nvPr/>
        </p:nvGrpSpPr>
        <p:grpSpPr>
          <a:xfrm>
            <a:off x="2251618" y="2352226"/>
            <a:ext cx="1575607" cy="1021976"/>
            <a:chOff x="2251618" y="2352226"/>
            <a:chExt cx="1575607" cy="1021976"/>
          </a:xfrm>
        </p:grpSpPr>
        <p:sp>
          <p:nvSpPr>
            <p:cNvPr id="393" name="Google Shape;393;p27"/>
            <p:cNvSpPr txBox="1"/>
            <p:nvPr/>
          </p:nvSpPr>
          <p:spPr>
            <a:xfrm>
              <a:off x="2251618" y="2352226"/>
              <a:ext cx="1575600" cy="417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Dosis SemiBold"/>
                  <a:ea typeface="Dosis SemiBold"/>
                  <a:cs typeface="Dosis SemiBold"/>
                  <a:sym typeface="Dosis SemiBold"/>
                </a:rPr>
                <a:t>PASS</a:t>
              </a:r>
              <a:endParaRPr sz="2000">
                <a:solidFill>
                  <a:schemeClr val="dk2"/>
                </a:solidFill>
                <a:latin typeface="Dosis SemiBold"/>
                <a:ea typeface="Dosis SemiBold"/>
                <a:cs typeface="Dosis SemiBold"/>
                <a:sym typeface="Dosis SemiBold"/>
              </a:endParaRPr>
            </a:p>
          </p:txBody>
        </p:sp>
        <p:sp>
          <p:nvSpPr>
            <p:cNvPr id="394" name="Google Shape;394;p27"/>
            <p:cNvSpPr txBox="1"/>
            <p:nvPr/>
          </p:nvSpPr>
          <p:spPr>
            <a:xfrm>
              <a:off x="2251625" y="2644002"/>
              <a:ext cx="1575600" cy="730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1600">
                  <a:solidFill>
                    <a:schemeClr val="lt1"/>
                  </a:solidFill>
                  <a:latin typeface="Dosis"/>
                  <a:ea typeface="Dosis"/>
                  <a:cs typeface="Dosis"/>
                  <a:sym typeface="Dosis"/>
                </a:rPr>
                <a:t>Jupiter is the biggest planet</a:t>
              </a:r>
              <a:endParaRPr sz="1600">
                <a:solidFill>
                  <a:schemeClr val="lt1"/>
                </a:solidFill>
                <a:latin typeface="Dosis"/>
                <a:ea typeface="Dosis"/>
                <a:cs typeface="Dosis"/>
                <a:sym typeface="Dosis"/>
              </a:endParaRPr>
            </a:p>
          </p:txBody>
        </p:sp>
      </p:grpSp>
      <p:grpSp>
        <p:nvGrpSpPr>
          <p:cNvPr id="395" name="Google Shape;395;p27"/>
          <p:cNvGrpSpPr/>
          <p:nvPr/>
        </p:nvGrpSpPr>
        <p:grpSpPr>
          <a:xfrm>
            <a:off x="720000" y="3506300"/>
            <a:ext cx="1575675" cy="1003680"/>
            <a:chOff x="720000" y="3506300"/>
            <a:chExt cx="1575675" cy="1003680"/>
          </a:xfrm>
        </p:grpSpPr>
        <p:sp>
          <p:nvSpPr>
            <p:cNvPr id="396" name="Google Shape;396;p27"/>
            <p:cNvSpPr txBox="1"/>
            <p:nvPr/>
          </p:nvSpPr>
          <p:spPr>
            <a:xfrm>
              <a:off x="720000" y="3506300"/>
              <a:ext cx="1575600" cy="4176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DRIBBLE</a:t>
              </a:r>
              <a:endParaRPr sz="2000">
                <a:solidFill>
                  <a:schemeClr val="dk2"/>
                </a:solidFill>
                <a:latin typeface="Dosis SemiBold"/>
                <a:ea typeface="Dosis SemiBold"/>
                <a:cs typeface="Dosis SemiBold"/>
                <a:sym typeface="Dosis SemiBold"/>
              </a:endParaRPr>
            </a:p>
          </p:txBody>
        </p:sp>
        <p:sp>
          <p:nvSpPr>
            <p:cNvPr id="397" name="Google Shape;397;p27"/>
            <p:cNvSpPr txBox="1"/>
            <p:nvPr/>
          </p:nvSpPr>
          <p:spPr>
            <a:xfrm>
              <a:off x="720075" y="3779780"/>
              <a:ext cx="1575600" cy="730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1600">
                  <a:solidFill>
                    <a:schemeClr val="lt1"/>
                  </a:solidFill>
                  <a:latin typeface="Dosis"/>
                  <a:ea typeface="Dosis"/>
                  <a:cs typeface="Dosis"/>
                  <a:sym typeface="Dosis"/>
                </a:rPr>
                <a:t>Mercury is a very small planet</a:t>
              </a:r>
              <a:endParaRPr sz="1600">
                <a:solidFill>
                  <a:schemeClr val="lt1"/>
                </a:solidFill>
                <a:latin typeface="Dosis"/>
                <a:ea typeface="Dosis"/>
                <a:cs typeface="Dosis"/>
                <a:sym typeface="Dosis"/>
              </a:endParaRPr>
            </a:p>
          </p:txBody>
        </p:sp>
      </p:grpSp>
      <p:grpSp>
        <p:nvGrpSpPr>
          <p:cNvPr id="398" name="Google Shape;398;p27"/>
          <p:cNvGrpSpPr/>
          <p:nvPr/>
        </p:nvGrpSpPr>
        <p:grpSpPr>
          <a:xfrm>
            <a:off x="3784225" y="3506325"/>
            <a:ext cx="1575690" cy="1003670"/>
            <a:chOff x="3784225" y="3506325"/>
            <a:chExt cx="1575690" cy="1003670"/>
          </a:xfrm>
        </p:grpSpPr>
        <p:sp>
          <p:nvSpPr>
            <p:cNvPr id="399" name="Google Shape;399;p27"/>
            <p:cNvSpPr txBox="1"/>
            <p:nvPr/>
          </p:nvSpPr>
          <p:spPr>
            <a:xfrm>
              <a:off x="3784225" y="3506325"/>
              <a:ext cx="1575600" cy="4176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CROSS-OVER</a:t>
              </a:r>
              <a:endParaRPr sz="2000">
                <a:solidFill>
                  <a:schemeClr val="dk2"/>
                </a:solidFill>
                <a:latin typeface="Dosis SemiBold"/>
                <a:ea typeface="Dosis SemiBold"/>
                <a:cs typeface="Dosis SemiBold"/>
                <a:sym typeface="Dosis SemiBold"/>
              </a:endParaRPr>
            </a:p>
          </p:txBody>
        </p:sp>
        <p:sp>
          <p:nvSpPr>
            <p:cNvPr id="400" name="Google Shape;400;p27"/>
            <p:cNvSpPr txBox="1"/>
            <p:nvPr/>
          </p:nvSpPr>
          <p:spPr>
            <a:xfrm>
              <a:off x="3784314" y="3779795"/>
              <a:ext cx="1575600" cy="730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1600">
                  <a:solidFill>
                    <a:schemeClr val="lt1"/>
                  </a:solidFill>
                  <a:latin typeface="Dosis"/>
                  <a:ea typeface="Dosis"/>
                  <a:cs typeface="Dosis"/>
                  <a:sym typeface="Dosis"/>
                </a:rPr>
                <a:t>Despite being red, Mars is cold</a:t>
              </a:r>
              <a:endParaRPr sz="1600">
                <a:solidFill>
                  <a:schemeClr val="lt1"/>
                </a:solidFill>
                <a:latin typeface="Dosis"/>
                <a:ea typeface="Dosis"/>
                <a:cs typeface="Dosis"/>
                <a:sym typeface="Dosis"/>
              </a:endParaRPr>
            </a:p>
          </p:txBody>
        </p:sp>
      </p:grpSp>
      <p:grpSp>
        <p:nvGrpSpPr>
          <p:cNvPr id="401" name="Google Shape;401;p27"/>
          <p:cNvGrpSpPr/>
          <p:nvPr/>
        </p:nvGrpSpPr>
        <p:grpSpPr>
          <a:xfrm>
            <a:off x="5315804" y="2352226"/>
            <a:ext cx="1575601" cy="1021976"/>
            <a:chOff x="5315804" y="2352226"/>
            <a:chExt cx="1575601" cy="1021976"/>
          </a:xfrm>
        </p:grpSpPr>
        <p:sp>
          <p:nvSpPr>
            <p:cNvPr id="402" name="Google Shape;402;p27"/>
            <p:cNvSpPr txBox="1"/>
            <p:nvPr/>
          </p:nvSpPr>
          <p:spPr>
            <a:xfrm>
              <a:off x="5315806" y="2352226"/>
              <a:ext cx="1575600" cy="417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LAYUP</a:t>
              </a:r>
              <a:endParaRPr sz="2000">
                <a:solidFill>
                  <a:schemeClr val="dk2"/>
                </a:solidFill>
                <a:latin typeface="Dosis SemiBold"/>
                <a:ea typeface="Dosis SemiBold"/>
                <a:cs typeface="Dosis SemiBold"/>
                <a:sym typeface="Dosis SemiBold"/>
              </a:endParaRPr>
            </a:p>
          </p:txBody>
        </p:sp>
        <p:sp>
          <p:nvSpPr>
            <p:cNvPr id="403" name="Google Shape;403;p27"/>
            <p:cNvSpPr txBox="1"/>
            <p:nvPr/>
          </p:nvSpPr>
          <p:spPr>
            <a:xfrm>
              <a:off x="5315804" y="2644002"/>
              <a:ext cx="1575600" cy="730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1600">
                  <a:solidFill>
                    <a:schemeClr val="lt1"/>
                  </a:solidFill>
                  <a:latin typeface="Dosis"/>
                  <a:ea typeface="Dosis"/>
                  <a:cs typeface="Dosis"/>
                  <a:sym typeface="Dosis"/>
                </a:rPr>
                <a:t>We all live on planet Earth</a:t>
              </a:r>
              <a:endParaRPr sz="1600">
                <a:solidFill>
                  <a:schemeClr val="lt1"/>
                </a:solidFill>
                <a:latin typeface="Dosis"/>
                <a:ea typeface="Dosis"/>
                <a:cs typeface="Dosis"/>
                <a:sym typeface="Dosis"/>
              </a:endParaRPr>
            </a:p>
          </p:txBody>
        </p:sp>
      </p:grpSp>
      <p:grpSp>
        <p:nvGrpSpPr>
          <p:cNvPr id="404" name="Google Shape;404;p27"/>
          <p:cNvGrpSpPr/>
          <p:nvPr/>
        </p:nvGrpSpPr>
        <p:grpSpPr>
          <a:xfrm>
            <a:off x="6847851" y="3497327"/>
            <a:ext cx="1575606" cy="1012652"/>
            <a:chOff x="6847851" y="3497327"/>
            <a:chExt cx="1575606" cy="1012652"/>
          </a:xfrm>
        </p:grpSpPr>
        <p:sp>
          <p:nvSpPr>
            <p:cNvPr id="405" name="Google Shape;405;p27"/>
            <p:cNvSpPr txBox="1"/>
            <p:nvPr/>
          </p:nvSpPr>
          <p:spPr>
            <a:xfrm>
              <a:off x="6847857" y="3497327"/>
              <a:ext cx="1575600" cy="4176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SHOOT</a:t>
              </a:r>
              <a:endParaRPr sz="2000">
                <a:solidFill>
                  <a:schemeClr val="dk2"/>
                </a:solidFill>
                <a:latin typeface="Dosis SemiBold"/>
                <a:ea typeface="Dosis SemiBold"/>
                <a:cs typeface="Dosis SemiBold"/>
                <a:sym typeface="Dosis SemiBold"/>
              </a:endParaRPr>
            </a:p>
          </p:txBody>
        </p:sp>
        <p:sp>
          <p:nvSpPr>
            <p:cNvPr id="406" name="Google Shape;406;p27"/>
            <p:cNvSpPr txBox="1"/>
            <p:nvPr/>
          </p:nvSpPr>
          <p:spPr>
            <a:xfrm>
              <a:off x="6847851" y="3779779"/>
              <a:ext cx="1575600" cy="730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1600">
                  <a:solidFill>
                    <a:schemeClr val="lt1"/>
                  </a:solidFill>
                  <a:latin typeface="Dosis"/>
                  <a:ea typeface="Dosis"/>
                  <a:cs typeface="Dosis"/>
                  <a:sym typeface="Dosis"/>
                </a:rPr>
                <a:t>Venus has a beautiful name</a:t>
              </a:r>
              <a:endParaRPr sz="1600">
                <a:solidFill>
                  <a:schemeClr val="lt1"/>
                </a:solidFill>
                <a:latin typeface="Dosis"/>
                <a:ea typeface="Dosis"/>
                <a:cs typeface="Dosis"/>
                <a:sym typeface="Dosis"/>
              </a:endParaRPr>
            </a:p>
          </p:txBody>
        </p:sp>
      </p:grpSp>
      <p:cxnSp>
        <p:nvCxnSpPr>
          <p:cNvPr id="407" name="Google Shape;407;p27"/>
          <p:cNvCxnSpPr>
            <a:stCxn id="383" idx="0"/>
            <a:endCxn id="384" idx="0"/>
          </p:cNvCxnSpPr>
          <p:nvPr/>
        </p:nvCxnSpPr>
        <p:spPr>
          <a:xfrm rot="-5400000">
            <a:off x="1426388" y="1338950"/>
            <a:ext cx="1129800" cy="1547100"/>
          </a:xfrm>
          <a:prstGeom prst="curvedConnector3">
            <a:avLst>
              <a:gd fmla="val 121068" name="adj1"/>
            </a:avLst>
          </a:prstGeom>
          <a:noFill/>
          <a:ln cap="flat" cmpd="sng" w="28575">
            <a:solidFill>
              <a:schemeClr val="lt1"/>
            </a:solidFill>
            <a:prstDash val="dash"/>
            <a:round/>
            <a:headEnd len="med" w="med" type="none"/>
            <a:tailEnd len="med" w="med" type="none"/>
          </a:ln>
        </p:spPr>
      </p:cxnSp>
      <p:cxnSp>
        <p:nvCxnSpPr>
          <p:cNvPr id="408" name="Google Shape;408;p27"/>
          <p:cNvCxnSpPr>
            <a:stCxn id="384" idx="0"/>
            <a:endCxn id="386" idx="0"/>
          </p:cNvCxnSpPr>
          <p:nvPr/>
        </p:nvCxnSpPr>
        <p:spPr>
          <a:xfrm flipH="1" rot="-5400000">
            <a:off x="2958438" y="1354050"/>
            <a:ext cx="1129800" cy="1517100"/>
          </a:xfrm>
          <a:prstGeom prst="curvedConnector3">
            <a:avLst>
              <a:gd fmla="val -21077" name="adj1"/>
            </a:avLst>
          </a:prstGeom>
          <a:noFill/>
          <a:ln cap="flat" cmpd="sng" w="28575">
            <a:solidFill>
              <a:schemeClr val="lt1"/>
            </a:solidFill>
            <a:prstDash val="dash"/>
            <a:round/>
            <a:headEnd len="med" w="med" type="none"/>
            <a:tailEnd len="med" w="med" type="none"/>
          </a:ln>
        </p:spPr>
      </p:cxnSp>
      <p:cxnSp>
        <p:nvCxnSpPr>
          <p:cNvPr id="409" name="Google Shape;409;p27"/>
          <p:cNvCxnSpPr>
            <a:stCxn id="386" idx="0"/>
            <a:endCxn id="385" idx="0"/>
          </p:cNvCxnSpPr>
          <p:nvPr/>
        </p:nvCxnSpPr>
        <p:spPr>
          <a:xfrm rot="-5400000">
            <a:off x="4483038" y="1346450"/>
            <a:ext cx="1129800" cy="1532100"/>
          </a:xfrm>
          <a:prstGeom prst="curvedConnector3">
            <a:avLst>
              <a:gd fmla="val 121068" name="adj1"/>
            </a:avLst>
          </a:prstGeom>
          <a:noFill/>
          <a:ln cap="flat" cmpd="sng" w="28575">
            <a:solidFill>
              <a:schemeClr val="lt1"/>
            </a:solidFill>
            <a:prstDash val="dash"/>
            <a:round/>
            <a:headEnd len="med" w="med" type="none"/>
            <a:tailEnd len="med" w="med" type="none"/>
          </a:ln>
        </p:spPr>
      </p:cxnSp>
      <p:cxnSp>
        <p:nvCxnSpPr>
          <p:cNvPr id="410" name="Google Shape;410;p27"/>
          <p:cNvCxnSpPr>
            <a:stCxn id="385" idx="0"/>
            <a:endCxn id="387" idx="0"/>
          </p:cNvCxnSpPr>
          <p:nvPr/>
        </p:nvCxnSpPr>
        <p:spPr>
          <a:xfrm flipH="1" rot="-5400000">
            <a:off x="6015113" y="1346550"/>
            <a:ext cx="1129800" cy="1532100"/>
          </a:xfrm>
          <a:prstGeom prst="curvedConnector3">
            <a:avLst>
              <a:gd fmla="val -21077" name="adj1"/>
            </a:avLst>
          </a:prstGeom>
          <a:noFill/>
          <a:ln cap="flat" cmpd="sng" w="28575">
            <a:solidFill>
              <a:schemeClr val="lt1"/>
            </a:solidFill>
            <a:prstDash val="dash"/>
            <a:round/>
            <a:headEnd len="med" w="med" type="none"/>
            <a:tailEnd len="med" w="med" type="none"/>
          </a:ln>
        </p:spPr>
      </p:cxnSp>
      <p:sp>
        <p:nvSpPr>
          <p:cNvPr id="411" name="Google Shape;411;p27"/>
          <p:cNvSpPr/>
          <p:nvPr/>
        </p:nvSpPr>
        <p:spPr>
          <a:xfrm>
            <a:off x="745750" y="2895175"/>
            <a:ext cx="943995"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2" name="Google Shape;412;p27"/>
          <p:cNvGrpSpPr/>
          <p:nvPr/>
        </p:nvGrpSpPr>
        <p:grpSpPr>
          <a:xfrm>
            <a:off x="1004683" y="2866566"/>
            <a:ext cx="426132" cy="450578"/>
            <a:chOff x="5555988" y="1930463"/>
            <a:chExt cx="523375" cy="553400"/>
          </a:xfrm>
        </p:grpSpPr>
        <p:sp>
          <p:nvSpPr>
            <p:cNvPr id="413" name="Google Shape;413;p27"/>
            <p:cNvSpPr/>
            <p:nvPr/>
          </p:nvSpPr>
          <p:spPr>
            <a:xfrm>
              <a:off x="5968038" y="2311688"/>
              <a:ext cx="72575" cy="146425"/>
            </a:xfrm>
            <a:custGeom>
              <a:rect b="b" l="l" r="r" t="t"/>
              <a:pathLst>
                <a:path extrusionOk="0" h="5857" w="2903">
                  <a:moveTo>
                    <a:pt x="2505" y="0"/>
                  </a:moveTo>
                  <a:cubicBezTo>
                    <a:pt x="2301" y="0"/>
                    <a:pt x="2131" y="158"/>
                    <a:pt x="2117" y="364"/>
                  </a:cubicBezTo>
                  <a:cubicBezTo>
                    <a:pt x="2002" y="2154"/>
                    <a:pt x="1307" y="3855"/>
                    <a:pt x="139" y="5215"/>
                  </a:cubicBezTo>
                  <a:cubicBezTo>
                    <a:pt x="0" y="5379"/>
                    <a:pt x="17" y="5624"/>
                    <a:pt x="180" y="5763"/>
                  </a:cubicBezTo>
                  <a:cubicBezTo>
                    <a:pt x="253" y="5826"/>
                    <a:pt x="342" y="5857"/>
                    <a:pt x="432" y="5857"/>
                  </a:cubicBezTo>
                  <a:cubicBezTo>
                    <a:pt x="541" y="5857"/>
                    <a:pt x="650" y="5811"/>
                    <a:pt x="728" y="5722"/>
                  </a:cubicBezTo>
                  <a:cubicBezTo>
                    <a:pt x="2004" y="4233"/>
                    <a:pt x="2763" y="2370"/>
                    <a:pt x="2891" y="412"/>
                  </a:cubicBezTo>
                  <a:cubicBezTo>
                    <a:pt x="2903" y="200"/>
                    <a:pt x="2742" y="15"/>
                    <a:pt x="2528" y="1"/>
                  </a:cubicBezTo>
                  <a:cubicBezTo>
                    <a:pt x="2520" y="1"/>
                    <a:pt x="2513" y="0"/>
                    <a:pt x="250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7"/>
            <p:cNvSpPr/>
            <p:nvPr/>
          </p:nvSpPr>
          <p:spPr>
            <a:xfrm>
              <a:off x="5594838" y="2159263"/>
              <a:ext cx="72550" cy="146400"/>
            </a:xfrm>
            <a:custGeom>
              <a:rect b="b" l="l" r="r" t="t"/>
              <a:pathLst>
                <a:path extrusionOk="0" h="5856" w="2902">
                  <a:moveTo>
                    <a:pt x="2470" y="0"/>
                  </a:moveTo>
                  <a:cubicBezTo>
                    <a:pt x="2458" y="0"/>
                    <a:pt x="2447" y="1"/>
                    <a:pt x="2435" y="2"/>
                  </a:cubicBezTo>
                  <a:cubicBezTo>
                    <a:pt x="2334" y="9"/>
                    <a:pt x="2238" y="57"/>
                    <a:pt x="2171" y="134"/>
                  </a:cubicBezTo>
                  <a:cubicBezTo>
                    <a:pt x="892" y="1624"/>
                    <a:pt x="133" y="3486"/>
                    <a:pt x="8" y="5444"/>
                  </a:cubicBezTo>
                  <a:cubicBezTo>
                    <a:pt x="1" y="5545"/>
                    <a:pt x="37" y="5649"/>
                    <a:pt x="104" y="5726"/>
                  </a:cubicBezTo>
                  <a:cubicBezTo>
                    <a:pt x="171" y="5802"/>
                    <a:pt x="268" y="5848"/>
                    <a:pt x="371" y="5855"/>
                  </a:cubicBezTo>
                  <a:lnTo>
                    <a:pt x="395" y="5855"/>
                  </a:lnTo>
                  <a:cubicBezTo>
                    <a:pt x="599" y="5855"/>
                    <a:pt x="770" y="5697"/>
                    <a:pt x="782" y="5493"/>
                  </a:cubicBezTo>
                  <a:cubicBezTo>
                    <a:pt x="900" y="3702"/>
                    <a:pt x="1594" y="2001"/>
                    <a:pt x="2762" y="641"/>
                  </a:cubicBezTo>
                  <a:cubicBezTo>
                    <a:pt x="2901" y="478"/>
                    <a:pt x="2882" y="232"/>
                    <a:pt x="2719" y="93"/>
                  </a:cubicBezTo>
                  <a:cubicBezTo>
                    <a:pt x="2648" y="33"/>
                    <a:pt x="2561" y="0"/>
                    <a:pt x="247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7"/>
            <p:cNvSpPr/>
            <p:nvPr/>
          </p:nvSpPr>
          <p:spPr>
            <a:xfrm>
              <a:off x="5997638" y="2314088"/>
              <a:ext cx="81725" cy="169775"/>
            </a:xfrm>
            <a:custGeom>
              <a:rect b="b" l="l" r="r" t="t"/>
              <a:pathLst>
                <a:path extrusionOk="0" h="6791" w="3269">
                  <a:moveTo>
                    <a:pt x="2871" y="1"/>
                  </a:moveTo>
                  <a:cubicBezTo>
                    <a:pt x="2667" y="1"/>
                    <a:pt x="2494" y="158"/>
                    <a:pt x="2481" y="364"/>
                  </a:cubicBezTo>
                  <a:cubicBezTo>
                    <a:pt x="2346" y="2491"/>
                    <a:pt x="1522" y="4516"/>
                    <a:pt x="133" y="6134"/>
                  </a:cubicBezTo>
                  <a:cubicBezTo>
                    <a:pt x="34" y="6237"/>
                    <a:pt x="1" y="6386"/>
                    <a:pt x="46" y="6523"/>
                  </a:cubicBezTo>
                  <a:cubicBezTo>
                    <a:pt x="90" y="6660"/>
                    <a:pt x="207" y="6761"/>
                    <a:pt x="349" y="6785"/>
                  </a:cubicBezTo>
                  <a:cubicBezTo>
                    <a:pt x="370" y="6788"/>
                    <a:pt x="392" y="6790"/>
                    <a:pt x="413" y="6790"/>
                  </a:cubicBezTo>
                  <a:cubicBezTo>
                    <a:pt x="532" y="6790"/>
                    <a:pt x="646" y="6734"/>
                    <a:pt x="722" y="6638"/>
                  </a:cubicBezTo>
                  <a:cubicBezTo>
                    <a:pt x="2219" y="4894"/>
                    <a:pt x="3108" y="2709"/>
                    <a:pt x="3257" y="414"/>
                  </a:cubicBezTo>
                  <a:cubicBezTo>
                    <a:pt x="3269" y="201"/>
                    <a:pt x="3108" y="16"/>
                    <a:pt x="2894" y="1"/>
                  </a:cubicBezTo>
                  <a:cubicBezTo>
                    <a:pt x="2886" y="1"/>
                    <a:pt x="2879" y="1"/>
                    <a:pt x="287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7"/>
            <p:cNvSpPr/>
            <p:nvPr/>
          </p:nvSpPr>
          <p:spPr>
            <a:xfrm>
              <a:off x="5555988" y="2133913"/>
              <a:ext cx="81900" cy="169350"/>
            </a:xfrm>
            <a:custGeom>
              <a:rect b="b" l="l" r="r" t="t"/>
              <a:pathLst>
                <a:path extrusionOk="0" h="6774" w="3276">
                  <a:moveTo>
                    <a:pt x="2841" y="1"/>
                  </a:moveTo>
                  <a:cubicBezTo>
                    <a:pt x="2832" y="1"/>
                    <a:pt x="2823" y="1"/>
                    <a:pt x="2814" y="2"/>
                  </a:cubicBezTo>
                  <a:cubicBezTo>
                    <a:pt x="2713" y="9"/>
                    <a:pt x="2617" y="57"/>
                    <a:pt x="2550" y="136"/>
                  </a:cubicBezTo>
                  <a:cubicBezTo>
                    <a:pt x="1053" y="1881"/>
                    <a:pt x="161" y="4065"/>
                    <a:pt x="12" y="6362"/>
                  </a:cubicBezTo>
                  <a:cubicBezTo>
                    <a:pt x="0" y="6576"/>
                    <a:pt x="161" y="6759"/>
                    <a:pt x="375" y="6773"/>
                  </a:cubicBezTo>
                  <a:lnTo>
                    <a:pt x="401" y="6773"/>
                  </a:lnTo>
                  <a:cubicBezTo>
                    <a:pt x="606" y="6773"/>
                    <a:pt x="776" y="6615"/>
                    <a:pt x="788" y="6410"/>
                  </a:cubicBezTo>
                  <a:cubicBezTo>
                    <a:pt x="925" y="4284"/>
                    <a:pt x="1749" y="2258"/>
                    <a:pt x="3136" y="641"/>
                  </a:cubicBezTo>
                  <a:cubicBezTo>
                    <a:pt x="3275" y="480"/>
                    <a:pt x="3259" y="235"/>
                    <a:pt x="3098" y="95"/>
                  </a:cubicBezTo>
                  <a:cubicBezTo>
                    <a:pt x="3025" y="34"/>
                    <a:pt x="2935" y="1"/>
                    <a:pt x="284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7"/>
            <p:cNvSpPr/>
            <p:nvPr/>
          </p:nvSpPr>
          <p:spPr>
            <a:xfrm>
              <a:off x="5924413" y="2200263"/>
              <a:ext cx="53075" cy="68750"/>
            </a:xfrm>
            <a:custGeom>
              <a:rect b="b" l="l" r="r" t="t"/>
              <a:pathLst>
                <a:path extrusionOk="0" h="2750" w="2123">
                  <a:moveTo>
                    <a:pt x="688" y="1"/>
                  </a:moveTo>
                  <a:cubicBezTo>
                    <a:pt x="296" y="750"/>
                    <a:pt x="61" y="1572"/>
                    <a:pt x="0" y="2418"/>
                  </a:cubicBezTo>
                  <a:cubicBezTo>
                    <a:pt x="73" y="2425"/>
                    <a:pt x="145" y="2430"/>
                    <a:pt x="217" y="2440"/>
                  </a:cubicBezTo>
                  <a:cubicBezTo>
                    <a:pt x="875" y="2516"/>
                    <a:pt x="1514" y="2622"/>
                    <a:pt x="2122" y="2750"/>
                  </a:cubicBezTo>
                  <a:cubicBezTo>
                    <a:pt x="1868" y="1733"/>
                    <a:pt x="1377" y="791"/>
                    <a:pt x="68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7"/>
            <p:cNvSpPr/>
            <p:nvPr/>
          </p:nvSpPr>
          <p:spPr>
            <a:xfrm>
              <a:off x="5653538" y="2166738"/>
              <a:ext cx="151350" cy="126600"/>
            </a:xfrm>
            <a:custGeom>
              <a:rect b="b" l="l" r="r" t="t"/>
              <a:pathLst>
                <a:path extrusionOk="0" h="5064" w="6054">
                  <a:moveTo>
                    <a:pt x="3230" y="1"/>
                  </a:moveTo>
                  <a:cubicBezTo>
                    <a:pt x="1397" y="1068"/>
                    <a:pt x="195" y="2954"/>
                    <a:pt x="1" y="5064"/>
                  </a:cubicBezTo>
                  <a:cubicBezTo>
                    <a:pt x="1531" y="4405"/>
                    <a:pt x="3153" y="3980"/>
                    <a:pt x="4811" y="3800"/>
                  </a:cubicBezTo>
                  <a:cubicBezTo>
                    <a:pt x="5217" y="3749"/>
                    <a:pt x="5633" y="3711"/>
                    <a:pt x="6054" y="3680"/>
                  </a:cubicBezTo>
                  <a:cubicBezTo>
                    <a:pt x="5659" y="2115"/>
                    <a:pt x="4638" y="784"/>
                    <a:pt x="32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7"/>
            <p:cNvSpPr/>
            <p:nvPr/>
          </p:nvSpPr>
          <p:spPr>
            <a:xfrm>
              <a:off x="5754513" y="2143988"/>
              <a:ext cx="104500" cy="113550"/>
            </a:xfrm>
            <a:custGeom>
              <a:rect b="b" l="l" r="r" t="t"/>
              <a:pathLst>
                <a:path extrusionOk="0" h="4542" w="4180">
                  <a:moveTo>
                    <a:pt x="2525" y="0"/>
                  </a:moveTo>
                  <a:cubicBezTo>
                    <a:pt x="1660" y="0"/>
                    <a:pt x="801" y="171"/>
                    <a:pt x="1" y="502"/>
                  </a:cubicBezTo>
                  <a:cubicBezTo>
                    <a:pt x="1433" y="1425"/>
                    <a:pt x="2440" y="2879"/>
                    <a:pt x="2805" y="4542"/>
                  </a:cubicBezTo>
                  <a:cubicBezTo>
                    <a:pt x="3175" y="4527"/>
                    <a:pt x="3545" y="4515"/>
                    <a:pt x="3920" y="4515"/>
                  </a:cubicBezTo>
                  <a:lnTo>
                    <a:pt x="3971" y="4515"/>
                  </a:lnTo>
                  <a:cubicBezTo>
                    <a:pt x="4040" y="4515"/>
                    <a:pt x="4110" y="4518"/>
                    <a:pt x="4180" y="4518"/>
                  </a:cubicBezTo>
                  <a:cubicBezTo>
                    <a:pt x="3956" y="2477"/>
                    <a:pt x="3432" y="786"/>
                    <a:pt x="2774" y="5"/>
                  </a:cubicBezTo>
                  <a:cubicBezTo>
                    <a:pt x="2691" y="2"/>
                    <a:pt x="2608" y="0"/>
                    <a:pt x="252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7"/>
            <p:cNvSpPr/>
            <p:nvPr/>
          </p:nvSpPr>
          <p:spPr>
            <a:xfrm>
              <a:off x="5848888" y="2146863"/>
              <a:ext cx="78600" cy="112050"/>
            </a:xfrm>
            <a:custGeom>
              <a:rect b="b" l="l" r="r" t="t"/>
              <a:pathLst>
                <a:path extrusionOk="0" h="4482" w="3144">
                  <a:moveTo>
                    <a:pt x="1" y="0"/>
                  </a:moveTo>
                  <a:lnTo>
                    <a:pt x="1" y="0"/>
                  </a:lnTo>
                  <a:cubicBezTo>
                    <a:pt x="671" y="1384"/>
                    <a:pt x="1073" y="2884"/>
                    <a:pt x="1183" y="4419"/>
                  </a:cubicBezTo>
                  <a:cubicBezTo>
                    <a:pt x="1544" y="4434"/>
                    <a:pt x="1897" y="4453"/>
                    <a:pt x="2248" y="4482"/>
                  </a:cubicBezTo>
                  <a:cubicBezTo>
                    <a:pt x="2320" y="3453"/>
                    <a:pt x="2625" y="2454"/>
                    <a:pt x="3144" y="1562"/>
                  </a:cubicBezTo>
                  <a:cubicBezTo>
                    <a:pt x="2260" y="764"/>
                    <a:pt x="1171" y="221"/>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7"/>
            <p:cNvSpPr/>
            <p:nvPr/>
          </p:nvSpPr>
          <p:spPr>
            <a:xfrm>
              <a:off x="5653113" y="2277938"/>
              <a:ext cx="154900" cy="142050"/>
            </a:xfrm>
            <a:custGeom>
              <a:rect b="b" l="l" r="r" t="t"/>
              <a:pathLst>
                <a:path extrusionOk="0" h="5682" w="6196">
                  <a:moveTo>
                    <a:pt x="6181" y="1"/>
                  </a:moveTo>
                  <a:cubicBezTo>
                    <a:pt x="5756" y="32"/>
                    <a:pt x="5338" y="70"/>
                    <a:pt x="4927" y="121"/>
                  </a:cubicBezTo>
                  <a:cubicBezTo>
                    <a:pt x="3218" y="301"/>
                    <a:pt x="1553" y="762"/>
                    <a:pt x="1" y="1490"/>
                  </a:cubicBezTo>
                  <a:cubicBezTo>
                    <a:pt x="66" y="3048"/>
                    <a:pt x="676" y="4530"/>
                    <a:pt x="1726" y="5681"/>
                  </a:cubicBezTo>
                  <a:cubicBezTo>
                    <a:pt x="4408" y="4773"/>
                    <a:pt x="6196" y="2627"/>
                    <a:pt x="6196" y="267"/>
                  </a:cubicBezTo>
                  <a:cubicBezTo>
                    <a:pt x="6196" y="176"/>
                    <a:pt x="6186" y="89"/>
                    <a:pt x="618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7"/>
            <p:cNvSpPr/>
            <p:nvPr/>
          </p:nvSpPr>
          <p:spPr>
            <a:xfrm>
              <a:off x="5856538" y="2276988"/>
              <a:ext cx="99625" cy="191700"/>
            </a:xfrm>
            <a:custGeom>
              <a:rect b="b" l="l" r="r" t="t"/>
              <a:pathLst>
                <a:path extrusionOk="0" h="7668" w="3985">
                  <a:moveTo>
                    <a:pt x="947" y="0"/>
                  </a:moveTo>
                  <a:cubicBezTo>
                    <a:pt x="983" y="488"/>
                    <a:pt x="1000" y="1014"/>
                    <a:pt x="1000" y="1550"/>
                  </a:cubicBezTo>
                  <a:cubicBezTo>
                    <a:pt x="1000" y="3955"/>
                    <a:pt x="634" y="6154"/>
                    <a:pt x="0" y="7668"/>
                  </a:cubicBezTo>
                  <a:cubicBezTo>
                    <a:pt x="1641" y="7269"/>
                    <a:pt x="3066" y="6257"/>
                    <a:pt x="3984" y="4840"/>
                  </a:cubicBezTo>
                  <a:cubicBezTo>
                    <a:pt x="2747" y="4018"/>
                    <a:pt x="1932" y="2172"/>
                    <a:pt x="1913" y="60"/>
                  </a:cubicBezTo>
                  <a:cubicBezTo>
                    <a:pt x="1593" y="34"/>
                    <a:pt x="1271" y="15"/>
                    <a:pt x="94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7"/>
            <p:cNvSpPr/>
            <p:nvPr/>
          </p:nvSpPr>
          <p:spPr>
            <a:xfrm>
              <a:off x="5923763" y="2280163"/>
              <a:ext cx="60875" cy="100825"/>
            </a:xfrm>
            <a:custGeom>
              <a:rect b="b" l="l" r="r" t="t"/>
              <a:pathLst>
                <a:path extrusionOk="0" h="4033" w="2435">
                  <a:moveTo>
                    <a:pt x="0" y="0"/>
                  </a:moveTo>
                  <a:lnTo>
                    <a:pt x="0" y="0"/>
                  </a:lnTo>
                  <a:cubicBezTo>
                    <a:pt x="36" y="1776"/>
                    <a:pt x="699" y="3350"/>
                    <a:pt x="1675" y="4033"/>
                  </a:cubicBezTo>
                  <a:cubicBezTo>
                    <a:pt x="1740" y="3898"/>
                    <a:pt x="1807" y="3768"/>
                    <a:pt x="1865" y="3629"/>
                  </a:cubicBezTo>
                  <a:cubicBezTo>
                    <a:pt x="2283" y="2605"/>
                    <a:pt x="2434" y="1490"/>
                    <a:pt x="2307" y="392"/>
                  </a:cubicBezTo>
                  <a:cubicBezTo>
                    <a:pt x="1596" y="226"/>
                    <a:pt x="875" y="99"/>
                    <a:pt x="151" y="15"/>
                  </a:cubicBezTo>
                  <a:cubicBezTo>
                    <a:pt x="101" y="8"/>
                    <a:pt x="50" y="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7"/>
            <p:cNvSpPr/>
            <p:nvPr/>
          </p:nvSpPr>
          <p:spPr>
            <a:xfrm>
              <a:off x="5711813" y="2276188"/>
              <a:ext cx="150325" cy="197325"/>
            </a:xfrm>
            <a:custGeom>
              <a:rect b="b" l="l" r="r" t="t"/>
              <a:pathLst>
                <a:path extrusionOk="0" h="7893" w="6013">
                  <a:moveTo>
                    <a:pt x="5631" y="1"/>
                  </a:moveTo>
                  <a:cubicBezTo>
                    <a:pt x="5289" y="1"/>
                    <a:pt x="4950" y="13"/>
                    <a:pt x="4612" y="27"/>
                  </a:cubicBezTo>
                  <a:cubicBezTo>
                    <a:pt x="4619" y="135"/>
                    <a:pt x="4624" y="239"/>
                    <a:pt x="4624" y="337"/>
                  </a:cubicBezTo>
                  <a:cubicBezTo>
                    <a:pt x="4624" y="2918"/>
                    <a:pt x="2790" y="5268"/>
                    <a:pt x="0" y="6352"/>
                  </a:cubicBezTo>
                  <a:cubicBezTo>
                    <a:pt x="1189" y="7350"/>
                    <a:pt x="2684" y="7892"/>
                    <a:pt x="4223" y="7892"/>
                  </a:cubicBezTo>
                  <a:cubicBezTo>
                    <a:pt x="4436" y="7892"/>
                    <a:pt x="4650" y="7882"/>
                    <a:pt x="4864" y="7861"/>
                  </a:cubicBezTo>
                  <a:cubicBezTo>
                    <a:pt x="4902" y="7791"/>
                    <a:pt x="4941" y="7714"/>
                    <a:pt x="4979" y="7628"/>
                  </a:cubicBezTo>
                  <a:cubicBezTo>
                    <a:pt x="5626" y="6237"/>
                    <a:pt x="6013" y="3975"/>
                    <a:pt x="6013" y="1582"/>
                  </a:cubicBezTo>
                  <a:cubicBezTo>
                    <a:pt x="6013" y="1039"/>
                    <a:pt x="5989" y="518"/>
                    <a:pt x="5953" y="11"/>
                  </a:cubicBezTo>
                  <a:cubicBezTo>
                    <a:pt x="5861" y="11"/>
                    <a:pt x="5770" y="1"/>
                    <a:pt x="568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7"/>
            <p:cNvSpPr/>
            <p:nvPr/>
          </p:nvSpPr>
          <p:spPr>
            <a:xfrm>
              <a:off x="5578863" y="1930463"/>
              <a:ext cx="453475" cy="135800"/>
            </a:xfrm>
            <a:custGeom>
              <a:rect b="b" l="l" r="r" t="t"/>
              <a:pathLst>
                <a:path extrusionOk="0" h="5432" w="18139">
                  <a:moveTo>
                    <a:pt x="6400" y="1"/>
                  </a:moveTo>
                  <a:cubicBezTo>
                    <a:pt x="5854" y="3"/>
                    <a:pt x="5323" y="179"/>
                    <a:pt x="4888" y="506"/>
                  </a:cubicBezTo>
                  <a:cubicBezTo>
                    <a:pt x="4316" y="933"/>
                    <a:pt x="3622" y="1164"/>
                    <a:pt x="2908" y="1164"/>
                  </a:cubicBezTo>
                  <a:lnTo>
                    <a:pt x="774" y="1164"/>
                  </a:lnTo>
                  <a:cubicBezTo>
                    <a:pt x="347" y="1164"/>
                    <a:pt x="1" y="1512"/>
                    <a:pt x="1" y="1940"/>
                  </a:cubicBezTo>
                  <a:lnTo>
                    <a:pt x="1" y="3879"/>
                  </a:lnTo>
                  <a:cubicBezTo>
                    <a:pt x="1" y="4086"/>
                    <a:pt x="82" y="4283"/>
                    <a:pt x="227" y="4430"/>
                  </a:cubicBezTo>
                  <a:cubicBezTo>
                    <a:pt x="371" y="4574"/>
                    <a:pt x="570" y="4655"/>
                    <a:pt x="774" y="4655"/>
                  </a:cubicBezTo>
                  <a:lnTo>
                    <a:pt x="3180" y="4655"/>
                  </a:lnTo>
                  <a:cubicBezTo>
                    <a:pt x="3708" y="4655"/>
                    <a:pt x="4227" y="4812"/>
                    <a:pt x="4667" y="5102"/>
                  </a:cubicBezTo>
                  <a:lnTo>
                    <a:pt x="4677" y="5110"/>
                  </a:lnTo>
                  <a:cubicBezTo>
                    <a:pt x="4992" y="5319"/>
                    <a:pt x="5362" y="5432"/>
                    <a:pt x="5741" y="5432"/>
                  </a:cubicBezTo>
                  <a:lnTo>
                    <a:pt x="6008" y="5432"/>
                  </a:lnTo>
                  <a:cubicBezTo>
                    <a:pt x="6011" y="5432"/>
                    <a:pt x="6015" y="5432"/>
                    <a:pt x="6018" y="5432"/>
                  </a:cubicBezTo>
                  <a:cubicBezTo>
                    <a:pt x="6507" y="5432"/>
                    <a:pt x="6979" y="5261"/>
                    <a:pt x="7359" y="4956"/>
                  </a:cubicBezTo>
                  <a:cubicBezTo>
                    <a:pt x="7875" y="4523"/>
                    <a:pt x="8524" y="4281"/>
                    <a:pt x="9197" y="4269"/>
                  </a:cubicBezTo>
                  <a:lnTo>
                    <a:pt x="10763" y="4269"/>
                  </a:lnTo>
                  <a:cubicBezTo>
                    <a:pt x="11117" y="4261"/>
                    <a:pt x="11434" y="4045"/>
                    <a:pt x="11571" y="3716"/>
                  </a:cubicBezTo>
                  <a:cubicBezTo>
                    <a:pt x="11657" y="3519"/>
                    <a:pt x="11648" y="3293"/>
                    <a:pt x="11540" y="3103"/>
                  </a:cubicBezTo>
                  <a:lnTo>
                    <a:pt x="9930" y="3103"/>
                  </a:lnTo>
                  <a:cubicBezTo>
                    <a:pt x="9926" y="3103"/>
                    <a:pt x="9922" y="3103"/>
                    <a:pt x="9918" y="3103"/>
                  </a:cubicBezTo>
                  <a:cubicBezTo>
                    <a:pt x="9348" y="3103"/>
                    <a:pt x="8790" y="2933"/>
                    <a:pt x="8315" y="2618"/>
                  </a:cubicBezTo>
                  <a:lnTo>
                    <a:pt x="8108" y="2483"/>
                  </a:lnTo>
                  <a:cubicBezTo>
                    <a:pt x="7933" y="2365"/>
                    <a:pt x="7882" y="2128"/>
                    <a:pt x="7998" y="1950"/>
                  </a:cubicBezTo>
                  <a:cubicBezTo>
                    <a:pt x="8072" y="1835"/>
                    <a:pt x="8197" y="1773"/>
                    <a:pt x="8325" y="1773"/>
                  </a:cubicBezTo>
                  <a:cubicBezTo>
                    <a:pt x="8395" y="1773"/>
                    <a:pt x="8467" y="1792"/>
                    <a:pt x="8531" y="1832"/>
                  </a:cubicBezTo>
                  <a:lnTo>
                    <a:pt x="8740" y="1969"/>
                  </a:lnTo>
                  <a:cubicBezTo>
                    <a:pt x="9093" y="2204"/>
                    <a:pt x="9507" y="2329"/>
                    <a:pt x="9930" y="2329"/>
                  </a:cubicBezTo>
                  <a:lnTo>
                    <a:pt x="12431" y="2329"/>
                  </a:lnTo>
                  <a:cubicBezTo>
                    <a:pt x="12437" y="2329"/>
                    <a:pt x="12444" y="2329"/>
                    <a:pt x="12450" y="2329"/>
                  </a:cubicBezTo>
                  <a:cubicBezTo>
                    <a:pt x="12607" y="2329"/>
                    <a:pt x="12764" y="2358"/>
                    <a:pt x="12912" y="2409"/>
                  </a:cubicBezTo>
                  <a:lnTo>
                    <a:pt x="17561" y="3725"/>
                  </a:lnTo>
                  <a:cubicBezTo>
                    <a:pt x="17608" y="3744"/>
                    <a:pt x="17656" y="3753"/>
                    <a:pt x="17703" y="3753"/>
                  </a:cubicBezTo>
                  <a:cubicBezTo>
                    <a:pt x="17849" y="3753"/>
                    <a:pt x="17987" y="3668"/>
                    <a:pt x="18047" y="3526"/>
                  </a:cubicBezTo>
                  <a:cubicBezTo>
                    <a:pt x="18138" y="3353"/>
                    <a:pt x="18073" y="3139"/>
                    <a:pt x="17900" y="3048"/>
                  </a:cubicBezTo>
                  <a:lnTo>
                    <a:pt x="13169" y="229"/>
                  </a:lnTo>
                  <a:cubicBezTo>
                    <a:pt x="12919" y="80"/>
                    <a:pt x="12633" y="1"/>
                    <a:pt x="1234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 name="Google Shape;426;p27"/>
          <p:cNvGrpSpPr/>
          <p:nvPr/>
        </p:nvGrpSpPr>
        <p:grpSpPr>
          <a:xfrm>
            <a:off x="2535419" y="1726116"/>
            <a:ext cx="458761" cy="442335"/>
            <a:chOff x="2954063" y="2691138"/>
            <a:chExt cx="563450" cy="543275"/>
          </a:xfrm>
        </p:grpSpPr>
        <p:sp>
          <p:nvSpPr>
            <p:cNvPr id="427" name="Google Shape;427;p27"/>
            <p:cNvSpPr/>
            <p:nvPr/>
          </p:nvSpPr>
          <p:spPr>
            <a:xfrm>
              <a:off x="3042788" y="2713963"/>
              <a:ext cx="151300" cy="126650"/>
            </a:xfrm>
            <a:custGeom>
              <a:rect b="b" l="l" r="r" t="t"/>
              <a:pathLst>
                <a:path extrusionOk="0" h="5066" w="6052">
                  <a:moveTo>
                    <a:pt x="3218" y="0"/>
                  </a:moveTo>
                  <a:cubicBezTo>
                    <a:pt x="1397" y="1074"/>
                    <a:pt x="200" y="2958"/>
                    <a:pt x="0" y="5066"/>
                  </a:cubicBezTo>
                  <a:cubicBezTo>
                    <a:pt x="1531" y="4407"/>
                    <a:pt x="3153" y="3982"/>
                    <a:pt x="4809" y="3804"/>
                  </a:cubicBezTo>
                  <a:cubicBezTo>
                    <a:pt x="5224" y="3754"/>
                    <a:pt x="5640" y="3715"/>
                    <a:pt x="6051" y="3686"/>
                  </a:cubicBezTo>
                  <a:cubicBezTo>
                    <a:pt x="5657" y="2117"/>
                    <a:pt x="4633" y="784"/>
                    <a:pt x="32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7"/>
            <p:cNvSpPr/>
            <p:nvPr/>
          </p:nvSpPr>
          <p:spPr>
            <a:xfrm>
              <a:off x="3246913" y="2824188"/>
              <a:ext cx="43775" cy="191375"/>
            </a:xfrm>
            <a:custGeom>
              <a:rect b="b" l="l" r="r" t="t"/>
              <a:pathLst>
                <a:path extrusionOk="0" h="7655" w="1751">
                  <a:moveTo>
                    <a:pt x="899" y="1"/>
                  </a:moveTo>
                  <a:cubicBezTo>
                    <a:pt x="935" y="500"/>
                    <a:pt x="955" y="1024"/>
                    <a:pt x="955" y="1555"/>
                  </a:cubicBezTo>
                  <a:cubicBezTo>
                    <a:pt x="955" y="3879"/>
                    <a:pt x="606" y="6049"/>
                    <a:pt x="1" y="7558"/>
                  </a:cubicBezTo>
                  <a:lnTo>
                    <a:pt x="42" y="7654"/>
                  </a:lnTo>
                  <a:cubicBezTo>
                    <a:pt x="551" y="7524"/>
                    <a:pt x="1041" y="7332"/>
                    <a:pt x="1503" y="7085"/>
                  </a:cubicBezTo>
                  <a:lnTo>
                    <a:pt x="1503" y="885"/>
                  </a:lnTo>
                  <a:cubicBezTo>
                    <a:pt x="1503" y="589"/>
                    <a:pt x="1589" y="299"/>
                    <a:pt x="1750" y="51"/>
                  </a:cubicBezTo>
                  <a:cubicBezTo>
                    <a:pt x="1471" y="29"/>
                    <a:pt x="1188" y="13"/>
                    <a:pt x="89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7"/>
            <p:cNvSpPr/>
            <p:nvPr/>
          </p:nvSpPr>
          <p:spPr>
            <a:xfrm>
              <a:off x="3143638" y="2691138"/>
              <a:ext cx="104575" cy="113800"/>
            </a:xfrm>
            <a:custGeom>
              <a:rect b="b" l="l" r="r" t="t"/>
              <a:pathLst>
                <a:path extrusionOk="0" h="4552" w="4183">
                  <a:moveTo>
                    <a:pt x="2529" y="0"/>
                  </a:moveTo>
                  <a:cubicBezTo>
                    <a:pt x="1661" y="0"/>
                    <a:pt x="801" y="173"/>
                    <a:pt x="1" y="505"/>
                  </a:cubicBezTo>
                  <a:cubicBezTo>
                    <a:pt x="1436" y="1430"/>
                    <a:pt x="2445" y="2884"/>
                    <a:pt x="2810" y="4551"/>
                  </a:cubicBezTo>
                  <a:cubicBezTo>
                    <a:pt x="3187" y="4534"/>
                    <a:pt x="3562" y="4522"/>
                    <a:pt x="3923" y="4522"/>
                  </a:cubicBezTo>
                  <a:lnTo>
                    <a:pt x="3973" y="4522"/>
                  </a:lnTo>
                  <a:cubicBezTo>
                    <a:pt x="4043" y="4522"/>
                    <a:pt x="4112" y="4522"/>
                    <a:pt x="4182" y="4527"/>
                  </a:cubicBezTo>
                  <a:cubicBezTo>
                    <a:pt x="3959" y="2480"/>
                    <a:pt x="3432" y="781"/>
                    <a:pt x="2772" y="7"/>
                  </a:cubicBezTo>
                  <a:cubicBezTo>
                    <a:pt x="2690" y="5"/>
                    <a:pt x="2613" y="0"/>
                    <a:pt x="252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7"/>
            <p:cNvSpPr/>
            <p:nvPr/>
          </p:nvSpPr>
          <p:spPr>
            <a:xfrm>
              <a:off x="3042313" y="2825338"/>
              <a:ext cx="154900" cy="141850"/>
            </a:xfrm>
            <a:custGeom>
              <a:rect b="b" l="l" r="r" t="t"/>
              <a:pathLst>
                <a:path extrusionOk="0" h="5674" w="6196">
                  <a:moveTo>
                    <a:pt x="6181" y="0"/>
                  </a:moveTo>
                  <a:cubicBezTo>
                    <a:pt x="5765" y="29"/>
                    <a:pt x="5344" y="68"/>
                    <a:pt x="4929" y="116"/>
                  </a:cubicBezTo>
                  <a:cubicBezTo>
                    <a:pt x="3220" y="293"/>
                    <a:pt x="1555" y="755"/>
                    <a:pt x="0" y="1483"/>
                  </a:cubicBezTo>
                  <a:cubicBezTo>
                    <a:pt x="60" y="3040"/>
                    <a:pt x="673" y="4525"/>
                    <a:pt x="1728" y="5674"/>
                  </a:cubicBezTo>
                  <a:cubicBezTo>
                    <a:pt x="4410" y="4770"/>
                    <a:pt x="6195" y="2624"/>
                    <a:pt x="6195" y="265"/>
                  </a:cubicBezTo>
                  <a:cubicBezTo>
                    <a:pt x="6195" y="176"/>
                    <a:pt x="6185" y="87"/>
                    <a:pt x="618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7"/>
            <p:cNvSpPr/>
            <p:nvPr/>
          </p:nvSpPr>
          <p:spPr>
            <a:xfrm>
              <a:off x="3238213" y="2694263"/>
              <a:ext cx="78475" cy="112050"/>
            </a:xfrm>
            <a:custGeom>
              <a:rect b="b" l="l" r="r" t="t"/>
              <a:pathLst>
                <a:path extrusionOk="0" h="4482" w="3139">
                  <a:moveTo>
                    <a:pt x="0" y="0"/>
                  </a:moveTo>
                  <a:lnTo>
                    <a:pt x="0" y="0"/>
                  </a:lnTo>
                  <a:cubicBezTo>
                    <a:pt x="671" y="1384"/>
                    <a:pt x="1072" y="2886"/>
                    <a:pt x="1180" y="4419"/>
                  </a:cubicBezTo>
                  <a:cubicBezTo>
                    <a:pt x="1541" y="4431"/>
                    <a:pt x="1896" y="4453"/>
                    <a:pt x="2245" y="4482"/>
                  </a:cubicBezTo>
                  <a:cubicBezTo>
                    <a:pt x="2317" y="3451"/>
                    <a:pt x="2622" y="2453"/>
                    <a:pt x="3139" y="1560"/>
                  </a:cubicBezTo>
                  <a:cubicBezTo>
                    <a:pt x="2252" y="767"/>
                    <a:pt x="1168" y="228"/>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7"/>
            <p:cNvSpPr/>
            <p:nvPr/>
          </p:nvSpPr>
          <p:spPr>
            <a:xfrm>
              <a:off x="3100988" y="2823588"/>
              <a:ext cx="151050" cy="192925"/>
            </a:xfrm>
            <a:custGeom>
              <a:rect b="b" l="l" r="r" t="t"/>
              <a:pathLst>
                <a:path extrusionOk="0" h="7717" w="6042">
                  <a:moveTo>
                    <a:pt x="5626" y="1"/>
                  </a:moveTo>
                  <a:cubicBezTo>
                    <a:pt x="5297" y="1"/>
                    <a:pt x="4956" y="10"/>
                    <a:pt x="4612" y="25"/>
                  </a:cubicBezTo>
                  <a:cubicBezTo>
                    <a:pt x="4619" y="135"/>
                    <a:pt x="4622" y="236"/>
                    <a:pt x="4622" y="332"/>
                  </a:cubicBezTo>
                  <a:cubicBezTo>
                    <a:pt x="4622" y="2915"/>
                    <a:pt x="2791" y="5266"/>
                    <a:pt x="1" y="6349"/>
                  </a:cubicBezTo>
                  <a:cubicBezTo>
                    <a:pt x="791" y="7017"/>
                    <a:pt x="1731" y="7486"/>
                    <a:pt x="2738" y="7717"/>
                  </a:cubicBezTo>
                  <a:cubicBezTo>
                    <a:pt x="2800" y="7137"/>
                    <a:pt x="3182" y="6645"/>
                    <a:pt x="3728" y="6438"/>
                  </a:cubicBezTo>
                  <a:cubicBezTo>
                    <a:pt x="3905" y="6371"/>
                    <a:pt x="4090" y="6338"/>
                    <a:pt x="4273" y="6338"/>
                  </a:cubicBezTo>
                  <a:cubicBezTo>
                    <a:pt x="4652" y="6338"/>
                    <a:pt x="5026" y="6479"/>
                    <a:pt x="5316" y="6743"/>
                  </a:cubicBezTo>
                  <a:cubicBezTo>
                    <a:pt x="5806" y="5068"/>
                    <a:pt x="6042" y="3326"/>
                    <a:pt x="6015" y="1579"/>
                  </a:cubicBezTo>
                  <a:cubicBezTo>
                    <a:pt x="6015" y="1048"/>
                    <a:pt x="5991" y="522"/>
                    <a:pt x="5951" y="5"/>
                  </a:cubicBezTo>
                  <a:cubicBezTo>
                    <a:pt x="5859" y="5"/>
                    <a:pt x="5770" y="1"/>
                    <a:pt x="567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7"/>
            <p:cNvSpPr/>
            <p:nvPr/>
          </p:nvSpPr>
          <p:spPr>
            <a:xfrm>
              <a:off x="3188538" y="2768688"/>
              <a:ext cx="328975" cy="465725"/>
            </a:xfrm>
            <a:custGeom>
              <a:rect b="b" l="l" r="r" t="t"/>
              <a:pathLst>
                <a:path extrusionOk="0" h="18629" w="13159">
                  <a:moveTo>
                    <a:pt x="11984" y="10864"/>
                  </a:moveTo>
                  <a:cubicBezTo>
                    <a:pt x="12197" y="10864"/>
                    <a:pt x="12373" y="11037"/>
                    <a:pt x="12373" y="11251"/>
                  </a:cubicBezTo>
                  <a:cubicBezTo>
                    <a:pt x="12373" y="11465"/>
                    <a:pt x="12197" y="11640"/>
                    <a:pt x="11984" y="11640"/>
                  </a:cubicBezTo>
                  <a:cubicBezTo>
                    <a:pt x="11770" y="11640"/>
                    <a:pt x="11597" y="11465"/>
                    <a:pt x="11597" y="11251"/>
                  </a:cubicBezTo>
                  <a:cubicBezTo>
                    <a:pt x="11597" y="11037"/>
                    <a:pt x="11770" y="10864"/>
                    <a:pt x="11984" y="10864"/>
                  </a:cubicBezTo>
                  <a:close/>
                  <a:moveTo>
                    <a:pt x="11984" y="12416"/>
                  </a:moveTo>
                  <a:cubicBezTo>
                    <a:pt x="11987" y="12416"/>
                    <a:pt x="11990" y="12416"/>
                    <a:pt x="11993" y="12416"/>
                  </a:cubicBezTo>
                  <a:cubicBezTo>
                    <a:pt x="12207" y="12424"/>
                    <a:pt x="12373" y="12606"/>
                    <a:pt x="12366" y="12820"/>
                  </a:cubicBezTo>
                  <a:cubicBezTo>
                    <a:pt x="12315" y="13998"/>
                    <a:pt x="11931" y="17845"/>
                    <a:pt x="9129" y="17849"/>
                  </a:cubicBezTo>
                  <a:cubicBezTo>
                    <a:pt x="8915" y="17849"/>
                    <a:pt x="8740" y="17676"/>
                    <a:pt x="8740" y="17460"/>
                  </a:cubicBezTo>
                  <a:cubicBezTo>
                    <a:pt x="8740" y="17246"/>
                    <a:pt x="8915" y="17073"/>
                    <a:pt x="9129" y="17073"/>
                  </a:cubicBezTo>
                  <a:cubicBezTo>
                    <a:pt x="11243" y="17071"/>
                    <a:pt x="11549" y="13791"/>
                    <a:pt x="11589" y="12786"/>
                  </a:cubicBezTo>
                  <a:cubicBezTo>
                    <a:pt x="11606" y="12578"/>
                    <a:pt x="11777" y="12416"/>
                    <a:pt x="11984" y="12416"/>
                  </a:cubicBezTo>
                  <a:close/>
                  <a:moveTo>
                    <a:pt x="7718" y="0"/>
                  </a:moveTo>
                  <a:cubicBezTo>
                    <a:pt x="7288" y="0"/>
                    <a:pt x="6942" y="349"/>
                    <a:pt x="6942" y="776"/>
                  </a:cubicBezTo>
                  <a:lnTo>
                    <a:pt x="6942" y="8923"/>
                  </a:lnTo>
                  <a:cubicBezTo>
                    <a:pt x="6942" y="9139"/>
                    <a:pt x="6767" y="9312"/>
                    <a:pt x="6553" y="9312"/>
                  </a:cubicBezTo>
                  <a:cubicBezTo>
                    <a:pt x="6339" y="9312"/>
                    <a:pt x="6166" y="9136"/>
                    <a:pt x="6166" y="8923"/>
                  </a:cubicBezTo>
                  <a:lnTo>
                    <a:pt x="6166" y="3105"/>
                  </a:lnTo>
                  <a:cubicBezTo>
                    <a:pt x="6166" y="2677"/>
                    <a:pt x="5818" y="2329"/>
                    <a:pt x="5390" y="2329"/>
                  </a:cubicBezTo>
                  <a:cubicBezTo>
                    <a:pt x="4962" y="2329"/>
                    <a:pt x="4614" y="2677"/>
                    <a:pt x="4614" y="3105"/>
                  </a:cubicBezTo>
                  <a:lnTo>
                    <a:pt x="4614" y="12111"/>
                  </a:lnTo>
                  <a:cubicBezTo>
                    <a:pt x="4614" y="12587"/>
                    <a:pt x="4275" y="12993"/>
                    <a:pt x="3809" y="13080"/>
                  </a:cubicBezTo>
                  <a:cubicBezTo>
                    <a:pt x="3743" y="13092"/>
                    <a:pt x="3678" y="13099"/>
                    <a:pt x="3613" y="13099"/>
                  </a:cubicBezTo>
                  <a:cubicBezTo>
                    <a:pt x="3213" y="13099"/>
                    <a:pt x="2840" y="12864"/>
                    <a:pt x="2674" y="12486"/>
                  </a:cubicBezTo>
                  <a:lnTo>
                    <a:pt x="1490" y="9778"/>
                  </a:lnTo>
                  <a:cubicBezTo>
                    <a:pt x="1365" y="9489"/>
                    <a:pt x="1080" y="9310"/>
                    <a:pt x="777" y="9310"/>
                  </a:cubicBezTo>
                  <a:cubicBezTo>
                    <a:pt x="725" y="9310"/>
                    <a:pt x="673" y="9315"/>
                    <a:pt x="620" y="9326"/>
                  </a:cubicBezTo>
                  <a:cubicBezTo>
                    <a:pt x="260" y="9403"/>
                    <a:pt x="0" y="9720"/>
                    <a:pt x="2" y="10088"/>
                  </a:cubicBezTo>
                  <a:cubicBezTo>
                    <a:pt x="2" y="10194"/>
                    <a:pt x="24" y="10299"/>
                    <a:pt x="67" y="10398"/>
                  </a:cubicBezTo>
                  <a:lnTo>
                    <a:pt x="2552" y="16083"/>
                  </a:lnTo>
                  <a:cubicBezTo>
                    <a:pt x="2562" y="16105"/>
                    <a:pt x="3578" y="18354"/>
                    <a:pt x="5556" y="18628"/>
                  </a:cubicBezTo>
                  <a:lnTo>
                    <a:pt x="9129" y="18623"/>
                  </a:lnTo>
                  <a:cubicBezTo>
                    <a:pt x="12306" y="18621"/>
                    <a:pt x="13151" y="14791"/>
                    <a:pt x="13149" y="12527"/>
                  </a:cubicBezTo>
                  <a:lnTo>
                    <a:pt x="13149" y="7841"/>
                  </a:lnTo>
                  <a:lnTo>
                    <a:pt x="13149" y="5498"/>
                  </a:lnTo>
                  <a:lnTo>
                    <a:pt x="13147" y="5498"/>
                  </a:lnTo>
                  <a:cubicBezTo>
                    <a:pt x="13159" y="5075"/>
                    <a:pt x="12849" y="4713"/>
                    <a:pt x="12428" y="4660"/>
                  </a:cubicBezTo>
                  <a:cubicBezTo>
                    <a:pt x="12408" y="4658"/>
                    <a:pt x="12388" y="4657"/>
                    <a:pt x="12369" y="4657"/>
                  </a:cubicBezTo>
                  <a:cubicBezTo>
                    <a:pt x="12175" y="4657"/>
                    <a:pt x="11988" y="4731"/>
                    <a:pt x="11844" y="4864"/>
                  </a:cubicBezTo>
                  <a:cubicBezTo>
                    <a:pt x="11686" y="5010"/>
                    <a:pt x="11597" y="5217"/>
                    <a:pt x="11597" y="5433"/>
                  </a:cubicBezTo>
                  <a:lnTo>
                    <a:pt x="11597" y="8923"/>
                  </a:lnTo>
                  <a:cubicBezTo>
                    <a:pt x="11597" y="9139"/>
                    <a:pt x="11421" y="9312"/>
                    <a:pt x="11207" y="9312"/>
                  </a:cubicBezTo>
                  <a:cubicBezTo>
                    <a:pt x="10994" y="9312"/>
                    <a:pt x="10821" y="9136"/>
                    <a:pt x="10821" y="8923"/>
                  </a:cubicBezTo>
                  <a:lnTo>
                    <a:pt x="10821" y="2718"/>
                  </a:lnTo>
                  <a:cubicBezTo>
                    <a:pt x="10821" y="2288"/>
                    <a:pt x="10472" y="1942"/>
                    <a:pt x="10044" y="1942"/>
                  </a:cubicBezTo>
                  <a:cubicBezTo>
                    <a:pt x="9617" y="1942"/>
                    <a:pt x="9268" y="2288"/>
                    <a:pt x="9268" y="2718"/>
                  </a:cubicBezTo>
                  <a:lnTo>
                    <a:pt x="9268" y="8923"/>
                  </a:lnTo>
                  <a:cubicBezTo>
                    <a:pt x="9268" y="9139"/>
                    <a:pt x="9095" y="9312"/>
                    <a:pt x="8881" y="9312"/>
                  </a:cubicBezTo>
                  <a:cubicBezTo>
                    <a:pt x="8667" y="9312"/>
                    <a:pt x="8492" y="9136"/>
                    <a:pt x="8492" y="8923"/>
                  </a:cubicBezTo>
                  <a:lnTo>
                    <a:pt x="8492" y="776"/>
                  </a:lnTo>
                  <a:cubicBezTo>
                    <a:pt x="8492" y="349"/>
                    <a:pt x="8146" y="0"/>
                    <a:pt x="7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7"/>
            <p:cNvSpPr/>
            <p:nvPr/>
          </p:nvSpPr>
          <p:spPr>
            <a:xfrm>
              <a:off x="3313538" y="2747413"/>
              <a:ext cx="33850" cy="65500"/>
            </a:xfrm>
            <a:custGeom>
              <a:rect b="b" l="l" r="r" t="t"/>
              <a:pathLst>
                <a:path extrusionOk="0" h="2620" w="1354">
                  <a:moveTo>
                    <a:pt x="695" y="1"/>
                  </a:moveTo>
                  <a:cubicBezTo>
                    <a:pt x="296" y="762"/>
                    <a:pt x="61" y="1601"/>
                    <a:pt x="1" y="2459"/>
                  </a:cubicBezTo>
                  <a:cubicBezTo>
                    <a:pt x="128" y="2425"/>
                    <a:pt x="258" y="2406"/>
                    <a:pt x="390" y="2404"/>
                  </a:cubicBezTo>
                  <a:cubicBezTo>
                    <a:pt x="664" y="2406"/>
                    <a:pt x="930" y="2481"/>
                    <a:pt x="1166" y="2620"/>
                  </a:cubicBezTo>
                  <a:lnTo>
                    <a:pt x="1166" y="1627"/>
                  </a:lnTo>
                  <a:cubicBezTo>
                    <a:pt x="1166" y="1375"/>
                    <a:pt x="1231" y="1125"/>
                    <a:pt x="1353" y="902"/>
                  </a:cubicBezTo>
                  <a:cubicBezTo>
                    <a:pt x="1161" y="582"/>
                    <a:pt x="940" y="282"/>
                    <a:pt x="69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7"/>
            <p:cNvSpPr/>
            <p:nvPr/>
          </p:nvSpPr>
          <p:spPr>
            <a:xfrm>
              <a:off x="2963663" y="2982188"/>
              <a:ext cx="88875" cy="87200"/>
            </a:xfrm>
            <a:custGeom>
              <a:rect b="b" l="l" r="r" t="t"/>
              <a:pathLst>
                <a:path extrusionOk="0" h="3488" w="3555">
                  <a:moveTo>
                    <a:pt x="3129" y="0"/>
                  </a:moveTo>
                  <a:cubicBezTo>
                    <a:pt x="3032" y="0"/>
                    <a:pt x="2935" y="36"/>
                    <a:pt x="2860" y="109"/>
                  </a:cubicBezTo>
                  <a:lnTo>
                    <a:pt x="145" y="2824"/>
                  </a:lnTo>
                  <a:cubicBezTo>
                    <a:pt x="34" y="2937"/>
                    <a:pt x="1" y="3103"/>
                    <a:pt x="61" y="3247"/>
                  </a:cubicBezTo>
                  <a:cubicBezTo>
                    <a:pt x="121" y="3393"/>
                    <a:pt x="263" y="3487"/>
                    <a:pt x="419" y="3487"/>
                  </a:cubicBezTo>
                  <a:cubicBezTo>
                    <a:pt x="522" y="3487"/>
                    <a:pt x="621" y="3446"/>
                    <a:pt x="693" y="3374"/>
                  </a:cubicBezTo>
                  <a:lnTo>
                    <a:pt x="3408" y="659"/>
                  </a:lnTo>
                  <a:cubicBezTo>
                    <a:pt x="3555" y="505"/>
                    <a:pt x="3555" y="265"/>
                    <a:pt x="3403" y="113"/>
                  </a:cubicBezTo>
                  <a:cubicBezTo>
                    <a:pt x="3328" y="38"/>
                    <a:pt x="3229" y="0"/>
                    <a:pt x="312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7"/>
            <p:cNvSpPr/>
            <p:nvPr/>
          </p:nvSpPr>
          <p:spPr>
            <a:xfrm>
              <a:off x="3031613" y="3050063"/>
              <a:ext cx="88825" cy="87325"/>
            </a:xfrm>
            <a:custGeom>
              <a:rect b="b" l="l" r="r" t="t"/>
              <a:pathLst>
                <a:path extrusionOk="0" h="3493" w="3553">
                  <a:moveTo>
                    <a:pt x="3126" y="0"/>
                  </a:moveTo>
                  <a:cubicBezTo>
                    <a:pt x="3029" y="0"/>
                    <a:pt x="2932" y="37"/>
                    <a:pt x="2858" y="109"/>
                  </a:cubicBezTo>
                  <a:lnTo>
                    <a:pt x="142" y="2824"/>
                  </a:lnTo>
                  <a:cubicBezTo>
                    <a:pt x="41" y="2923"/>
                    <a:pt x="0" y="3067"/>
                    <a:pt x="37" y="3202"/>
                  </a:cubicBezTo>
                  <a:cubicBezTo>
                    <a:pt x="73" y="3338"/>
                    <a:pt x="178" y="3444"/>
                    <a:pt x="313" y="3480"/>
                  </a:cubicBezTo>
                  <a:cubicBezTo>
                    <a:pt x="345" y="3488"/>
                    <a:pt x="378" y="3492"/>
                    <a:pt x="411" y="3492"/>
                  </a:cubicBezTo>
                  <a:cubicBezTo>
                    <a:pt x="515" y="3492"/>
                    <a:pt x="617" y="3452"/>
                    <a:pt x="690" y="3375"/>
                  </a:cubicBezTo>
                  <a:lnTo>
                    <a:pt x="3405" y="659"/>
                  </a:lnTo>
                  <a:cubicBezTo>
                    <a:pt x="3552" y="505"/>
                    <a:pt x="3552" y="265"/>
                    <a:pt x="3401" y="114"/>
                  </a:cubicBezTo>
                  <a:cubicBezTo>
                    <a:pt x="3325" y="38"/>
                    <a:pt x="3226" y="0"/>
                    <a:pt x="312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7"/>
            <p:cNvSpPr/>
            <p:nvPr/>
          </p:nvSpPr>
          <p:spPr>
            <a:xfrm>
              <a:off x="2954063" y="3015988"/>
              <a:ext cx="132550" cy="131100"/>
            </a:xfrm>
            <a:custGeom>
              <a:rect b="b" l="l" r="r" t="t"/>
              <a:pathLst>
                <a:path extrusionOk="0" h="5244" w="5302">
                  <a:moveTo>
                    <a:pt x="4876" y="1"/>
                  </a:moveTo>
                  <a:cubicBezTo>
                    <a:pt x="4777" y="1"/>
                    <a:pt x="4678" y="39"/>
                    <a:pt x="4602" y="114"/>
                  </a:cubicBezTo>
                  <a:lnTo>
                    <a:pt x="140" y="4577"/>
                  </a:lnTo>
                  <a:cubicBezTo>
                    <a:pt x="39" y="4673"/>
                    <a:pt x="0" y="4817"/>
                    <a:pt x="34" y="4954"/>
                  </a:cubicBezTo>
                  <a:cubicBezTo>
                    <a:pt x="70" y="5088"/>
                    <a:pt x="176" y="5194"/>
                    <a:pt x="313" y="5230"/>
                  </a:cubicBezTo>
                  <a:cubicBezTo>
                    <a:pt x="345" y="5239"/>
                    <a:pt x="378" y="5243"/>
                    <a:pt x="411" y="5243"/>
                  </a:cubicBezTo>
                  <a:cubicBezTo>
                    <a:pt x="514" y="5243"/>
                    <a:pt x="615" y="5201"/>
                    <a:pt x="690" y="5124"/>
                  </a:cubicBezTo>
                  <a:lnTo>
                    <a:pt x="5150" y="665"/>
                  </a:lnTo>
                  <a:cubicBezTo>
                    <a:pt x="5301" y="513"/>
                    <a:pt x="5301" y="266"/>
                    <a:pt x="5150" y="114"/>
                  </a:cubicBezTo>
                  <a:cubicBezTo>
                    <a:pt x="5074" y="39"/>
                    <a:pt x="4975" y="1"/>
                    <a:pt x="487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8" name="Google Shape;438;p27"/>
          <p:cNvGrpSpPr/>
          <p:nvPr/>
        </p:nvGrpSpPr>
        <p:grpSpPr>
          <a:xfrm>
            <a:off x="7055366" y="2858425"/>
            <a:ext cx="457967" cy="457967"/>
            <a:chOff x="6420813" y="3438838"/>
            <a:chExt cx="562475" cy="562475"/>
          </a:xfrm>
        </p:grpSpPr>
        <p:sp>
          <p:nvSpPr>
            <p:cNvPr id="439" name="Google Shape;439;p27"/>
            <p:cNvSpPr/>
            <p:nvPr/>
          </p:nvSpPr>
          <p:spPr>
            <a:xfrm>
              <a:off x="6420813" y="3448188"/>
              <a:ext cx="56250" cy="375000"/>
            </a:xfrm>
            <a:custGeom>
              <a:rect b="b" l="l" r="r" t="t"/>
              <a:pathLst>
                <a:path extrusionOk="0" h="15000" w="2250">
                  <a:moveTo>
                    <a:pt x="1125" y="0"/>
                  </a:moveTo>
                  <a:cubicBezTo>
                    <a:pt x="502" y="0"/>
                    <a:pt x="0" y="505"/>
                    <a:pt x="0" y="1125"/>
                  </a:cubicBezTo>
                  <a:lnTo>
                    <a:pt x="0" y="13875"/>
                  </a:lnTo>
                  <a:cubicBezTo>
                    <a:pt x="0" y="14497"/>
                    <a:pt x="502" y="14999"/>
                    <a:pt x="1125" y="14999"/>
                  </a:cubicBezTo>
                  <a:cubicBezTo>
                    <a:pt x="1745" y="14999"/>
                    <a:pt x="2249" y="14497"/>
                    <a:pt x="2249" y="13875"/>
                  </a:cubicBezTo>
                  <a:lnTo>
                    <a:pt x="2249" y="1125"/>
                  </a:lnTo>
                  <a:cubicBezTo>
                    <a:pt x="2249" y="505"/>
                    <a:pt x="1745" y="0"/>
                    <a:pt x="112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7"/>
            <p:cNvSpPr/>
            <p:nvPr/>
          </p:nvSpPr>
          <p:spPr>
            <a:xfrm>
              <a:off x="6598913" y="3663788"/>
              <a:ext cx="384375" cy="46950"/>
            </a:xfrm>
            <a:custGeom>
              <a:rect b="b" l="l" r="r" t="t"/>
              <a:pathLst>
                <a:path extrusionOk="0" h="1878" w="15375">
                  <a:moveTo>
                    <a:pt x="1" y="0"/>
                  </a:moveTo>
                  <a:lnTo>
                    <a:pt x="1" y="1877"/>
                  </a:lnTo>
                  <a:lnTo>
                    <a:pt x="14438" y="1877"/>
                  </a:lnTo>
                  <a:cubicBezTo>
                    <a:pt x="14685" y="1877"/>
                    <a:pt x="14926" y="1779"/>
                    <a:pt x="15101" y="1603"/>
                  </a:cubicBezTo>
                  <a:cubicBezTo>
                    <a:pt x="15276" y="1428"/>
                    <a:pt x="15375" y="1187"/>
                    <a:pt x="15375" y="940"/>
                  </a:cubicBezTo>
                  <a:cubicBezTo>
                    <a:pt x="15375" y="421"/>
                    <a:pt x="14954" y="0"/>
                    <a:pt x="144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7"/>
            <p:cNvSpPr/>
            <p:nvPr/>
          </p:nvSpPr>
          <p:spPr>
            <a:xfrm>
              <a:off x="6609988" y="3729313"/>
              <a:ext cx="352825" cy="272000"/>
            </a:xfrm>
            <a:custGeom>
              <a:rect b="b" l="l" r="r" t="t"/>
              <a:pathLst>
                <a:path extrusionOk="0" h="10880" w="14113">
                  <a:moveTo>
                    <a:pt x="7057" y="87"/>
                  </a:moveTo>
                  <a:lnTo>
                    <a:pt x="8136" y="1130"/>
                  </a:lnTo>
                  <a:lnTo>
                    <a:pt x="7057" y="2173"/>
                  </a:lnTo>
                  <a:lnTo>
                    <a:pt x="5976" y="1130"/>
                  </a:lnTo>
                  <a:lnTo>
                    <a:pt x="7057" y="87"/>
                  </a:lnTo>
                  <a:close/>
                  <a:moveTo>
                    <a:pt x="5438" y="1652"/>
                  </a:moveTo>
                  <a:lnTo>
                    <a:pt x="6514" y="2695"/>
                  </a:lnTo>
                  <a:lnTo>
                    <a:pt x="5438" y="3733"/>
                  </a:lnTo>
                  <a:lnTo>
                    <a:pt x="4357" y="2695"/>
                  </a:lnTo>
                  <a:lnTo>
                    <a:pt x="5438" y="1652"/>
                  </a:lnTo>
                  <a:close/>
                  <a:moveTo>
                    <a:pt x="1137" y="628"/>
                  </a:moveTo>
                  <a:lnTo>
                    <a:pt x="3278" y="2695"/>
                  </a:lnTo>
                  <a:lnTo>
                    <a:pt x="2194" y="3735"/>
                  </a:lnTo>
                  <a:lnTo>
                    <a:pt x="1975" y="3526"/>
                  </a:lnTo>
                  <a:cubicBezTo>
                    <a:pt x="1788" y="2536"/>
                    <a:pt x="1507" y="1565"/>
                    <a:pt x="1137" y="628"/>
                  </a:cubicBezTo>
                  <a:close/>
                  <a:moveTo>
                    <a:pt x="8675" y="1652"/>
                  </a:moveTo>
                  <a:lnTo>
                    <a:pt x="9754" y="2690"/>
                  </a:lnTo>
                  <a:lnTo>
                    <a:pt x="8675" y="3735"/>
                  </a:lnTo>
                  <a:lnTo>
                    <a:pt x="7596" y="2695"/>
                  </a:lnTo>
                  <a:lnTo>
                    <a:pt x="8675" y="1652"/>
                  </a:lnTo>
                  <a:close/>
                  <a:moveTo>
                    <a:pt x="12974" y="623"/>
                  </a:moveTo>
                  <a:cubicBezTo>
                    <a:pt x="12601" y="1563"/>
                    <a:pt x="12320" y="2536"/>
                    <a:pt x="12130" y="3531"/>
                  </a:cubicBezTo>
                  <a:lnTo>
                    <a:pt x="11911" y="3740"/>
                  </a:lnTo>
                  <a:lnTo>
                    <a:pt x="10830" y="2695"/>
                  </a:lnTo>
                  <a:lnTo>
                    <a:pt x="12974" y="623"/>
                  </a:lnTo>
                  <a:close/>
                  <a:moveTo>
                    <a:pt x="3818" y="3216"/>
                  </a:moveTo>
                  <a:lnTo>
                    <a:pt x="4897" y="4254"/>
                  </a:lnTo>
                  <a:lnTo>
                    <a:pt x="3816" y="5297"/>
                  </a:lnTo>
                  <a:lnTo>
                    <a:pt x="2737" y="4261"/>
                  </a:lnTo>
                  <a:lnTo>
                    <a:pt x="3818" y="3216"/>
                  </a:lnTo>
                  <a:close/>
                  <a:moveTo>
                    <a:pt x="7057" y="3216"/>
                  </a:moveTo>
                  <a:lnTo>
                    <a:pt x="8136" y="4257"/>
                  </a:lnTo>
                  <a:lnTo>
                    <a:pt x="7057" y="5297"/>
                  </a:lnTo>
                  <a:lnTo>
                    <a:pt x="5976" y="4257"/>
                  </a:lnTo>
                  <a:lnTo>
                    <a:pt x="7057" y="3216"/>
                  </a:lnTo>
                  <a:close/>
                  <a:moveTo>
                    <a:pt x="10292" y="3211"/>
                  </a:moveTo>
                  <a:lnTo>
                    <a:pt x="11373" y="4257"/>
                  </a:lnTo>
                  <a:lnTo>
                    <a:pt x="10294" y="5300"/>
                  </a:lnTo>
                  <a:lnTo>
                    <a:pt x="9211" y="4254"/>
                  </a:lnTo>
                  <a:lnTo>
                    <a:pt x="10292" y="3211"/>
                  </a:lnTo>
                  <a:close/>
                  <a:moveTo>
                    <a:pt x="2199" y="4783"/>
                  </a:moveTo>
                  <a:lnTo>
                    <a:pt x="3275" y="5821"/>
                  </a:lnTo>
                  <a:lnTo>
                    <a:pt x="2413" y="6652"/>
                  </a:lnTo>
                  <a:lnTo>
                    <a:pt x="2413" y="6650"/>
                  </a:lnTo>
                  <a:cubicBezTo>
                    <a:pt x="2357" y="5996"/>
                    <a:pt x="2285" y="5374"/>
                    <a:pt x="2199" y="4783"/>
                  </a:cubicBezTo>
                  <a:close/>
                  <a:moveTo>
                    <a:pt x="11914" y="4780"/>
                  </a:moveTo>
                  <a:lnTo>
                    <a:pt x="11914" y="4783"/>
                  </a:lnTo>
                  <a:cubicBezTo>
                    <a:pt x="11827" y="5372"/>
                    <a:pt x="11755" y="5996"/>
                    <a:pt x="11695" y="6650"/>
                  </a:cubicBezTo>
                  <a:lnTo>
                    <a:pt x="11695" y="6652"/>
                  </a:lnTo>
                  <a:lnTo>
                    <a:pt x="10833" y="5821"/>
                  </a:lnTo>
                  <a:lnTo>
                    <a:pt x="11914" y="4780"/>
                  </a:lnTo>
                  <a:close/>
                  <a:moveTo>
                    <a:pt x="5438" y="4778"/>
                  </a:moveTo>
                  <a:lnTo>
                    <a:pt x="6512" y="5816"/>
                  </a:lnTo>
                  <a:lnTo>
                    <a:pt x="5433" y="6859"/>
                  </a:lnTo>
                  <a:lnTo>
                    <a:pt x="4357" y="5821"/>
                  </a:lnTo>
                  <a:lnTo>
                    <a:pt x="5438" y="4778"/>
                  </a:lnTo>
                  <a:close/>
                  <a:moveTo>
                    <a:pt x="8672" y="4778"/>
                  </a:moveTo>
                  <a:lnTo>
                    <a:pt x="9751" y="5821"/>
                  </a:lnTo>
                  <a:lnTo>
                    <a:pt x="8672" y="6861"/>
                  </a:lnTo>
                  <a:lnTo>
                    <a:pt x="7596" y="5819"/>
                  </a:lnTo>
                  <a:lnTo>
                    <a:pt x="8672" y="4778"/>
                  </a:lnTo>
                  <a:close/>
                  <a:moveTo>
                    <a:pt x="3816" y="6342"/>
                  </a:moveTo>
                  <a:lnTo>
                    <a:pt x="4895" y="7380"/>
                  </a:lnTo>
                  <a:lnTo>
                    <a:pt x="3818" y="8421"/>
                  </a:lnTo>
                  <a:lnTo>
                    <a:pt x="2739" y="7383"/>
                  </a:lnTo>
                  <a:lnTo>
                    <a:pt x="3816" y="6342"/>
                  </a:lnTo>
                  <a:close/>
                  <a:moveTo>
                    <a:pt x="7057" y="6340"/>
                  </a:moveTo>
                  <a:lnTo>
                    <a:pt x="8136" y="7380"/>
                  </a:lnTo>
                  <a:lnTo>
                    <a:pt x="7055" y="8421"/>
                  </a:lnTo>
                  <a:lnTo>
                    <a:pt x="5976" y="7380"/>
                  </a:lnTo>
                  <a:lnTo>
                    <a:pt x="7057" y="6340"/>
                  </a:lnTo>
                  <a:close/>
                  <a:moveTo>
                    <a:pt x="10294" y="6342"/>
                  </a:moveTo>
                  <a:lnTo>
                    <a:pt x="11371" y="7383"/>
                  </a:lnTo>
                  <a:lnTo>
                    <a:pt x="10294" y="8421"/>
                  </a:lnTo>
                  <a:lnTo>
                    <a:pt x="9215" y="7380"/>
                  </a:lnTo>
                  <a:lnTo>
                    <a:pt x="10294" y="6342"/>
                  </a:lnTo>
                  <a:close/>
                  <a:moveTo>
                    <a:pt x="2516" y="8207"/>
                  </a:moveTo>
                  <a:lnTo>
                    <a:pt x="3297" y="8959"/>
                  </a:lnTo>
                  <a:lnTo>
                    <a:pt x="2564" y="9781"/>
                  </a:lnTo>
                  <a:cubicBezTo>
                    <a:pt x="2554" y="9236"/>
                    <a:pt x="2538" y="8683"/>
                    <a:pt x="2516" y="8207"/>
                  </a:cubicBezTo>
                  <a:close/>
                  <a:moveTo>
                    <a:pt x="11589" y="8212"/>
                  </a:moveTo>
                  <a:lnTo>
                    <a:pt x="11589" y="8212"/>
                  </a:lnTo>
                  <a:cubicBezTo>
                    <a:pt x="11573" y="8688"/>
                    <a:pt x="11556" y="9233"/>
                    <a:pt x="11546" y="9781"/>
                  </a:cubicBezTo>
                  <a:lnTo>
                    <a:pt x="10813" y="8959"/>
                  </a:lnTo>
                  <a:lnTo>
                    <a:pt x="11589" y="8212"/>
                  </a:lnTo>
                  <a:close/>
                  <a:moveTo>
                    <a:pt x="5433" y="7902"/>
                  </a:moveTo>
                  <a:lnTo>
                    <a:pt x="6524" y="8952"/>
                  </a:lnTo>
                  <a:lnTo>
                    <a:pt x="5435" y="10093"/>
                  </a:lnTo>
                  <a:lnTo>
                    <a:pt x="4347" y="8952"/>
                  </a:lnTo>
                  <a:lnTo>
                    <a:pt x="5433" y="7902"/>
                  </a:lnTo>
                  <a:close/>
                  <a:moveTo>
                    <a:pt x="8675" y="7902"/>
                  </a:moveTo>
                  <a:lnTo>
                    <a:pt x="9766" y="8952"/>
                  </a:lnTo>
                  <a:lnTo>
                    <a:pt x="8675" y="10093"/>
                  </a:lnTo>
                  <a:lnTo>
                    <a:pt x="7584" y="8952"/>
                  </a:lnTo>
                  <a:lnTo>
                    <a:pt x="8675" y="7902"/>
                  </a:lnTo>
                  <a:close/>
                  <a:moveTo>
                    <a:pt x="14113" y="1"/>
                  </a:moveTo>
                  <a:cubicBezTo>
                    <a:pt x="14074" y="6"/>
                    <a:pt x="14036" y="6"/>
                    <a:pt x="13995" y="6"/>
                  </a:cubicBezTo>
                  <a:lnTo>
                    <a:pt x="12539" y="6"/>
                  </a:lnTo>
                  <a:lnTo>
                    <a:pt x="10289" y="2173"/>
                  </a:lnTo>
                  <a:lnTo>
                    <a:pt x="9213" y="1130"/>
                  </a:lnTo>
                  <a:lnTo>
                    <a:pt x="10381" y="6"/>
                  </a:lnTo>
                  <a:lnTo>
                    <a:pt x="9299" y="6"/>
                  </a:lnTo>
                  <a:lnTo>
                    <a:pt x="8675" y="609"/>
                  </a:lnTo>
                  <a:lnTo>
                    <a:pt x="8048" y="6"/>
                  </a:lnTo>
                  <a:lnTo>
                    <a:pt x="6060" y="6"/>
                  </a:lnTo>
                  <a:lnTo>
                    <a:pt x="5433" y="609"/>
                  </a:lnTo>
                  <a:lnTo>
                    <a:pt x="4811" y="6"/>
                  </a:lnTo>
                  <a:lnTo>
                    <a:pt x="3732" y="6"/>
                  </a:lnTo>
                  <a:lnTo>
                    <a:pt x="4895" y="1130"/>
                  </a:lnTo>
                  <a:lnTo>
                    <a:pt x="3818" y="2173"/>
                  </a:lnTo>
                  <a:lnTo>
                    <a:pt x="1572" y="6"/>
                  </a:lnTo>
                  <a:lnTo>
                    <a:pt x="0" y="6"/>
                  </a:lnTo>
                  <a:cubicBezTo>
                    <a:pt x="341" y="583"/>
                    <a:pt x="863" y="1731"/>
                    <a:pt x="1264" y="3786"/>
                  </a:cubicBezTo>
                  <a:cubicBezTo>
                    <a:pt x="1283" y="3882"/>
                    <a:pt x="1302" y="3985"/>
                    <a:pt x="1319" y="4086"/>
                  </a:cubicBezTo>
                  <a:cubicBezTo>
                    <a:pt x="1338" y="4187"/>
                    <a:pt x="1358" y="4281"/>
                    <a:pt x="1377" y="4382"/>
                  </a:cubicBezTo>
                  <a:lnTo>
                    <a:pt x="1394" y="4483"/>
                  </a:lnTo>
                  <a:cubicBezTo>
                    <a:pt x="1406" y="4562"/>
                    <a:pt x="1420" y="4639"/>
                    <a:pt x="1432" y="4718"/>
                  </a:cubicBezTo>
                  <a:cubicBezTo>
                    <a:pt x="1548" y="5494"/>
                    <a:pt x="1641" y="6335"/>
                    <a:pt x="1709" y="7217"/>
                  </a:cubicBezTo>
                  <a:lnTo>
                    <a:pt x="1713" y="7277"/>
                  </a:lnTo>
                  <a:lnTo>
                    <a:pt x="1713" y="7280"/>
                  </a:lnTo>
                  <a:lnTo>
                    <a:pt x="1728" y="7472"/>
                  </a:lnTo>
                  <a:lnTo>
                    <a:pt x="1728" y="7477"/>
                  </a:lnTo>
                  <a:lnTo>
                    <a:pt x="1735" y="7618"/>
                  </a:lnTo>
                  <a:cubicBezTo>
                    <a:pt x="1781" y="8322"/>
                    <a:pt x="1812" y="9353"/>
                    <a:pt x="1819" y="10317"/>
                  </a:cubicBezTo>
                  <a:cubicBezTo>
                    <a:pt x="1817" y="10543"/>
                    <a:pt x="1949" y="10747"/>
                    <a:pt x="2155" y="10838"/>
                  </a:cubicBezTo>
                  <a:cubicBezTo>
                    <a:pt x="2218" y="10865"/>
                    <a:pt x="2285" y="10879"/>
                    <a:pt x="2355" y="10879"/>
                  </a:cubicBezTo>
                  <a:cubicBezTo>
                    <a:pt x="2501" y="10877"/>
                    <a:pt x="2638" y="10817"/>
                    <a:pt x="2742" y="10711"/>
                  </a:cubicBezTo>
                  <a:lnTo>
                    <a:pt x="3826" y="9493"/>
                  </a:lnTo>
                  <a:lnTo>
                    <a:pt x="4967" y="10687"/>
                  </a:lnTo>
                  <a:cubicBezTo>
                    <a:pt x="5092" y="10809"/>
                    <a:pt x="5258" y="10879"/>
                    <a:pt x="5431" y="10879"/>
                  </a:cubicBezTo>
                  <a:cubicBezTo>
                    <a:pt x="5613" y="10877"/>
                    <a:pt x="5786" y="10805"/>
                    <a:pt x="5914" y="10677"/>
                  </a:cubicBezTo>
                  <a:lnTo>
                    <a:pt x="7055" y="9483"/>
                  </a:lnTo>
                  <a:lnTo>
                    <a:pt x="8206" y="10689"/>
                  </a:lnTo>
                  <a:cubicBezTo>
                    <a:pt x="8329" y="10809"/>
                    <a:pt x="8497" y="10879"/>
                    <a:pt x="8670" y="10879"/>
                  </a:cubicBezTo>
                  <a:cubicBezTo>
                    <a:pt x="8850" y="10877"/>
                    <a:pt x="9023" y="10805"/>
                    <a:pt x="9150" y="10677"/>
                  </a:cubicBezTo>
                  <a:lnTo>
                    <a:pt x="10282" y="9493"/>
                  </a:lnTo>
                  <a:lnTo>
                    <a:pt x="11388" y="10730"/>
                  </a:lnTo>
                  <a:cubicBezTo>
                    <a:pt x="11481" y="10824"/>
                    <a:pt x="11611" y="10879"/>
                    <a:pt x="11746" y="10879"/>
                  </a:cubicBezTo>
                  <a:cubicBezTo>
                    <a:pt x="11751" y="10879"/>
                    <a:pt x="11756" y="10879"/>
                    <a:pt x="11761" y="10879"/>
                  </a:cubicBezTo>
                  <a:cubicBezTo>
                    <a:pt x="11825" y="10879"/>
                    <a:pt x="11890" y="10865"/>
                    <a:pt x="11950" y="10838"/>
                  </a:cubicBezTo>
                  <a:cubicBezTo>
                    <a:pt x="12157" y="10749"/>
                    <a:pt x="12289" y="10543"/>
                    <a:pt x="12286" y="10317"/>
                  </a:cubicBezTo>
                  <a:cubicBezTo>
                    <a:pt x="12294" y="9358"/>
                    <a:pt x="12327" y="8322"/>
                    <a:pt x="12373" y="7618"/>
                  </a:cubicBezTo>
                  <a:lnTo>
                    <a:pt x="12394" y="7277"/>
                  </a:lnTo>
                  <a:lnTo>
                    <a:pt x="12399" y="7224"/>
                  </a:lnTo>
                  <a:cubicBezTo>
                    <a:pt x="12467" y="6335"/>
                    <a:pt x="12560" y="5492"/>
                    <a:pt x="12676" y="4718"/>
                  </a:cubicBezTo>
                  <a:cubicBezTo>
                    <a:pt x="12692" y="4644"/>
                    <a:pt x="12702" y="4564"/>
                    <a:pt x="12714" y="4490"/>
                  </a:cubicBezTo>
                  <a:lnTo>
                    <a:pt x="12733" y="4382"/>
                  </a:lnTo>
                  <a:cubicBezTo>
                    <a:pt x="12750" y="4281"/>
                    <a:pt x="12767" y="4182"/>
                    <a:pt x="12789" y="4074"/>
                  </a:cubicBezTo>
                  <a:cubicBezTo>
                    <a:pt x="12803" y="3987"/>
                    <a:pt x="12820" y="3901"/>
                    <a:pt x="12837" y="3814"/>
                  </a:cubicBezTo>
                  <a:lnTo>
                    <a:pt x="12837" y="3807"/>
                  </a:lnTo>
                  <a:cubicBezTo>
                    <a:pt x="12841" y="3798"/>
                    <a:pt x="12844" y="3781"/>
                    <a:pt x="12849" y="3766"/>
                  </a:cubicBezTo>
                  <a:cubicBezTo>
                    <a:pt x="13245" y="1724"/>
                    <a:pt x="13767" y="580"/>
                    <a:pt x="1411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7"/>
            <p:cNvSpPr/>
            <p:nvPr/>
          </p:nvSpPr>
          <p:spPr>
            <a:xfrm>
              <a:off x="6495763" y="3663788"/>
              <a:ext cx="84450" cy="121900"/>
            </a:xfrm>
            <a:custGeom>
              <a:rect b="b" l="l" r="r" t="t"/>
              <a:pathLst>
                <a:path extrusionOk="0" h="4876" w="3378">
                  <a:moveTo>
                    <a:pt x="1500" y="1127"/>
                  </a:moveTo>
                  <a:cubicBezTo>
                    <a:pt x="1709" y="1127"/>
                    <a:pt x="1875" y="1296"/>
                    <a:pt x="1875" y="1502"/>
                  </a:cubicBezTo>
                  <a:cubicBezTo>
                    <a:pt x="1875" y="1709"/>
                    <a:pt x="1709" y="1877"/>
                    <a:pt x="1500" y="1877"/>
                  </a:cubicBezTo>
                  <a:cubicBezTo>
                    <a:pt x="1294" y="1877"/>
                    <a:pt x="1126" y="1709"/>
                    <a:pt x="1126" y="1502"/>
                  </a:cubicBezTo>
                  <a:cubicBezTo>
                    <a:pt x="1126" y="1296"/>
                    <a:pt x="1294" y="1127"/>
                    <a:pt x="1500" y="1127"/>
                  </a:cubicBezTo>
                  <a:close/>
                  <a:moveTo>
                    <a:pt x="1" y="0"/>
                  </a:moveTo>
                  <a:lnTo>
                    <a:pt x="1" y="4876"/>
                  </a:lnTo>
                  <a:lnTo>
                    <a:pt x="3377" y="1877"/>
                  </a:lnTo>
                  <a:lnTo>
                    <a:pt x="337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7"/>
            <p:cNvSpPr/>
            <p:nvPr/>
          </p:nvSpPr>
          <p:spPr>
            <a:xfrm>
              <a:off x="6845338" y="3548738"/>
              <a:ext cx="44250" cy="77225"/>
            </a:xfrm>
            <a:custGeom>
              <a:rect b="b" l="l" r="r" t="t"/>
              <a:pathLst>
                <a:path extrusionOk="0" h="3089" w="1770">
                  <a:moveTo>
                    <a:pt x="1" y="1"/>
                  </a:moveTo>
                  <a:cubicBezTo>
                    <a:pt x="44" y="1349"/>
                    <a:pt x="537" y="2538"/>
                    <a:pt x="1262" y="3089"/>
                  </a:cubicBezTo>
                  <a:cubicBezTo>
                    <a:pt x="1596" y="2389"/>
                    <a:pt x="1769" y="1625"/>
                    <a:pt x="1767" y="851"/>
                  </a:cubicBezTo>
                  <a:cubicBezTo>
                    <a:pt x="1767" y="666"/>
                    <a:pt x="1757" y="481"/>
                    <a:pt x="1738" y="299"/>
                  </a:cubicBezTo>
                  <a:cubicBezTo>
                    <a:pt x="1181" y="171"/>
                    <a:pt x="618" y="73"/>
                    <a:pt x="51" y="6"/>
                  </a:cubicBezTo>
                  <a:cubicBezTo>
                    <a:pt x="34" y="3"/>
                    <a:pt x="18" y="1"/>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7"/>
            <p:cNvSpPr/>
            <p:nvPr/>
          </p:nvSpPr>
          <p:spPr>
            <a:xfrm>
              <a:off x="6845888" y="3485413"/>
              <a:ext cx="39125" cy="50850"/>
            </a:xfrm>
            <a:custGeom>
              <a:rect b="b" l="l" r="r" t="t"/>
              <a:pathLst>
                <a:path extrusionOk="0" h="2034" w="1565">
                  <a:moveTo>
                    <a:pt x="503" y="1"/>
                  </a:moveTo>
                  <a:cubicBezTo>
                    <a:pt x="224" y="558"/>
                    <a:pt x="56" y="1162"/>
                    <a:pt x="0" y="1782"/>
                  </a:cubicBezTo>
                  <a:cubicBezTo>
                    <a:pt x="39" y="1786"/>
                    <a:pt x="80" y="1789"/>
                    <a:pt x="118" y="1794"/>
                  </a:cubicBezTo>
                  <a:cubicBezTo>
                    <a:pt x="618" y="1851"/>
                    <a:pt x="1099" y="1938"/>
                    <a:pt x="1565" y="2034"/>
                  </a:cubicBezTo>
                  <a:cubicBezTo>
                    <a:pt x="1368" y="1284"/>
                    <a:pt x="1005" y="590"/>
                    <a:pt x="5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7"/>
            <p:cNvSpPr/>
            <p:nvPr/>
          </p:nvSpPr>
          <p:spPr>
            <a:xfrm>
              <a:off x="6786463" y="3441938"/>
              <a:ext cx="58175" cy="86400"/>
            </a:xfrm>
            <a:custGeom>
              <a:rect b="b" l="l" r="r" t="t"/>
              <a:pathLst>
                <a:path extrusionOk="0" h="3456" w="2327">
                  <a:moveTo>
                    <a:pt x="1" y="0"/>
                  </a:moveTo>
                  <a:lnTo>
                    <a:pt x="1" y="0"/>
                  </a:lnTo>
                  <a:cubicBezTo>
                    <a:pt x="496" y="1077"/>
                    <a:pt x="796" y="2233"/>
                    <a:pt x="890" y="3415"/>
                  </a:cubicBezTo>
                  <a:cubicBezTo>
                    <a:pt x="1140" y="3424"/>
                    <a:pt x="1387" y="3439"/>
                    <a:pt x="1632" y="3456"/>
                  </a:cubicBezTo>
                  <a:cubicBezTo>
                    <a:pt x="1695" y="2658"/>
                    <a:pt x="1930" y="1882"/>
                    <a:pt x="2327" y="1183"/>
                  </a:cubicBezTo>
                  <a:cubicBezTo>
                    <a:pt x="1664" y="596"/>
                    <a:pt x="864" y="190"/>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7"/>
            <p:cNvSpPr/>
            <p:nvPr/>
          </p:nvSpPr>
          <p:spPr>
            <a:xfrm>
              <a:off x="6731213" y="3545438"/>
              <a:ext cx="61400" cy="90200"/>
            </a:xfrm>
            <a:custGeom>
              <a:rect b="b" l="l" r="r" t="t"/>
              <a:pathLst>
                <a:path extrusionOk="0" h="3608" w="2456">
                  <a:moveTo>
                    <a:pt x="2206" y="1"/>
                  </a:moveTo>
                  <a:cubicBezTo>
                    <a:pt x="1951" y="1"/>
                    <a:pt x="1701" y="15"/>
                    <a:pt x="1449" y="25"/>
                  </a:cubicBezTo>
                  <a:cubicBezTo>
                    <a:pt x="1452" y="85"/>
                    <a:pt x="1459" y="147"/>
                    <a:pt x="1459" y="207"/>
                  </a:cubicBezTo>
                  <a:cubicBezTo>
                    <a:pt x="1437" y="1488"/>
                    <a:pt x="913" y="2709"/>
                    <a:pt x="0" y="3607"/>
                  </a:cubicBezTo>
                  <a:lnTo>
                    <a:pt x="2285" y="3607"/>
                  </a:lnTo>
                  <a:cubicBezTo>
                    <a:pt x="2398" y="2814"/>
                    <a:pt x="2456" y="2014"/>
                    <a:pt x="2456" y="1212"/>
                  </a:cubicBezTo>
                  <a:cubicBezTo>
                    <a:pt x="2456" y="815"/>
                    <a:pt x="2437" y="411"/>
                    <a:pt x="2408" y="5"/>
                  </a:cubicBezTo>
                  <a:cubicBezTo>
                    <a:pt x="2355" y="5"/>
                    <a:pt x="2302" y="1"/>
                    <a:pt x="224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7"/>
            <p:cNvSpPr/>
            <p:nvPr/>
          </p:nvSpPr>
          <p:spPr>
            <a:xfrm>
              <a:off x="6807263" y="3546088"/>
              <a:ext cx="52275" cy="89550"/>
            </a:xfrm>
            <a:custGeom>
              <a:rect b="b" l="l" r="r" t="t"/>
              <a:pathLst>
                <a:path extrusionOk="0" h="3582" w="2091">
                  <a:moveTo>
                    <a:pt x="120" y="1"/>
                  </a:moveTo>
                  <a:cubicBezTo>
                    <a:pt x="144" y="390"/>
                    <a:pt x="164" y="789"/>
                    <a:pt x="164" y="1186"/>
                  </a:cubicBezTo>
                  <a:cubicBezTo>
                    <a:pt x="164" y="1986"/>
                    <a:pt x="108" y="2788"/>
                    <a:pt x="0" y="3581"/>
                  </a:cubicBezTo>
                  <a:lnTo>
                    <a:pt x="2091" y="3581"/>
                  </a:lnTo>
                  <a:cubicBezTo>
                    <a:pt x="1300" y="2824"/>
                    <a:pt x="800" y="1515"/>
                    <a:pt x="772" y="42"/>
                  </a:cubicBezTo>
                  <a:cubicBezTo>
                    <a:pt x="555" y="25"/>
                    <a:pt x="339" y="11"/>
                    <a:pt x="12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7"/>
            <p:cNvSpPr/>
            <p:nvPr/>
          </p:nvSpPr>
          <p:spPr>
            <a:xfrm>
              <a:off x="6710588" y="3438838"/>
              <a:ext cx="79275" cy="88550"/>
            </a:xfrm>
            <a:custGeom>
              <a:rect b="b" l="l" r="r" t="t"/>
              <a:pathLst>
                <a:path extrusionOk="0" h="3542" w="3171">
                  <a:moveTo>
                    <a:pt x="1885" y="1"/>
                  </a:moveTo>
                  <a:cubicBezTo>
                    <a:pt x="1241" y="1"/>
                    <a:pt x="602" y="121"/>
                    <a:pt x="1" y="355"/>
                  </a:cubicBezTo>
                  <a:cubicBezTo>
                    <a:pt x="1104" y="1102"/>
                    <a:pt x="1882" y="2241"/>
                    <a:pt x="2176" y="3541"/>
                  </a:cubicBezTo>
                  <a:cubicBezTo>
                    <a:pt x="2459" y="3529"/>
                    <a:pt x="2743" y="3515"/>
                    <a:pt x="3029" y="3515"/>
                  </a:cubicBezTo>
                  <a:lnTo>
                    <a:pt x="3072" y="3515"/>
                  </a:lnTo>
                  <a:cubicBezTo>
                    <a:pt x="3106" y="3515"/>
                    <a:pt x="3137" y="3517"/>
                    <a:pt x="3170" y="3517"/>
                  </a:cubicBezTo>
                  <a:cubicBezTo>
                    <a:pt x="2990" y="1936"/>
                    <a:pt x="2584" y="622"/>
                    <a:pt x="2077" y="4"/>
                  </a:cubicBezTo>
                  <a:cubicBezTo>
                    <a:pt x="2013" y="2"/>
                    <a:pt x="1949" y="1"/>
                    <a:pt x="1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7"/>
            <p:cNvSpPr/>
            <p:nvPr/>
          </p:nvSpPr>
          <p:spPr>
            <a:xfrm>
              <a:off x="6627988" y="3457363"/>
              <a:ext cx="118150" cy="97775"/>
            </a:xfrm>
            <a:custGeom>
              <a:rect b="b" l="l" r="r" t="t"/>
              <a:pathLst>
                <a:path extrusionOk="0" h="3911" w="4726">
                  <a:moveTo>
                    <a:pt x="2519" y="1"/>
                  </a:moveTo>
                  <a:cubicBezTo>
                    <a:pt x="1116" y="842"/>
                    <a:pt x="186" y="2288"/>
                    <a:pt x="1" y="3910"/>
                  </a:cubicBezTo>
                  <a:cubicBezTo>
                    <a:pt x="1210" y="3406"/>
                    <a:pt x="2486" y="3074"/>
                    <a:pt x="3790" y="2930"/>
                  </a:cubicBezTo>
                  <a:cubicBezTo>
                    <a:pt x="4096" y="2892"/>
                    <a:pt x="4410" y="2868"/>
                    <a:pt x="4725" y="2844"/>
                  </a:cubicBezTo>
                  <a:cubicBezTo>
                    <a:pt x="4398" y="1640"/>
                    <a:pt x="3605" y="616"/>
                    <a:pt x="251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7"/>
            <p:cNvSpPr/>
            <p:nvPr/>
          </p:nvSpPr>
          <p:spPr>
            <a:xfrm>
              <a:off x="6627288" y="3547063"/>
              <a:ext cx="121675" cy="88575"/>
            </a:xfrm>
            <a:custGeom>
              <a:rect b="b" l="l" r="r" t="t"/>
              <a:pathLst>
                <a:path extrusionOk="0" h="3543" w="4867">
                  <a:moveTo>
                    <a:pt x="4856" y="0"/>
                  </a:moveTo>
                  <a:cubicBezTo>
                    <a:pt x="4539" y="24"/>
                    <a:pt x="4222" y="51"/>
                    <a:pt x="3914" y="87"/>
                  </a:cubicBezTo>
                  <a:cubicBezTo>
                    <a:pt x="2559" y="229"/>
                    <a:pt x="1235" y="594"/>
                    <a:pt x="0" y="1166"/>
                  </a:cubicBezTo>
                  <a:cubicBezTo>
                    <a:pt x="39" y="2004"/>
                    <a:pt x="279" y="2819"/>
                    <a:pt x="699" y="3542"/>
                  </a:cubicBezTo>
                  <a:lnTo>
                    <a:pt x="3030" y="3542"/>
                  </a:lnTo>
                  <a:cubicBezTo>
                    <a:pt x="4143" y="2761"/>
                    <a:pt x="4823" y="1500"/>
                    <a:pt x="4866" y="142"/>
                  </a:cubicBezTo>
                  <a:cubicBezTo>
                    <a:pt x="4866" y="94"/>
                    <a:pt x="4859" y="46"/>
                    <a:pt x="485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1" name="Google Shape;451;p27"/>
          <p:cNvGrpSpPr/>
          <p:nvPr/>
        </p:nvGrpSpPr>
        <p:grpSpPr>
          <a:xfrm>
            <a:off x="5665478" y="1712818"/>
            <a:ext cx="297006" cy="468956"/>
            <a:chOff x="6510738" y="4197963"/>
            <a:chExt cx="356250" cy="562500"/>
          </a:xfrm>
        </p:grpSpPr>
        <p:sp>
          <p:nvSpPr>
            <p:cNvPr id="452" name="Google Shape;452;p27"/>
            <p:cNvSpPr/>
            <p:nvPr/>
          </p:nvSpPr>
          <p:spPr>
            <a:xfrm>
              <a:off x="6510738" y="4704213"/>
              <a:ext cx="356250" cy="56250"/>
            </a:xfrm>
            <a:custGeom>
              <a:rect b="b" l="l" r="r" t="t"/>
              <a:pathLst>
                <a:path extrusionOk="0" h="2250" w="14250">
                  <a:moveTo>
                    <a:pt x="1875" y="0"/>
                  </a:moveTo>
                  <a:cubicBezTo>
                    <a:pt x="839" y="0"/>
                    <a:pt x="0" y="839"/>
                    <a:pt x="0" y="1874"/>
                  </a:cubicBezTo>
                  <a:cubicBezTo>
                    <a:pt x="0" y="2081"/>
                    <a:pt x="169" y="2249"/>
                    <a:pt x="375" y="2249"/>
                  </a:cubicBezTo>
                  <a:lnTo>
                    <a:pt x="13875" y="2249"/>
                  </a:lnTo>
                  <a:cubicBezTo>
                    <a:pt x="14082" y="2249"/>
                    <a:pt x="14250" y="2081"/>
                    <a:pt x="14250" y="1874"/>
                  </a:cubicBezTo>
                  <a:cubicBezTo>
                    <a:pt x="14250" y="839"/>
                    <a:pt x="13411" y="0"/>
                    <a:pt x="123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7"/>
            <p:cNvSpPr/>
            <p:nvPr/>
          </p:nvSpPr>
          <p:spPr>
            <a:xfrm>
              <a:off x="6660738" y="4619813"/>
              <a:ext cx="56250" cy="65625"/>
            </a:xfrm>
            <a:custGeom>
              <a:rect b="b" l="l" r="r" t="t"/>
              <a:pathLst>
                <a:path extrusionOk="0" h="2625" w="2250">
                  <a:moveTo>
                    <a:pt x="375" y="0"/>
                  </a:moveTo>
                  <a:cubicBezTo>
                    <a:pt x="169" y="0"/>
                    <a:pt x="0" y="168"/>
                    <a:pt x="0" y="375"/>
                  </a:cubicBezTo>
                  <a:lnTo>
                    <a:pt x="0" y="2249"/>
                  </a:lnTo>
                  <a:cubicBezTo>
                    <a:pt x="0" y="2456"/>
                    <a:pt x="169" y="2624"/>
                    <a:pt x="375" y="2624"/>
                  </a:cubicBezTo>
                  <a:lnTo>
                    <a:pt x="1875" y="2624"/>
                  </a:lnTo>
                  <a:cubicBezTo>
                    <a:pt x="2081" y="2624"/>
                    <a:pt x="2250" y="2458"/>
                    <a:pt x="2250" y="2249"/>
                  </a:cubicBezTo>
                  <a:lnTo>
                    <a:pt x="2250" y="375"/>
                  </a:lnTo>
                  <a:cubicBezTo>
                    <a:pt x="2250" y="168"/>
                    <a:pt x="2081" y="0"/>
                    <a:pt x="187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7"/>
            <p:cNvSpPr/>
            <p:nvPr/>
          </p:nvSpPr>
          <p:spPr>
            <a:xfrm>
              <a:off x="6520113" y="4197963"/>
              <a:ext cx="337500" cy="207275"/>
            </a:xfrm>
            <a:custGeom>
              <a:rect b="b" l="l" r="r" t="t"/>
              <a:pathLst>
                <a:path extrusionOk="0" h="8291" w="13500">
                  <a:moveTo>
                    <a:pt x="4501" y="1488"/>
                  </a:moveTo>
                  <a:cubicBezTo>
                    <a:pt x="4708" y="1488"/>
                    <a:pt x="4873" y="1656"/>
                    <a:pt x="4873" y="1863"/>
                  </a:cubicBezTo>
                  <a:cubicBezTo>
                    <a:pt x="4873" y="2069"/>
                    <a:pt x="4708" y="2238"/>
                    <a:pt x="4501" y="2238"/>
                  </a:cubicBezTo>
                  <a:cubicBezTo>
                    <a:pt x="4292" y="2238"/>
                    <a:pt x="4126" y="2069"/>
                    <a:pt x="4126" y="1863"/>
                  </a:cubicBezTo>
                  <a:cubicBezTo>
                    <a:pt x="4126" y="1656"/>
                    <a:pt x="4292" y="1488"/>
                    <a:pt x="4501" y="1488"/>
                  </a:cubicBezTo>
                  <a:close/>
                  <a:moveTo>
                    <a:pt x="3280" y="2046"/>
                  </a:moveTo>
                  <a:cubicBezTo>
                    <a:pt x="3419" y="2046"/>
                    <a:pt x="3554" y="2124"/>
                    <a:pt x="3619" y="2257"/>
                  </a:cubicBezTo>
                  <a:cubicBezTo>
                    <a:pt x="3710" y="2444"/>
                    <a:pt x="3633" y="2668"/>
                    <a:pt x="3446" y="2759"/>
                  </a:cubicBezTo>
                  <a:cubicBezTo>
                    <a:pt x="2896" y="3031"/>
                    <a:pt x="2369" y="3348"/>
                    <a:pt x="1874" y="3708"/>
                  </a:cubicBezTo>
                  <a:lnTo>
                    <a:pt x="1874" y="4864"/>
                  </a:lnTo>
                  <a:cubicBezTo>
                    <a:pt x="1874" y="5071"/>
                    <a:pt x="1706" y="5239"/>
                    <a:pt x="1500" y="5239"/>
                  </a:cubicBezTo>
                  <a:cubicBezTo>
                    <a:pt x="1293" y="5239"/>
                    <a:pt x="1125" y="5071"/>
                    <a:pt x="1125" y="4864"/>
                  </a:cubicBezTo>
                  <a:lnTo>
                    <a:pt x="1125" y="3516"/>
                  </a:lnTo>
                  <a:cubicBezTo>
                    <a:pt x="1127" y="3398"/>
                    <a:pt x="1182" y="3288"/>
                    <a:pt x="1276" y="3218"/>
                  </a:cubicBezTo>
                  <a:cubicBezTo>
                    <a:pt x="1853" y="2785"/>
                    <a:pt x="2470" y="2406"/>
                    <a:pt x="3117" y="2084"/>
                  </a:cubicBezTo>
                  <a:cubicBezTo>
                    <a:pt x="3169" y="2058"/>
                    <a:pt x="3225" y="2046"/>
                    <a:pt x="3280" y="2046"/>
                  </a:cubicBezTo>
                  <a:close/>
                  <a:moveTo>
                    <a:pt x="6750" y="0"/>
                  </a:moveTo>
                  <a:cubicBezTo>
                    <a:pt x="5935" y="0"/>
                    <a:pt x="3105" y="236"/>
                    <a:pt x="87" y="2723"/>
                  </a:cubicBezTo>
                  <a:cubicBezTo>
                    <a:pt x="31" y="2769"/>
                    <a:pt x="0" y="2836"/>
                    <a:pt x="0" y="2906"/>
                  </a:cubicBezTo>
                  <a:lnTo>
                    <a:pt x="0" y="7053"/>
                  </a:lnTo>
                  <a:cubicBezTo>
                    <a:pt x="3" y="7149"/>
                    <a:pt x="63" y="7236"/>
                    <a:pt x="154" y="7269"/>
                  </a:cubicBezTo>
                  <a:lnTo>
                    <a:pt x="2877" y="8291"/>
                  </a:lnTo>
                  <a:lnTo>
                    <a:pt x="3374" y="8291"/>
                  </a:lnTo>
                  <a:lnTo>
                    <a:pt x="3374" y="4864"/>
                  </a:lnTo>
                  <a:cubicBezTo>
                    <a:pt x="3376" y="4242"/>
                    <a:pt x="3879" y="3739"/>
                    <a:pt x="4501" y="3739"/>
                  </a:cubicBezTo>
                  <a:lnTo>
                    <a:pt x="8999" y="3739"/>
                  </a:lnTo>
                  <a:cubicBezTo>
                    <a:pt x="9619" y="3739"/>
                    <a:pt x="10124" y="4242"/>
                    <a:pt x="10124" y="4864"/>
                  </a:cubicBezTo>
                  <a:lnTo>
                    <a:pt x="10124" y="8291"/>
                  </a:lnTo>
                  <a:lnTo>
                    <a:pt x="10619" y="8291"/>
                  </a:lnTo>
                  <a:lnTo>
                    <a:pt x="13346" y="7269"/>
                  </a:lnTo>
                  <a:cubicBezTo>
                    <a:pt x="13438" y="7236"/>
                    <a:pt x="13498" y="7149"/>
                    <a:pt x="13500" y="7053"/>
                  </a:cubicBezTo>
                  <a:lnTo>
                    <a:pt x="13500" y="2906"/>
                  </a:lnTo>
                  <a:cubicBezTo>
                    <a:pt x="13498" y="2836"/>
                    <a:pt x="13466" y="2769"/>
                    <a:pt x="13413" y="2723"/>
                  </a:cubicBezTo>
                  <a:cubicBezTo>
                    <a:pt x="10395" y="236"/>
                    <a:pt x="7565" y="0"/>
                    <a:pt x="675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7"/>
            <p:cNvSpPr/>
            <p:nvPr/>
          </p:nvSpPr>
          <p:spPr>
            <a:xfrm>
              <a:off x="6623263" y="4310188"/>
              <a:ext cx="131225" cy="95050"/>
            </a:xfrm>
            <a:custGeom>
              <a:rect b="b" l="l" r="r" t="t"/>
              <a:pathLst>
                <a:path extrusionOk="0" h="3802" w="5249">
                  <a:moveTo>
                    <a:pt x="375" y="0"/>
                  </a:moveTo>
                  <a:cubicBezTo>
                    <a:pt x="166" y="0"/>
                    <a:pt x="0" y="168"/>
                    <a:pt x="0" y="375"/>
                  </a:cubicBezTo>
                  <a:lnTo>
                    <a:pt x="0" y="3802"/>
                  </a:lnTo>
                  <a:lnTo>
                    <a:pt x="5248" y="3802"/>
                  </a:lnTo>
                  <a:lnTo>
                    <a:pt x="5248" y="375"/>
                  </a:lnTo>
                  <a:cubicBezTo>
                    <a:pt x="5248" y="168"/>
                    <a:pt x="5080" y="0"/>
                    <a:pt x="48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7"/>
            <p:cNvSpPr/>
            <p:nvPr/>
          </p:nvSpPr>
          <p:spPr>
            <a:xfrm>
              <a:off x="6657363" y="4488363"/>
              <a:ext cx="400" cy="200"/>
            </a:xfrm>
            <a:custGeom>
              <a:rect b="b" l="l" r="r" t="t"/>
              <a:pathLst>
                <a:path extrusionOk="0" h="8" w="16">
                  <a:moveTo>
                    <a:pt x="8" y="0"/>
                  </a:moveTo>
                  <a:lnTo>
                    <a:pt x="1" y="8"/>
                  </a:lnTo>
                  <a:lnTo>
                    <a:pt x="15" y="8"/>
                  </a:lnTo>
                  <a:lnTo>
                    <a:pt x="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7"/>
            <p:cNvSpPr/>
            <p:nvPr/>
          </p:nvSpPr>
          <p:spPr>
            <a:xfrm>
              <a:off x="6720163" y="4488488"/>
              <a:ext cx="200" cy="75"/>
            </a:xfrm>
            <a:custGeom>
              <a:rect b="b" l="l" r="r" t="t"/>
              <a:pathLst>
                <a:path extrusionOk="0" h="3" w="8">
                  <a:moveTo>
                    <a:pt x="5" y="0"/>
                  </a:moveTo>
                  <a:lnTo>
                    <a:pt x="0" y="3"/>
                  </a:lnTo>
                  <a:lnTo>
                    <a:pt x="7" y="3"/>
                  </a:lnTo>
                  <a:lnTo>
                    <a:pt x="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7"/>
            <p:cNvSpPr/>
            <p:nvPr/>
          </p:nvSpPr>
          <p:spPr>
            <a:xfrm>
              <a:off x="6576338" y="4422938"/>
              <a:ext cx="225050" cy="46875"/>
            </a:xfrm>
            <a:custGeom>
              <a:rect b="b" l="l" r="r" t="t"/>
              <a:pathLst>
                <a:path extrusionOk="0" h="1875" w="9002">
                  <a:moveTo>
                    <a:pt x="937" y="1"/>
                  </a:moveTo>
                  <a:cubicBezTo>
                    <a:pt x="421" y="1"/>
                    <a:pt x="0" y="421"/>
                    <a:pt x="0" y="938"/>
                  </a:cubicBezTo>
                  <a:cubicBezTo>
                    <a:pt x="0" y="1457"/>
                    <a:pt x="421" y="1875"/>
                    <a:pt x="937" y="1875"/>
                  </a:cubicBezTo>
                  <a:lnTo>
                    <a:pt x="8062" y="1875"/>
                  </a:lnTo>
                  <a:cubicBezTo>
                    <a:pt x="8581" y="1875"/>
                    <a:pt x="9002" y="1457"/>
                    <a:pt x="9002" y="938"/>
                  </a:cubicBezTo>
                  <a:cubicBezTo>
                    <a:pt x="9002" y="421"/>
                    <a:pt x="8581" y="1"/>
                    <a:pt x="806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7"/>
            <p:cNvSpPr/>
            <p:nvPr/>
          </p:nvSpPr>
          <p:spPr>
            <a:xfrm>
              <a:off x="6594963" y="4488288"/>
              <a:ext cx="187800" cy="112800"/>
            </a:xfrm>
            <a:custGeom>
              <a:rect b="b" l="l" r="r" t="t"/>
              <a:pathLst>
                <a:path extrusionOk="0" h="4512" w="7512">
                  <a:moveTo>
                    <a:pt x="6253" y="1541"/>
                  </a:moveTo>
                  <a:lnTo>
                    <a:pt x="6253" y="1541"/>
                  </a:lnTo>
                  <a:cubicBezTo>
                    <a:pt x="6147" y="2065"/>
                    <a:pt x="6077" y="2596"/>
                    <a:pt x="6044" y="3132"/>
                  </a:cubicBezTo>
                  <a:lnTo>
                    <a:pt x="5515" y="2490"/>
                  </a:lnTo>
                  <a:lnTo>
                    <a:pt x="6253" y="1541"/>
                  </a:lnTo>
                  <a:close/>
                  <a:moveTo>
                    <a:pt x="1259" y="1536"/>
                  </a:moveTo>
                  <a:lnTo>
                    <a:pt x="2002" y="2490"/>
                  </a:lnTo>
                  <a:lnTo>
                    <a:pt x="1468" y="3134"/>
                  </a:lnTo>
                  <a:cubicBezTo>
                    <a:pt x="1435" y="2599"/>
                    <a:pt x="1363" y="2065"/>
                    <a:pt x="1259" y="1536"/>
                  </a:cubicBezTo>
                  <a:close/>
                  <a:moveTo>
                    <a:pt x="3756" y="1534"/>
                  </a:moveTo>
                  <a:lnTo>
                    <a:pt x="4554" y="2505"/>
                  </a:lnTo>
                  <a:lnTo>
                    <a:pt x="3758" y="3526"/>
                  </a:lnTo>
                  <a:lnTo>
                    <a:pt x="2961" y="2502"/>
                  </a:lnTo>
                  <a:lnTo>
                    <a:pt x="3756" y="1534"/>
                  </a:lnTo>
                  <a:close/>
                  <a:moveTo>
                    <a:pt x="0" y="1"/>
                  </a:moveTo>
                  <a:lnTo>
                    <a:pt x="0" y="1"/>
                  </a:lnTo>
                  <a:cubicBezTo>
                    <a:pt x="539" y="1311"/>
                    <a:pt x="798" y="2721"/>
                    <a:pt x="757" y="4136"/>
                  </a:cubicBezTo>
                  <a:cubicBezTo>
                    <a:pt x="757" y="4144"/>
                    <a:pt x="760" y="4148"/>
                    <a:pt x="760" y="4156"/>
                  </a:cubicBezTo>
                  <a:cubicBezTo>
                    <a:pt x="762" y="4180"/>
                    <a:pt x="767" y="4206"/>
                    <a:pt x="776" y="4230"/>
                  </a:cubicBezTo>
                  <a:cubicBezTo>
                    <a:pt x="784" y="4252"/>
                    <a:pt x="786" y="4276"/>
                    <a:pt x="793" y="4295"/>
                  </a:cubicBezTo>
                  <a:cubicBezTo>
                    <a:pt x="800" y="4312"/>
                    <a:pt x="820" y="4331"/>
                    <a:pt x="832" y="4350"/>
                  </a:cubicBezTo>
                  <a:cubicBezTo>
                    <a:pt x="846" y="4374"/>
                    <a:pt x="863" y="4396"/>
                    <a:pt x="885" y="4413"/>
                  </a:cubicBezTo>
                  <a:cubicBezTo>
                    <a:pt x="887" y="4418"/>
                    <a:pt x="887" y="4422"/>
                    <a:pt x="894" y="4425"/>
                  </a:cubicBezTo>
                  <a:cubicBezTo>
                    <a:pt x="913" y="4439"/>
                    <a:pt x="933" y="4449"/>
                    <a:pt x="952" y="4458"/>
                  </a:cubicBezTo>
                  <a:cubicBezTo>
                    <a:pt x="966" y="4468"/>
                    <a:pt x="981" y="4478"/>
                    <a:pt x="997" y="4485"/>
                  </a:cubicBezTo>
                  <a:cubicBezTo>
                    <a:pt x="1041" y="4502"/>
                    <a:pt x="1086" y="4509"/>
                    <a:pt x="1132" y="4511"/>
                  </a:cubicBezTo>
                  <a:cubicBezTo>
                    <a:pt x="1183" y="4511"/>
                    <a:pt x="1235" y="4499"/>
                    <a:pt x="1281" y="4478"/>
                  </a:cubicBezTo>
                  <a:cubicBezTo>
                    <a:pt x="1295" y="4473"/>
                    <a:pt x="1303" y="4463"/>
                    <a:pt x="1315" y="4454"/>
                  </a:cubicBezTo>
                  <a:cubicBezTo>
                    <a:pt x="1351" y="4437"/>
                    <a:pt x="1382" y="4413"/>
                    <a:pt x="1408" y="4384"/>
                  </a:cubicBezTo>
                  <a:cubicBezTo>
                    <a:pt x="1413" y="4379"/>
                    <a:pt x="1416" y="4379"/>
                    <a:pt x="1420" y="4372"/>
                  </a:cubicBezTo>
                  <a:lnTo>
                    <a:pt x="2473" y="3094"/>
                  </a:lnTo>
                  <a:lnTo>
                    <a:pt x="3463" y="4365"/>
                  </a:lnTo>
                  <a:cubicBezTo>
                    <a:pt x="3470" y="4377"/>
                    <a:pt x="3487" y="4379"/>
                    <a:pt x="3494" y="4391"/>
                  </a:cubicBezTo>
                  <a:cubicBezTo>
                    <a:pt x="3504" y="4406"/>
                    <a:pt x="3518" y="4420"/>
                    <a:pt x="3530" y="4432"/>
                  </a:cubicBezTo>
                  <a:cubicBezTo>
                    <a:pt x="3547" y="4444"/>
                    <a:pt x="3561" y="4446"/>
                    <a:pt x="3576" y="4458"/>
                  </a:cubicBezTo>
                  <a:cubicBezTo>
                    <a:pt x="3588" y="4466"/>
                    <a:pt x="3602" y="4473"/>
                    <a:pt x="3617" y="4478"/>
                  </a:cubicBezTo>
                  <a:cubicBezTo>
                    <a:pt x="3661" y="4499"/>
                    <a:pt x="3710" y="4510"/>
                    <a:pt x="3759" y="4510"/>
                  </a:cubicBezTo>
                  <a:cubicBezTo>
                    <a:pt x="3808" y="4510"/>
                    <a:pt x="3857" y="4499"/>
                    <a:pt x="3903" y="4478"/>
                  </a:cubicBezTo>
                  <a:cubicBezTo>
                    <a:pt x="3917" y="4473"/>
                    <a:pt x="3931" y="4466"/>
                    <a:pt x="3944" y="4458"/>
                  </a:cubicBezTo>
                  <a:cubicBezTo>
                    <a:pt x="3958" y="4446"/>
                    <a:pt x="3972" y="4444"/>
                    <a:pt x="3989" y="4432"/>
                  </a:cubicBezTo>
                  <a:cubicBezTo>
                    <a:pt x="4001" y="4420"/>
                    <a:pt x="4016" y="4406"/>
                    <a:pt x="4025" y="4391"/>
                  </a:cubicBezTo>
                  <a:cubicBezTo>
                    <a:pt x="4032" y="4379"/>
                    <a:pt x="4049" y="4377"/>
                    <a:pt x="4056" y="4365"/>
                  </a:cubicBezTo>
                  <a:lnTo>
                    <a:pt x="5042" y="3098"/>
                  </a:lnTo>
                  <a:lnTo>
                    <a:pt x="6092" y="4372"/>
                  </a:lnTo>
                  <a:cubicBezTo>
                    <a:pt x="6097" y="4379"/>
                    <a:pt x="6099" y="4379"/>
                    <a:pt x="6104" y="4384"/>
                  </a:cubicBezTo>
                  <a:cubicBezTo>
                    <a:pt x="6130" y="4413"/>
                    <a:pt x="6161" y="4437"/>
                    <a:pt x="6197" y="4454"/>
                  </a:cubicBezTo>
                  <a:cubicBezTo>
                    <a:pt x="6207" y="4463"/>
                    <a:pt x="6217" y="4473"/>
                    <a:pt x="6226" y="4478"/>
                  </a:cubicBezTo>
                  <a:cubicBezTo>
                    <a:pt x="6274" y="4499"/>
                    <a:pt x="6327" y="4511"/>
                    <a:pt x="6380" y="4511"/>
                  </a:cubicBezTo>
                  <a:cubicBezTo>
                    <a:pt x="6428" y="4509"/>
                    <a:pt x="6471" y="4502"/>
                    <a:pt x="6515" y="4485"/>
                  </a:cubicBezTo>
                  <a:cubicBezTo>
                    <a:pt x="6531" y="4478"/>
                    <a:pt x="6546" y="4468"/>
                    <a:pt x="6560" y="4458"/>
                  </a:cubicBezTo>
                  <a:cubicBezTo>
                    <a:pt x="6582" y="4449"/>
                    <a:pt x="6599" y="4439"/>
                    <a:pt x="6618" y="4425"/>
                  </a:cubicBezTo>
                  <a:cubicBezTo>
                    <a:pt x="6625" y="4422"/>
                    <a:pt x="6625" y="4418"/>
                    <a:pt x="6628" y="4413"/>
                  </a:cubicBezTo>
                  <a:cubicBezTo>
                    <a:pt x="6649" y="4396"/>
                    <a:pt x="6666" y="4374"/>
                    <a:pt x="6680" y="4350"/>
                  </a:cubicBezTo>
                  <a:cubicBezTo>
                    <a:pt x="6692" y="4331"/>
                    <a:pt x="6707" y="4317"/>
                    <a:pt x="6719" y="4295"/>
                  </a:cubicBezTo>
                  <a:cubicBezTo>
                    <a:pt x="6729" y="4271"/>
                    <a:pt x="6729" y="4252"/>
                    <a:pt x="6736" y="4230"/>
                  </a:cubicBezTo>
                  <a:cubicBezTo>
                    <a:pt x="6745" y="4206"/>
                    <a:pt x="6750" y="4180"/>
                    <a:pt x="6753" y="4156"/>
                  </a:cubicBezTo>
                  <a:cubicBezTo>
                    <a:pt x="6753" y="4148"/>
                    <a:pt x="6755" y="4144"/>
                    <a:pt x="6755" y="4136"/>
                  </a:cubicBezTo>
                  <a:cubicBezTo>
                    <a:pt x="6717" y="2721"/>
                    <a:pt x="6976" y="1311"/>
                    <a:pt x="7512" y="1"/>
                  </a:cubicBezTo>
                  <a:lnTo>
                    <a:pt x="7512" y="1"/>
                  </a:lnTo>
                  <a:cubicBezTo>
                    <a:pt x="7449" y="8"/>
                    <a:pt x="7385" y="11"/>
                    <a:pt x="7317" y="11"/>
                  </a:cubicBezTo>
                  <a:lnTo>
                    <a:pt x="6493" y="11"/>
                  </a:lnTo>
                  <a:lnTo>
                    <a:pt x="6277" y="292"/>
                  </a:lnTo>
                  <a:lnTo>
                    <a:pt x="6024" y="11"/>
                  </a:lnTo>
                  <a:lnTo>
                    <a:pt x="5015" y="11"/>
                  </a:lnTo>
                  <a:lnTo>
                    <a:pt x="5808" y="892"/>
                  </a:lnTo>
                  <a:lnTo>
                    <a:pt x="5027" y="1897"/>
                  </a:lnTo>
                  <a:lnTo>
                    <a:pt x="4244" y="940"/>
                  </a:lnTo>
                  <a:lnTo>
                    <a:pt x="5008" y="11"/>
                  </a:lnTo>
                  <a:lnTo>
                    <a:pt x="4037" y="11"/>
                  </a:lnTo>
                  <a:lnTo>
                    <a:pt x="3756" y="352"/>
                  </a:lnTo>
                  <a:lnTo>
                    <a:pt x="3480" y="11"/>
                  </a:lnTo>
                  <a:lnTo>
                    <a:pt x="2511" y="11"/>
                  </a:lnTo>
                  <a:lnTo>
                    <a:pt x="3273" y="940"/>
                  </a:lnTo>
                  <a:lnTo>
                    <a:pt x="2490" y="1894"/>
                  </a:lnTo>
                  <a:lnTo>
                    <a:pt x="1709" y="892"/>
                  </a:lnTo>
                  <a:lnTo>
                    <a:pt x="2497" y="11"/>
                  </a:lnTo>
                  <a:lnTo>
                    <a:pt x="1492" y="11"/>
                  </a:lnTo>
                  <a:lnTo>
                    <a:pt x="1240" y="292"/>
                  </a:lnTo>
                  <a:lnTo>
                    <a:pt x="1024" y="11"/>
                  </a:lnTo>
                  <a:lnTo>
                    <a:pt x="195" y="11"/>
                  </a:lnTo>
                  <a:cubicBezTo>
                    <a:pt x="130" y="11"/>
                    <a:pt x="63" y="8"/>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0" name="Google Shape;460;p27"/>
          <p:cNvSpPr/>
          <p:nvPr/>
        </p:nvSpPr>
        <p:spPr>
          <a:xfrm>
            <a:off x="3796850" y="2895163"/>
            <a:ext cx="943995"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7"/>
          <p:cNvSpPr/>
          <p:nvPr/>
        </p:nvSpPr>
        <p:spPr>
          <a:xfrm>
            <a:off x="4094952" y="2918402"/>
            <a:ext cx="347799" cy="347007"/>
          </a:xfrm>
          <a:custGeom>
            <a:rect b="b" l="l" r="r" t="t"/>
            <a:pathLst>
              <a:path extrusionOk="0" h="16649" w="16687">
                <a:moveTo>
                  <a:pt x="8759" y="3"/>
                </a:moveTo>
                <a:lnTo>
                  <a:pt x="8759" y="3"/>
                </a:lnTo>
                <a:cubicBezTo>
                  <a:pt x="9081" y="1109"/>
                  <a:pt x="9646" y="2127"/>
                  <a:pt x="10408" y="2988"/>
                </a:cubicBezTo>
                <a:cubicBezTo>
                  <a:pt x="10504" y="2913"/>
                  <a:pt x="10597" y="2831"/>
                  <a:pt x="10691" y="2757"/>
                </a:cubicBezTo>
                <a:cubicBezTo>
                  <a:pt x="11386" y="2209"/>
                  <a:pt x="12087" y="1712"/>
                  <a:pt x="12782" y="1267"/>
                </a:cubicBezTo>
                <a:cubicBezTo>
                  <a:pt x="11573" y="505"/>
                  <a:pt x="10186" y="68"/>
                  <a:pt x="8759" y="3"/>
                </a:cubicBezTo>
                <a:close/>
                <a:moveTo>
                  <a:pt x="7964" y="1"/>
                </a:moveTo>
                <a:cubicBezTo>
                  <a:pt x="6361" y="68"/>
                  <a:pt x="4813" y="601"/>
                  <a:pt x="3509" y="1534"/>
                </a:cubicBezTo>
                <a:cubicBezTo>
                  <a:pt x="4936" y="1889"/>
                  <a:pt x="6782" y="2937"/>
                  <a:pt x="8682" y="4485"/>
                </a:cubicBezTo>
                <a:cubicBezTo>
                  <a:pt x="9055" y="4139"/>
                  <a:pt x="9432" y="3805"/>
                  <a:pt x="9812" y="3480"/>
                </a:cubicBezTo>
                <a:cubicBezTo>
                  <a:pt x="8925" y="2485"/>
                  <a:pt x="8291" y="1294"/>
                  <a:pt x="7964" y="1"/>
                </a:cubicBezTo>
                <a:close/>
                <a:moveTo>
                  <a:pt x="13467" y="1753"/>
                </a:moveTo>
                <a:cubicBezTo>
                  <a:pt x="12671" y="2248"/>
                  <a:pt x="11905" y="2788"/>
                  <a:pt x="11169" y="3370"/>
                </a:cubicBezTo>
                <a:cubicBezTo>
                  <a:pt x="11092" y="3430"/>
                  <a:pt x="11016" y="3497"/>
                  <a:pt x="10939" y="3560"/>
                </a:cubicBezTo>
                <a:cubicBezTo>
                  <a:pt x="12375" y="4971"/>
                  <a:pt x="14133" y="5796"/>
                  <a:pt x="15570" y="5796"/>
                </a:cubicBezTo>
                <a:cubicBezTo>
                  <a:pt x="15811" y="5796"/>
                  <a:pt x="16043" y="5772"/>
                  <a:pt x="16264" y="5725"/>
                </a:cubicBezTo>
                <a:cubicBezTo>
                  <a:pt x="15857" y="4480"/>
                  <a:pt x="15165" y="3350"/>
                  <a:pt x="14240" y="2428"/>
                </a:cubicBezTo>
                <a:cubicBezTo>
                  <a:pt x="13995" y="2187"/>
                  <a:pt x="13738" y="1962"/>
                  <a:pt x="13467" y="1753"/>
                </a:cubicBezTo>
                <a:close/>
                <a:moveTo>
                  <a:pt x="2711" y="2187"/>
                </a:moveTo>
                <a:cubicBezTo>
                  <a:pt x="2622" y="2269"/>
                  <a:pt x="2531" y="2341"/>
                  <a:pt x="2447" y="2428"/>
                </a:cubicBezTo>
                <a:cubicBezTo>
                  <a:pt x="1627" y="3247"/>
                  <a:pt x="988" y="4228"/>
                  <a:pt x="572" y="5309"/>
                </a:cubicBezTo>
                <a:cubicBezTo>
                  <a:pt x="1182" y="5164"/>
                  <a:pt x="1801" y="5093"/>
                  <a:pt x="2418" y="5093"/>
                </a:cubicBezTo>
                <a:cubicBezTo>
                  <a:pt x="3960" y="5093"/>
                  <a:pt x="5484" y="5540"/>
                  <a:pt x="6796" y="6400"/>
                </a:cubicBezTo>
                <a:cubicBezTo>
                  <a:pt x="7125" y="6037"/>
                  <a:pt x="7462" y="5679"/>
                  <a:pt x="7812" y="5328"/>
                </a:cubicBezTo>
                <a:lnTo>
                  <a:pt x="7858" y="5282"/>
                </a:lnTo>
                <a:cubicBezTo>
                  <a:pt x="7945" y="5196"/>
                  <a:pt x="8033" y="5114"/>
                  <a:pt x="8120" y="5028"/>
                </a:cubicBezTo>
                <a:cubicBezTo>
                  <a:pt x="6037" y="3343"/>
                  <a:pt x="4008" y="2279"/>
                  <a:pt x="2711" y="2187"/>
                </a:cubicBezTo>
                <a:close/>
                <a:moveTo>
                  <a:pt x="10335" y="4055"/>
                </a:moveTo>
                <a:cubicBezTo>
                  <a:pt x="9980" y="4357"/>
                  <a:pt x="9627" y="4670"/>
                  <a:pt x="9278" y="4994"/>
                </a:cubicBezTo>
                <a:cubicBezTo>
                  <a:pt x="9780" y="5427"/>
                  <a:pt x="10285" y="5886"/>
                  <a:pt x="10782" y="6383"/>
                </a:cubicBezTo>
                <a:cubicBezTo>
                  <a:pt x="12931" y="8531"/>
                  <a:pt x="14630" y="10927"/>
                  <a:pt x="15360" y="12823"/>
                </a:cubicBezTo>
                <a:lnTo>
                  <a:pt x="15362" y="12823"/>
                </a:lnTo>
                <a:cubicBezTo>
                  <a:pt x="16225" y="11482"/>
                  <a:pt x="16686" y="9918"/>
                  <a:pt x="16684" y="8322"/>
                </a:cubicBezTo>
                <a:cubicBezTo>
                  <a:pt x="16682" y="7700"/>
                  <a:pt x="16610" y="7080"/>
                  <a:pt x="16470" y="6472"/>
                </a:cubicBezTo>
                <a:cubicBezTo>
                  <a:pt x="16182" y="6537"/>
                  <a:pt x="15888" y="6573"/>
                  <a:pt x="15593" y="6573"/>
                </a:cubicBezTo>
                <a:cubicBezTo>
                  <a:pt x="15583" y="6573"/>
                  <a:pt x="15574" y="6573"/>
                  <a:pt x="15564" y="6573"/>
                </a:cubicBezTo>
                <a:cubicBezTo>
                  <a:pt x="13897" y="6573"/>
                  <a:pt x="11941" y="5660"/>
                  <a:pt x="10335" y="4055"/>
                </a:cubicBezTo>
                <a:close/>
                <a:moveTo>
                  <a:pt x="2465" y="5885"/>
                </a:moveTo>
                <a:cubicBezTo>
                  <a:pt x="1759" y="5885"/>
                  <a:pt x="1028" y="5979"/>
                  <a:pt x="291" y="6169"/>
                </a:cubicBezTo>
                <a:cubicBezTo>
                  <a:pt x="101" y="6871"/>
                  <a:pt x="5" y="7594"/>
                  <a:pt x="3" y="8322"/>
                </a:cubicBezTo>
                <a:cubicBezTo>
                  <a:pt x="0" y="10324"/>
                  <a:pt x="721" y="12258"/>
                  <a:pt x="2036" y="13767"/>
                </a:cubicBezTo>
                <a:cubicBezTo>
                  <a:pt x="2802" y="11782"/>
                  <a:pt x="3874" y="9930"/>
                  <a:pt x="5210" y="8274"/>
                </a:cubicBezTo>
                <a:cubicBezTo>
                  <a:pt x="5549" y="7839"/>
                  <a:pt x="5904" y="7409"/>
                  <a:pt x="6274" y="6981"/>
                </a:cubicBezTo>
                <a:cubicBezTo>
                  <a:pt x="5181" y="6256"/>
                  <a:pt x="3869" y="5885"/>
                  <a:pt x="2465" y="5885"/>
                </a:cubicBezTo>
                <a:close/>
                <a:moveTo>
                  <a:pt x="8713" y="5528"/>
                </a:moveTo>
                <a:cubicBezTo>
                  <a:pt x="8610" y="5628"/>
                  <a:pt x="8507" y="5727"/>
                  <a:pt x="8404" y="5830"/>
                </a:cubicBezTo>
                <a:lnTo>
                  <a:pt x="8358" y="5874"/>
                </a:lnTo>
                <a:cubicBezTo>
                  <a:pt x="8031" y="6200"/>
                  <a:pt x="7719" y="6534"/>
                  <a:pt x="7411" y="6873"/>
                </a:cubicBezTo>
                <a:cubicBezTo>
                  <a:pt x="7541" y="6984"/>
                  <a:pt x="7661" y="7092"/>
                  <a:pt x="7764" y="7198"/>
                </a:cubicBezTo>
                <a:cubicBezTo>
                  <a:pt x="10052" y="9483"/>
                  <a:pt x="10480" y="13207"/>
                  <a:pt x="8911" y="16634"/>
                </a:cubicBezTo>
                <a:cubicBezTo>
                  <a:pt x="10922" y="16504"/>
                  <a:pt x="12818" y="15646"/>
                  <a:pt x="14240" y="14219"/>
                </a:cubicBezTo>
                <a:cubicBezTo>
                  <a:pt x="14440" y="14020"/>
                  <a:pt x="14627" y="13811"/>
                  <a:pt x="14805" y="13594"/>
                </a:cubicBezTo>
                <a:cubicBezTo>
                  <a:pt x="14771" y="13484"/>
                  <a:pt x="14735" y="13364"/>
                  <a:pt x="14685" y="13222"/>
                </a:cubicBezTo>
                <a:cubicBezTo>
                  <a:pt x="14024" y="11410"/>
                  <a:pt x="12359" y="9055"/>
                  <a:pt x="10232" y="6931"/>
                </a:cubicBezTo>
                <a:cubicBezTo>
                  <a:pt x="9730" y="6426"/>
                  <a:pt x="9218" y="5962"/>
                  <a:pt x="8713" y="5528"/>
                </a:cubicBezTo>
                <a:close/>
                <a:moveTo>
                  <a:pt x="6892" y="7452"/>
                </a:moveTo>
                <a:cubicBezTo>
                  <a:pt x="6520" y="7880"/>
                  <a:pt x="6162" y="8315"/>
                  <a:pt x="5823" y="8750"/>
                </a:cubicBezTo>
                <a:cubicBezTo>
                  <a:pt x="4451" y="10439"/>
                  <a:pt x="3377" y="12350"/>
                  <a:pt x="2644" y="14399"/>
                </a:cubicBezTo>
                <a:cubicBezTo>
                  <a:pt x="4109" y="15781"/>
                  <a:pt x="6029" y="16581"/>
                  <a:pt x="8043" y="16648"/>
                </a:cubicBezTo>
                <a:cubicBezTo>
                  <a:pt x="9663" y="13426"/>
                  <a:pt x="9345" y="9875"/>
                  <a:pt x="7219" y="7745"/>
                </a:cubicBezTo>
                <a:cubicBezTo>
                  <a:pt x="7125" y="7654"/>
                  <a:pt x="7015" y="7556"/>
                  <a:pt x="6892" y="7452"/>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pic>
        <p:nvPicPr>
          <p:cNvPr id="466" name="Google Shape;466;p28" title="Gráfico">
            <a:hlinkClick r:id="rId3"/>
          </p:cNvPr>
          <p:cNvPicPr preferRelativeResize="0"/>
          <p:nvPr/>
        </p:nvPicPr>
        <p:blipFill>
          <a:blip r:embed="rId4">
            <a:alphaModFix/>
          </a:blip>
          <a:stretch>
            <a:fillRect/>
          </a:stretch>
        </p:blipFill>
        <p:spPr>
          <a:xfrm>
            <a:off x="719450" y="1529150"/>
            <a:ext cx="4189084" cy="2672800"/>
          </a:xfrm>
          <a:prstGeom prst="rect">
            <a:avLst/>
          </a:prstGeom>
          <a:noFill/>
          <a:ln>
            <a:noFill/>
          </a:ln>
        </p:spPr>
      </p:pic>
      <p:sp>
        <p:nvSpPr>
          <p:cNvPr id="467" name="Google Shape;467;p28"/>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sp>
        <p:nvSpPr>
          <p:cNvPr id="468" name="Google Shape;468;p28"/>
          <p:cNvSpPr txBox="1"/>
          <p:nvPr/>
        </p:nvSpPr>
        <p:spPr>
          <a:xfrm>
            <a:off x="713250" y="4236150"/>
            <a:ext cx="7717500" cy="27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200">
                <a:solidFill>
                  <a:schemeClr val="lt1"/>
                </a:solidFill>
                <a:latin typeface="Dosis"/>
                <a:ea typeface="Dosis"/>
                <a:cs typeface="Dosis"/>
                <a:sym typeface="Dosis"/>
              </a:rPr>
              <a:t>Follow the link in the graph to modify its data and then paste the new one here. For more info, </a:t>
            </a:r>
            <a:r>
              <a:rPr b="1" lang="en" sz="1200">
                <a:solidFill>
                  <a:schemeClr val="lt1"/>
                </a:solidFill>
                <a:uFill>
                  <a:noFill/>
                </a:uFill>
                <a:latin typeface="Dosis"/>
                <a:ea typeface="Dosis"/>
                <a:cs typeface="Dosis"/>
                <a:sym typeface="Dosis"/>
                <a:hlinkClick r:id="rId5">
                  <a:extLst>
                    <a:ext uri="{A12FA001-AC4F-418D-AE19-62706E023703}">
                      <ahyp:hlinkClr val="tx"/>
                    </a:ext>
                  </a:extLst>
                </a:hlinkClick>
              </a:rPr>
              <a:t>click here</a:t>
            </a:r>
            <a:endParaRPr b="1" sz="1200">
              <a:solidFill>
                <a:schemeClr val="lt1"/>
              </a:solidFill>
              <a:latin typeface="Dosis"/>
              <a:ea typeface="Dosis"/>
              <a:cs typeface="Dosis"/>
              <a:sym typeface="Dosis"/>
            </a:endParaRPr>
          </a:p>
        </p:txBody>
      </p:sp>
      <p:sp>
        <p:nvSpPr>
          <p:cNvPr id="469" name="Google Shape;469;p28"/>
          <p:cNvSpPr txBox="1"/>
          <p:nvPr/>
        </p:nvSpPr>
        <p:spPr>
          <a:xfrm>
            <a:off x="719450" y="1224350"/>
            <a:ext cx="3230100" cy="4152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POSSESSION TIME</a:t>
            </a:r>
            <a:endParaRPr sz="2000">
              <a:solidFill>
                <a:schemeClr val="dk2"/>
              </a:solidFill>
              <a:latin typeface="Dosis SemiBold"/>
              <a:ea typeface="Dosis SemiBold"/>
              <a:cs typeface="Dosis SemiBold"/>
              <a:sym typeface="Dosis SemiBold"/>
            </a:endParaRPr>
          </a:p>
        </p:txBody>
      </p:sp>
      <p:grpSp>
        <p:nvGrpSpPr>
          <p:cNvPr id="470" name="Google Shape;470;p28"/>
          <p:cNvGrpSpPr/>
          <p:nvPr/>
        </p:nvGrpSpPr>
        <p:grpSpPr>
          <a:xfrm>
            <a:off x="5196500" y="1224350"/>
            <a:ext cx="3230100" cy="785675"/>
            <a:chOff x="5196500" y="1224350"/>
            <a:chExt cx="3230100" cy="785675"/>
          </a:xfrm>
        </p:grpSpPr>
        <p:sp>
          <p:nvSpPr>
            <p:cNvPr id="471" name="Google Shape;471;p28"/>
            <p:cNvSpPr txBox="1"/>
            <p:nvPr/>
          </p:nvSpPr>
          <p:spPr>
            <a:xfrm>
              <a:off x="5196500" y="1224350"/>
              <a:ext cx="3230100" cy="4152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TEAM 1</a:t>
              </a:r>
              <a:endParaRPr sz="2000">
                <a:solidFill>
                  <a:schemeClr val="dk2"/>
                </a:solidFill>
                <a:latin typeface="Dosis SemiBold"/>
                <a:ea typeface="Dosis SemiBold"/>
                <a:cs typeface="Dosis SemiBold"/>
                <a:sym typeface="Dosis SemiBold"/>
              </a:endParaRPr>
            </a:p>
          </p:txBody>
        </p:sp>
        <p:sp>
          <p:nvSpPr>
            <p:cNvPr id="472" name="Google Shape;472;p28"/>
            <p:cNvSpPr txBox="1"/>
            <p:nvPr/>
          </p:nvSpPr>
          <p:spPr>
            <a:xfrm>
              <a:off x="7311650" y="1760425"/>
              <a:ext cx="1111800" cy="249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3000">
                  <a:solidFill>
                    <a:schemeClr val="accent1"/>
                  </a:solidFill>
                  <a:latin typeface="Bevan"/>
                  <a:ea typeface="Bevan"/>
                  <a:cs typeface="Bevan"/>
                  <a:sym typeface="Bevan"/>
                </a:rPr>
                <a:t>50</a:t>
              </a:r>
              <a:r>
                <a:rPr lang="en" sz="3000">
                  <a:solidFill>
                    <a:schemeClr val="accent1"/>
                  </a:solidFill>
                  <a:latin typeface="Bevan"/>
                  <a:ea typeface="Bevan"/>
                  <a:cs typeface="Bevan"/>
                  <a:sym typeface="Bevan"/>
                </a:rPr>
                <a:t>%</a:t>
              </a:r>
              <a:endParaRPr sz="3000">
                <a:solidFill>
                  <a:schemeClr val="accent1"/>
                </a:solidFill>
                <a:latin typeface="Bevan"/>
                <a:ea typeface="Bevan"/>
                <a:cs typeface="Bevan"/>
                <a:sym typeface="Bevan"/>
              </a:endParaRPr>
            </a:p>
          </p:txBody>
        </p:sp>
      </p:grpSp>
      <p:sp>
        <p:nvSpPr>
          <p:cNvPr id="473" name="Google Shape;473;p28"/>
          <p:cNvSpPr/>
          <p:nvPr/>
        </p:nvSpPr>
        <p:spPr>
          <a:xfrm>
            <a:off x="5064050" y="1780075"/>
            <a:ext cx="2247600" cy="210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8"/>
          <p:cNvSpPr/>
          <p:nvPr/>
        </p:nvSpPr>
        <p:spPr>
          <a:xfrm>
            <a:off x="5064050" y="1780075"/>
            <a:ext cx="1111800" cy="21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5" name="Google Shape;475;p28"/>
          <p:cNvGrpSpPr/>
          <p:nvPr/>
        </p:nvGrpSpPr>
        <p:grpSpPr>
          <a:xfrm>
            <a:off x="5193350" y="2395925"/>
            <a:ext cx="3230100" cy="785675"/>
            <a:chOff x="5193350" y="2395925"/>
            <a:chExt cx="3230100" cy="785675"/>
          </a:xfrm>
        </p:grpSpPr>
        <p:sp>
          <p:nvSpPr>
            <p:cNvPr id="476" name="Google Shape;476;p28"/>
            <p:cNvSpPr txBox="1"/>
            <p:nvPr/>
          </p:nvSpPr>
          <p:spPr>
            <a:xfrm>
              <a:off x="5193350" y="2395925"/>
              <a:ext cx="3230100" cy="4152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TEAM 2</a:t>
              </a:r>
              <a:endParaRPr sz="2000">
                <a:solidFill>
                  <a:schemeClr val="dk2"/>
                </a:solidFill>
                <a:latin typeface="Dosis SemiBold"/>
                <a:ea typeface="Dosis SemiBold"/>
                <a:cs typeface="Dosis SemiBold"/>
                <a:sym typeface="Dosis SemiBold"/>
              </a:endParaRPr>
            </a:p>
          </p:txBody>
        </p:sp>
        <p:sp>
          <p:nvSpPr>
            <p:cNvPr id="477" name="Google Shape;477;p28"/>
            <p:cNvSpPr txBox="1"/>
            <p:nvPr/>
          </p:nvSpPr>
          <p:spPr>
            <a:xfrm>
              <a:off x="7311650" y="2932000"/>
              <a:ext cx="1111800" cy="249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3000">
                  <a:solidFill>
                    <a:schemeClr val="dk2"/>
                  </a:solidFill>
                  <a:latin typeface="Bevan"/>
                  <a:ea typeface="Bevan"/>
                  <a:cs typeface="Bevan"/>
                  <a:sym typeface="Bevan"/>
                </a:rPr>
                <a:t>25</a:t>
              </a:r>
              <a:r>
                <a:rPr lang="en" sz="3000">
                  <a:solidFill>
                    <a:schemeClr val="dk2"/>
                  </a:solidFill>
                  <a:latin typeface="Bevan"/>
                  <a:ea typeface="Bevan"/>
                  <a:cs typeface="Bevan"/>
                  <a:sym typeface="Bevan"/>
                </a:rPr>
                <a:t>%</a:t>
              </a:r>
              <a:endParaRPr sz="3000">
                <a:solidFill>
                  <a:schemeClr val="dk2"/>
                </a:solidFill>
                <a:latin typeface="Bevan"/>
                <a:ea typeface="Bevan"/>
                <a:cs typeface="Bevan"/>
                <a:sym typeface="Bevan"/>
              </a:endParaRPr>
            </a:p>
          </p:txBody>
        </p:sp>
      </p:grpSp>
      <p:sp>
        <p:nvSpPr>
          <p:cNvPr id="478" name="Google Shape;478;p28"/>
          <p:cNvSpPr/>
          <p:nvPr/>
        </p:nvSpPr>
        <p:spPr>
          <a:xfrm>
            <a:off x="5064050" y="2951650"/>
            <a:ext cx="2247600" cy="210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8"/>
          <p:cNvSpPr/>
          <p:nvPr/>
        </p:nvSpPr>
        <p:spPr>
          <a:xfrm>
            <a:off x="5064050" y="2951650"/>
            <a:ext cx="573600" cy="210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8"/>
          <p:cNvSpPr txBox="1"/>
          <p:nvPr/>
        </p:nvSpPr>
        <p:spPr>
          <a:xfrm>
            <a:off x="5199655" y="3378675"/>
            <a:ext cx="3223800" cy="5727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0"/>
              </a:spcAft>
              <a:buNone/>
            </a:pPr>
            <a:r>
              <a:rPr lang="en" sz="1600">
                <a:solidFill>
                  <a:schemeClr val="lt1"/>
                </a:solidFill>
                <a:latin typeface="Dosis"/>
                <a:ea typeface="Dosis"/>
                <a:cs typeface="Dosis"/>
                <a:sym typeface="Dosis"/>
              </a:rPr>
              <a:t>Mercury is the closest planet to the Sun and the smallest one</a:t>
            </a:r>
            <a:endParaRPr sz="1600">
              <a:solidFill>
                <a:schemeClr val="lt1"/>
              </a:solidFill>
              <a:latin typeface="Dosis"/>
              <a:ea typeface="Dosis"/>
              <a:cs typeface="Dosis"/>
              <a:sym typeface="Dosi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29"/>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graphicFrame>
        <p:nvGraphicFramePr>
          <p:cNvPr id="486" name="Google Shape;486;p29"/>
          <p:cNvGraphicFramePr/>
          <p:nvPr/>
        </p:nvGraphicFramePr>
        <p:xfrm>
          <a:off x="974300" y="1163628"/>
          <a:ext cx="3000000" cy="3000000"/>
        </p:xfrm>
        <a:graphic>
          <a:graphicData uri="http://schemas.openxmlformats.org/drawingml/2006/table">
            <a:tbl>
              <a:tblPr>
                <a:noFill/>
                <a:tableStyleId>{42F52E1E-71C8-41E8-9905-C88289EF3109}</a:tableStyleId>
              </a:tblPr>
              <a:tblGrid>
                <a:gridCol w="2062525"/>
                <a:gridCol w="1563750"/>
                <a:gridCol w="1173050"/>
                <a:gridCol w="1173050"/>
              </a:tblGrid>
              <a:tr h="836575">
                <a:tc gridSpan="2">
                  <a:txBody>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SHOTS</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THROWS</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POINTS</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836575">
                <a:tc>
                  <a:txBody>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THREE POINT</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7.24 m</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1</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3</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836575">
                <a:tc>
                  <a:txBody>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TWO-POINT</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-7.24 m</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1</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2</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836575">
                <a:tc>
                  <a:txBody>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FREE THROW</a:t>
                      </a:r>
                      <a:r>
                        <a:rPr lang="en" sz="2000">
                          <a:solidFill>
                            <a:schemeClr val="dk2"/>
                          </a:solidFill>
                          <a:latin typeface="Dosis SemiBold"/>
                          <a:ea typeface="Dosis SemiBold"/>
                          <a:cs typeface="Dosis SemiBold"/>
                          <a:sym typeface="Dosis SemiBold"/>
                        </a:rPr>
                        <a:t> 03</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5.8 m</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Depends</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1</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grpSp>
        <p:nvGrpSpPr>
          <p:cNvPr id="487" name="Google Shape;487;p29"/>
          <p:cNvGrpSpPr/>
          <p:nvPr/>
        </p:nvGrpSpPr>
        <p:grpSpPr>
          <a:xfrm>
            <a:off x="7182730" y="1163866"/>
            <a:ext cx="986983" cy="3346324"/>
            <a:chOff x="6011489" y="1333325"/>
            <a:chExt cx="742986" cy="2518874"/>
          </a:xfrm>
        </p:grpSpPr>
        <p:grpSp>
          <p:nvGrpSpPr>
            <p:cNvPr id="488" name="Google Shape;488;p29"/>
            <p:cNvGrpSpPr/>
            <p:nvPr/>
          </p:nvGrpSpPr>
          <p:grpSpPr>
            <a:xfrm>
              <a:off x="6011489" y="1352095"/>
              <a:ext cx="741902" cy="2500104"/>
              <a:chOff x="6411063" y="3140125"/>
              <a:chExt cx="62100" cy="209275"/>
            </a:xfrm>
          </p:grpSpPr>
          <p:sp>
            <p:nvSpPr>
              <p:cNvPr id="489" name="Google Shape;489;p29"/>
              <p:cNvSpPr/>
              <p:nvPr/>
            </p:nvSpPr>
            <p:spPr>
              <a:xfrm>
                <a:off x="6429913" y="3322650"/>
                <a:ext cx="175" cy="25"/>
              </a:xfrm>
              <a:custGeom>
                <a:rect b="b" l="l" r="r" t="t"/>
                <a:pathLst>
                  <a:path extrusionOk="0" h="1" w="7">
                    <a:moveTo>
                      <a:pt x="7" y="1"/>
                    </a:moveTo>
                    <a:lnTo>
                      <a:pt x="7" y="1"/>
                    </a:lnTo>
                    <a:cubicBezTo>
                      <a:pt x="2" y="1"/>
                      <a:pt x="1" y="1"/>
                      <a:pt x="7" y="1"/>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9"/>
              <p:cNvSpPr/>
              <p:nvPr/>
            </p:nvSpPr>
            <p:spPr>
              <a:xfrm>
                <a:off x="6430588" y="3180275"/>
                <a:ext cx="125" cy="50"/>
              </a:xfrm>
              <a:custGeom>
                <a:rect b="b" l="l" r="r" t="t"/>
                <a:pathLst>
                  <a:path extrusionOk="0" h="2" w="5">
                    <a:moveTo>
                      <a:pt x="3" y="0"/>
                    </a:moveTo>
                    <a:cubicBezTo>
                      <a:pt x="0" y="0"/>
                      <a:pt x="3" y="0"/>
                      <a:pt x="4" y="2"/>
                    </a:cubicBezTo>
                    <a:cubicBezTo>
                      <a:pt x="4" y="2"/>
                      <a:pt x="3" y="0"/>
                      <a:pt x="3"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9"/>
              <p:cNvSpPr/>
              <p:nvPr/>
            </p:nvSpPr>
            <p:spPr>
              <a:xfrm>
                <a:off x="6411063" y="3140125"/>
                <a:ext cx="62100" cy="209275"/>
              </a:xfrm>
              <a:custGeom>
                <a:rect b="b" l="l" r="r" t="t"/>
                <a:pathLst>
                  <a:path extrusionOk="0" h="8371" w="2484">
                    <a:moveTo>
                      <a:pt x="1808" y="754"/>
                    </a:moveTo>
                    <a:cubicBezTo>
                      <a:pt x="1812" y="757"/>
                      <a:pt x="1816" y="760"/>
                      <a:pt x="1820" y="763"/>
                    </a:cubicBezTo>
                    <a:cubicBezTo>
                      <a:pt x="1813" y="759"/>
                      <a:pt x="1809" y="756"/>
                      <a:pt x="1808" y="754"/>
                    </a:cubicBezTo>
                    <a:close/>
                    <a:moveTo>
                      <a:pt x="912" y="1582"/>
                    </a:moveTo>
                    <a:cubicBezTo>
                      <a:pt x="912" y="1582"/>
                      <a:pt x="912" y="1583"/>
                      <a:pt x="912" y="1584"/>
                    </a:cubicBezTo>
                    <a:lnTo>
                      <a:pt x="912" y="1584"/>
                    </a:lnTo>
                    <a:cubicBezTo>
                      <a:pt x="912" y="1583"/>
                      <a:pt x="912" y="1582"/>
                      <a:pt x="912" y="1582"/>
                    </a:cubicBezTo>
                    <a:close/>
                    <a:moveTo>
                      <a:pt x="854" y="1621"/>
                    </a:moveTo>
                    <a:cubicBezTo>
                      <a:pt x="854" y="1622"/>
                      <a:pt x="854" y="1622"/>
                      <a:pt x="853" y="1623"/>
                    </a:cubicBezTo>
                    <a:lnTo>
                      <a:pt x="853" y="1623"/>
                    </a:lnTo>
                    <a:cubicBezTo>
                      <a:pt x="854" y="1623"/>
                      <a:pt x="854" y="1622"/>
                      <a:pt x="854" y="1621"/>
                    </a:cubicBezTo>
                    <a:close/>
                    <a:moveTo>
                      <a:pt x="732" y="1633"/>
                    </a:moveTo>
                    <a:cubicBezTo>
                      <a:pt x="732" y="1633"/>
                      <a:pt x="732" y="1633"/>
                      <a:pt x="733" y="1633"/>
                    </a:cubicBezTo>
                    <a:lnTo>
                      <a:pt x="733" y="1633"/>
                    </a:lnTo>
                    <a:cubicBezTo>
                      <a:pt x="732" y="1633"/>
                      <a:pt x="732" y="1633"/>
                      <a:pt x="732" y="1633"/>
                    </a:cubicBezTo>
                    <a:close/>
                    <a:moveTo>
                      <a:pt x="657" y="1714"/>
                    </a:moveTo>
                    <a:cubicBezTo>
                      <a:pt x="659" y="1716"/>
                      <a:pt x="659" y="1717"/>
                      <a:pt x="657" y="1717"/>
                    </a:cubicBezTo>
                    <a:cubicBezTo>
                      <a:pt x="657" y="1716"/>
                      <a:pt x="657" y="1714"/>
                      <a:pt x="657" y="1714"/>
                    </a:cubicBezTo>
                    <a:close/>
                    <a:moveTo>
                      <a:pt x="643" y="2118"/>
                    </a:moveTo>
                    <a:lnTo>
                      <a:pt x="643" y="2118"/>
                    </a:lnTo>
                    <a:cubicBezTo>
                      <a:pt x="639" y="2127"/>
                      <a:pt x="635" y="2136"/>
                      <a:pt x="634" y="2143"/>
                    </a:cubicBezTo>
                    <a:lnTo>
                      <a:pt x="634" y="2143"/>
                    </a:lnTo>
                    <a:cubicBezTo>
                      <a:pt x="634" y="2140"/>
                      <a:pt x="632" y="2137"/>
                      <a:pt x="630" y="2135"/>
                    </a:cubicBezTo>
                    <a:lnTo>
                      <a:pt x="630" y="2135"/>
                    </a:lnTo>
                    <a:cubicBezTo>
                      <a:pt x="634" y="2129"/>
                      <a:pt x="639" y="2124"/>
                      <a:pt x="643" y="2118"/>
                    </a:cubicBezTo>
                    <a:close/>
                    <a:moveTo>
                      <a:pt x="639" y="2225"/>
                    </a:moveTo>
                    <a:cubicBezTo>
                      <a:pt x="638" y="2226"/>
                      <a:pt x="638" y="2227"/>
                      <a:pt x="638" y="2228"/>
                    </a:cubicBezTo>
                    <a:cubicBezTo>
                      <a:pt x="639" y="2227"/>
                      <a:pt x="639" y="2226"/>
                      <a:pt x="639" y="2225"/>
                    </a:cubicBezTo>
                    <a:close/>
                    <a:moveTo>
                      <a:pt x="618" y="2148"/>
                    </a:moveTo>
                    <a:lnTo>
                      <a:pt x="618" y="2148"/>
                    </a:lnTo>
                    <a:cubicBezTo>
                      <a:pt x="619" y="2155"/>
                      <a:pt x="620" y="2161"/>
                      <a:pt x="621" y="2169"/>
                    </a:cubicBezTo>
                    <a:cubicBezTo>
                      <a:pt x="621" y="2167"/>
                      <a:pt x="621" y="2167"/>
                      <a:pt x="622" y="2167"/>
                    </a:cubicBezTo>
                    <a:cubicBezTo>
                      <a:pt x="622" y="2167"/>
                      <a:pt x="622" y="2167"/>
                      <a:pt x="622" y="2167"/>
                    </a:cubicBezTo>
                    <a:cubicBezTo>
                      <a:pt x="622" y="2167"/>
                      <a:pt x="624" y="2180"/>
                      <a:pt x="624" y="2182"/>
                    </a:cubicBezTo>
                    <a:cubicBezTo>
                      <a:pt x="622" y="2177"/>
                      <a:pt x="622" y="2173"/>
                      <a:pt x="621" y="2169"/>
                    </a:cubicBezTo>
                    <a:lnTo>
                      <a:pt x="621" y="2169"/>
                    </a:lnTo>
                    <a:cubicBezTo>
                      <a:pt x="617" y="2174"/>
                      <a:pt x="627" y="2195"/>
                      <a:pt x="627" y="2201"/>
                    </a:cubicBezTo>
                    <a:cubicBezTo>
                      <a:pt x="628" y="2205"/>
                      <a:pt x="629" y="2207"/>
                      <a:pt x="629" y="2207"/>
                    </a:cubicBezTo>
                    <a:cubicBezTo>
                      <a:pt x="630" y="2207"/>
                      <a:pt x="630" y="2206"/>
                      <a:pt x="630" y="2205"/>
                    </a:cubicBezTo>
                    <a:cubicBezTo>
                      <a:pt x="627" y="2198"/>
                      <a:pt x="624" y="2190"/>
                      <a:pt x="628" y="2183"/>
                    </a:cubicBezTo>
                    <a:cubicBezTo>
                      <a:pt x="628" y="2183"/>
                      <a:pt x="628" y="2183"/>
                      <a:pt x="628" y="2183"/>
                    </a:cubicBezTo>
                    <a:cubicBezTo>
                      <a:pt x="628" y="2183"/>
                      <a:pt x="630" y="2198"/>
                      <a:pt x="630" y="2205"/>
                    </a:cubicBezTo>
                    <a:cubicBezTo>
                      <a:pt x="633" y="2211"/>
                      <a:pt x="638" y="2218"/>
                      <a:pt x="639" y="2225"/>
                    </a:cubicBezTo>
                    <a:lnTo>
                      <a:pt x="639" y="2225"/>
                    </a:lnTo>
                    <a:cubicBezTo>
                      <a:pt x="639" y="2217"/>
                      <a:pt x="639" y="2214"/>
                      <a:pt x="639" y="2214"/>
                    </a:cubicBezTo>
                    <a:cubicBezTo>
                      <a:pt x="639" y="2214"/>
                      <a:pt x="641" y="2226"/>
                      <a:pt x="647" y="2237"/>
                    </a:cubicBezTo>
                    <a:cubicBezTo>
                      <a:pt x="647" y="2228"/>
                      <a:pt x="647" y="2220"/>
                      <a:pt x="649" y="2211"/>
                    </a:cubicBezTo>
                    <a:lnTo>
                      <a:pt x="649" y="2211"/>
                    </a:lnTo>
                    <a:cubicBezTo>
                      <a:pt x="647" y="2224"/>
                      <a:pt x="653" y="2234"/>
                      <a:pt x="653" y="2246"/>
                    </a:cubicBezTo>
                    <a:lnTo>
                      <a:pt x="653" y="2225"/>
                    </a:lnTo>
                    <a:cubicBezTo>
                      <a:pt x="653" y="2238"/>
                      <a:pt x="662" y="2250"/>
                      <a:pt x="666" y="2260"/>
                    </a:cubicBezTo>
                    <a:cubicBezTo>
                      <a:pt x="667" y="2255"/>
                      <a:pt x="667" y="2247"/>
                      <a:pt x="669" y="2241"/>
                    </a:cubicBezTo>
                    <a:cubicBezTo>
                      <a:pt x="670" y="2249"/>
                      <a:pt x="672" y="2253"/>
                      <a:pt x="675" y="2259"/>
                    </a:cubicBezTo>
                    <a:cubicBezTo>
                      <a:pt x="676" y="2256"/>
                      <a:pt x="678" y="2252"/>
                      <a:pt x="678" y="2247"/>
                    </a:cubicBezTo>
                    <a:cubicBezTo>
                      <a:pt x="679" y="2254"/>
                      <a:pt x="682" y="2261"/>
                      <a:pt x="685" y="2261"/>
                    </a:cubicBezTo>
                    <a:cubicBezTo>
                      <a:pt x="686" y="2261"/>
                      <a:pt x="687" y="2258"/>
                      <a:pt x="688" y="2250"/>
                    </a:cubicBezTo>
                    <a:cubicBezTo>
                      <a:pt x="689" y="2256"/>
                      <a:pt x="692" y="2260"/>
                      <a:pt x="695" y="2265"/>
                    </a:cubicBezTo>
                    <a:cubicBezTo>
                      <a:pt x="696" y="2261"/>
                      <a:pt x="697" y="2258"/>
                      <a:pt x="698" y="2254"/>
                    </a:cubicBezTo>
                    <a:lnTo>
                      <a:pt x="698" y="2254"/>
                    </a:lnTo>
                    <a:cubicBezTo>
                      <a:pt x="698" y="2260"/>
                      <a:pt x="700" y="2265"/>
                      <a:pt x="703" y="2265"/>
                    </a:cubicBezTo>
                    <a:cubicBezTo>
                      <a:pt x="705" y="2265"/>
                      <a:pt x="708" y="2263"/>
                      <a:pt x="710" y="2257"/>
                    </a:cubicBezTo>
                    <a:cubicBezTo>
                      <a:pt x="714" y="2262"/>
                      <a:pt x="714" y="2266"/>
                      <a:pt x="717" y="2271"/>
                    </a:cubicBezTo>
                    <a:cubicBezTo>
                      <a:pt x="720" y="2267"/>
                      <a:pt x="722" y="2266"/>
                      <a:pt x="723" y="2266"/>
                    </a:cubicBezTo>
                    <a:cubicBezTo>
                      <a:pt x="727" y="2266"/>
                      <a:pt x="727" y="2274"/>
                      <a:pt x="730" y="2274"/>
                    </a:cubicBezTo>
                    <a:cubicBezTo>
                      <a:pt x="731" y="2274"/>
                      <a:pt x="731" y="2274"/>
                      <a:pt x="732" y="2273"/>
                    </a:cubicBezTo>
                    <a:cubicBezTo>
                      <a:pt x="733" y="2272"/>
                      <a:pt x="734" y="2265"/>
                      <a:pt x="736" y="2263"/>
                    </a:cubicBezTo>
                    <a:cubicBezTo>
                      <a:pt x="737" y="2266"/>
                      <a:pt x="738" y="2268"/>
                      <a:pt x="739" y="2268"/>
                    </a:cubicBezTo>
                    <a:cubicBezTo>
                      <a:pt x="741" y="2268"/>
                      <a:pt x="742" y="2264"/>
                      <a:pt x="742" y="2259"/>
                    </a:cubicBezTo>
                    <a:cubicBezTo>
                      <a:pt x="742" y="2260"/>
                      <a:pt x="742" y="2260"/>
                      <a:pt x="743" y="2262"/>
                    </a:cubicBezTo>
                    <a:cubicBezTo>
                      <a:pt x="743" y="2260"/>
                      <a:pt x="743" y="2259"/>
                      <a:pt x="740" y="2253"/>
                    </a:cubicBezTo>
                    <a:cubicBezTo>
                      <a:pt x="741" y="2252"/>
                      <a:pt x="742" y="2251"/>
                      <a:pt x="744" y="2251"/>
                    </a:cubicBezTo>
                    <a:cubicBezTo>
                      <a:pt x="747" y="2251"/>
                      <a:pt x="753" y="2257"/>
                      <a:pt x="762" y="2287"/>
                    </a:cubicBezTo>
                    <a:cubicBezTo>
                      <a:pt x="774" y="2320"/>
                      <a:pt x="762" y="2378"/>
                      <a:pt x="753" y="2418"/>
                    </a:cubicBezTo>
                    <a:cubicBezTo>
                      <a:pt x="752" y="2418"/>
                      <a:pt x="751" y="2416"/>
                      <a:pt x="749" y="2416"/>
                    </a:cubicBezTo>
                    <a:cubicBezTo>
                      <a:pt x="737" y="2416"/>
                      <a:pt x="713" y="2375"/>
                      <a:pt x="689" y="2361"/>
                    </a:cubicBezTo>
                    <a:cubicBezTo>
                      <a:pt x="688" y="2361"/>
                      <a:pt x="682" y="2359"/>
                      <a:pt x="682" y="2358"/>
                    </a:cubicBezTo>
                    <a:cubicBezTo>
                      <a:pt x="682" y="2354"/>
                      <a:pt x="672" y="2346"/>
                      <a:pt x="667" y="2339"/>
                    </a:cubicBezTo>
                    <a:lnTo>
                      <a:pt x="669" y="2336"/>
                    </a:lnTo>
                    <a:cubicBezTo>
                      <a:pt x="666" y="2332"/>
                      <a:pt x="663" y="2326"/>
                      <a:pt x="660" y="2320"/>
                    </a:cubicBezTo>
                    <a:cubicBezTo>
                      <a:pt x="657" y="2314"/>
                      <a:pt x="656" y="2310"/>
                      <a:pt x="653" y="2307"/>
                    </a:cubicBezTo>
                    <a:cubicBezTo>
                      <a:pt x="643" y="2291"/>
                      <a:pt x="631" y="2271"/>
                      <a:pt x="618" y="2247"/>
                    </a:cubicBezTo>
                    <a:cubicBezTo>
                      <a:pt x="595" y="2209"/>
                      <a:pt x="603" y="2196"/>
                      <a:pt x="608" y="2164"/>
                    </a:cubicBezTo>
                    <a:cubicBezTo>
                      <a:pt x="608" y="2160"/>
                      <a:pt x="612" y="2156"/>
                      <a:pt x="616" y="2150"/>
                    </a:cubicBezTo>
                    <a:lnTo>
                      <a:pt x="616" y="2150"/>
                    </a:lnTo>
                    <a:cubicBezTo>
                      <a:pt x="616" y="2150"/>
                      <a:pt x="616" y="2151"/>
                      <a:pt x="617" y="2151"/>
                    </a:cubicBezTo>
                    <a:cubicBezTo>
                      <a:pt x="617" y="2151"/>
                      <a:pt x="616" y="2150"/>
                      <a:pt x="616" y="2150"/>
                    </a:cubicBezTo>
                    <a:lnTo>
                      <a:pt x="616" y="2150"/>
                    </a:lnTo>
                    <a:cubicBezTo>
                      <a:pt x="617" y="2149"/>
                      <a:pt x="617" y="2149"/>
                      <a:pt x="618" y="2148"/>
                    </a:cubicBezTo>
                    <a:close/>
                    <a:moveTo>
                      <a:pt x="2060" y="0"/>
                    </a:moveTo>
                    <a:cubicBezTo>
                      <a:pt x="2027" y="0"/>
                      <a:pt x="1992" y="4"/>
                      <a:pt x="1958" y="13"/>
                    </a:cubicBezTo>
                    <a:cubicBezTo>
                      <a:pt x="1878" y="33"/>
                      <a:pt x="1810" y="75"/>
                      <a:pt x="1757" y="132"/>
                    </a:cubicBezTo>
                    <a:lnTo>
                      <a:pt x="1756" y="132"/>
                    </a:lnTo>
                    <a:lnTo>
                      <a:pt x="1754" y="135"/>
                    </a:lnTo>
                    <a:cubicBezTo>
                      <a:pt x="1728" y="163"/>
                      <a:pt x="1706" y="193"/>
                      <a:pt x="1689" y="228"/>
                    </a:cubicBezTo>
                    <a:lnTo>
                      <a:pt x="1687" y="230"/>
                    </a:lnTo>
                    <a:cubicBezTo>
                      <a:pt x="1643" y="317"/>
                      <a:pt x="1629" y="421"/>
                      <a:pt x="1655" y="524"/>
                    </a:cubicBezTo>
                    <a:cubicBezTo>
                      <a:pt x="1679" y="619"/>
                      <a:pt x="1735" y="699"/>
                      <a:pt x="1808" y="754"/>
                    </a:cubicBezTo>
                    <a:lnTo>
                      <a:pt x="1808" y="754"/>
                    </a:lnTo>
                    <a:cubicBezTo>
                      <a:pt x="1808" y="769"/>
                      <a:pt x="1811" y="796"/>
                      <a:pt x="1821" y="808"/>
                    </a:cubicBezTo>
                    <a:cubicBezTo>
                      <a:pt x="1831" y="820"/>
                      <a:pt x="1885" y="881"/>
                      <a:pt x="1898" y="903"/>
                    </a:cubicBezTo>
                    <a:cubicBezTo>
                      <a:pt x="1913" y="926"/>
                      <a:pt x="1949" y="984"/>
                      <a:pt x="1964" y="1027"/>
                    </a:cubicBezTo>
                    <a:cubicBezTo>
                      <a:pt x="1979" y="1070"/>
                      <a:pt x="2030" y="1316"/>
                      <a:pt x="2038" y="1369"/>
                    </a:cubicBezTo>
                    <a:cubicBezTo>
                      <a:pt x="2046" y="1420"/>
                      <a:pt x="2075" y="1618"/>
                      <a:pt x="2085" y="1701"/>
                    </a:cubicBezTo>
                    <a:cubicBezTo>
                      <a:pt x="2095" y="1784"/>
                      <a:pt x="2107" y="1871"/>
                      <a:pt x="2108" y="1889"/>
                    </a:cubicBezTo>
                    <a:cubicBezTo>
                      <a:pt x="2110" y="1906"/>
                      <a:pt x="2114" y="1937"/>
                      <a:pt x="2089" y="1957"/>
                    </a:cubicBezTo>
                    <a:cubicBezTo>
                      <a:pt x="2063" y="1976"/>
                      <a:pt x="1971" y="2036"/>
                      <a:pt x="1914" y="2110"/>
                    </a:cubicBezTo>
                    <a:cubicBezTo>
                      <a:pt x="1856" y="2186"/>
                      <a:pt x="1801" y="2282"/>
                      <a:pt x="1759" y="2289"/>
                    </a:cubicBezTo>
                    <a:cubicBezTo>
                      <a:pt x="1716" y="2295"/>
                      <a:pt x="1693" y="2300"/>
                      <a:pt x="1610" y="2329"/>
                    </a:cubicBezTo>
                    <a:cubicBezTo>
                      <a:pt x="1527" y="2358"/>
                      <a:pt x="1445" y="2396"/>
                      <a:pt x="1394" y="2440"/>
                    </a:cubicBezTo>
                    <a:cubicBezTo>
                      <a:pt x="1370" y="2460"/>
                      <a:pt x="1346" y="2477"/>
                      <a:pt x="1327" y="2492"/>
                    </a:cubicBezTo>
                    <a:cubicBezTo>
                      <a:pt x="1323" y="2483"/>
                      <a:pt x="1322" y="2477"/>
                      <a:pt x="1322" y="2474"/>
                    </a:cubicBezTo>
                    <a:cubicBezTo>
                      <a:pt x="1323" y="2461"/>
                      <a:pt x="1300" y="2426"/>
                      <a:pt x="1288" y="2407"/>
                    </a:cubicBezTo>
                    <a:cubicBezTo>
                      <a:pt x="1287" y="2409"/>
                      <a:pt x="1285" y="2409"/>
                      <a:pt x="1285" y="2409"/>
                    </a:cubicBezTo>
                    <a:lnTo>
                      <a:pt x="1284" y="2409"/>
                    </a:lnTo>
                    <a:cubicBezTo>
                      <a:pt x="1284" y="2410"/>
                      <a:pt x="1282" y="2410"/>
                      <a:pt x="1282" y="2410"/>
                    </a:cubicBezTo>
                    <a:cubicBezTo>
                      <a:pt x="1277" y="2414"/>
                      <a:pt x="1283" y="2416"/>
                      <a:pt x="1281" y="2416"/>
                    </a:cubicBezTo>
                    <a:cubicBezTo>
                      <a:pt x="1280" y="2416"/>
                      <a:pt x="1276" y="2416"/>
                      <a:pt x="1263" y="2413"/>
                    </a:cubicBezTo>
                    <a:cubicBezTo>
                      <a:pt x="1263" y="2412"/>
                      <a:pt x="1253" y="2409"/>
                      <a:pt x="1244" y="2406"/>
                    </a:cubicBezTo>
                    <a:cubicBezTo>
                      <a:pt x="1195" y="2390"/>
                      <a:pt x="1161" y="2384"/>
                      <a:pt x="1145" y="2380"/>
                    </a:cubicBezTo>
                    <a:cubicBezTo>
                      <a:pt x="1142" y="2387"/>
                      <a:pt x="1141" y="2397"/>
                      <a:pt x="1138" y="2407"/>
                    </a:cubicBezTo>
                    <a:cubicBezTo>
                      <a:pt x="1137" y="2409"/>
                      <a:pt x="1137" y="2410"/>
                      <a:pt x="1137" y="2412"/>
                    </a:cubicBezTo>
                    <a:cubicBezTo>
                      <a:pt x="1131" y="2386"/>
                      <a:pt x="1122" y="2351"/>
                      <a:pt x="1119" y="2323"/>
                    </a:cubicBezTo>
                    <a:cubicBezTo>
                      <a:pt x="1116" y="2281"/>
                      <a:pt x="1141" y="2282"/>
                      <a:pt x="1174" y="2275"/>
                    </a:cubicBezTo>
                    <a:cubicBezTo>
                      <a:pt x="1206" y="2269"/>
                      <a:pt x="1205" y="2252"/>
                      <a:pt x="1208" y="2233"/>
                    </a:cubicBezTo>
                    <a:cubicBezTo>
                      <a:pt x="1211" y="2214"/>
                      <a:pt x="1205" y="2186"/>
                      <a:pt x="1222" y="2163"/>
                    </a:cubicBezTo>
                    <a:cubicBezTo>
                      <a:pt x="1240" y="2139"/>
                      <a:pt x="1231" y="2075"/>
                      <a:pt x="1221" y="2046"/>
                    </a:cubicBezTo>
                    <a:cubicBezTo>
                      <a:pt x="1209" y="2019"/>
                      <a:pt x="1198" y="1973"/>
                      <a:pt x="1201" y="1941"/>
                    </a:cubicBezTo>
                    <a:cubicBezTo>
                      <a:pt x="1202" y="1908"/>
                      <a:pt x="1204" y="1870"/>
                      <a:pt x="1196" y="1852"/>
                    </a:cubicBezTo>
                    <a:cubicBezTo>
                      <a:pt x="1189" y="1835"/>
                      <a:pt x="1148" y="1761"/>
                      <a:pt x="1148" y="1756"/>
                    </a:cubicBezTo>
                    <a:cubicBezTo>
                      <a:pt x="1167" y="1734"/>
                      <a:pt x="1193" y="1700"/>
                      <a:pt x="1183" y="1665"/>
                    </a:cubicBezTo>
                    <a:cubicBezTo>
                      <a:pt x="1182" y="1660"/>
                      <a:pt x="1180" y="1637"/>
                      <a:pt x="1176" y="1635"/>
                    </a:cubicBezTo>
                    <a:cubicBezTo>
                      <a:pt x="1173" y="1635"/>
                      <a:pt x="1176" y="1641"/>
                      <a:pt x="1176" y="1641"/>
                    </a:cubicBezTo>
                    <a:cubicBezTo>
                      <a:pt x="1179" y="1649"/>
                      <a:pt x="1179" y="1654"/>
                      <a:pt x="1177" y="1662"/>
                    </a:cubicBezTo>
                    <a:cubicBezTo>
                      <a:pt x="1177" y="1673"/>
                      <a:pt x="1169" y="1685"/>
                      <a:pt x="1161" y="1692"/>
                    </a:cubicBezTo>
                    <a:cubicBezTo>
                      <a:pt x="1158" y="1696"/>
                      <a:pt x="1156" y="1698"/>
                      <a:pt x="1155" y="1698"/>
                    </a:cubicBezTo>
                    <a:cubicBezTo>
                      <a:pt x="1151" y="1698"/>
                      <a:pt x="1164" y="1667"/>
                      <a:pt x="1166" y="1654"/>
                    </a:cubicBezTo>
                    <a:cubicBezTo>
                      <a:pt x="1166" y="1648"/>
                      <a:pt x="1154" y="1627"/>
                      <a:pt x="1153" y="1627"/>
                    </a:cubicBezTo>
                    <a:lnTo>
                      <a:pt x="1153" y="1627"/>
                    </a:lnTo>
                    <a:cubicBezTo>
                      <a:pt x="1152" y="1627"/>
                      <a:pt x="1152" y="1628"/>
                      <a:pt x="1153" y="1630"/>
                    </a:cubicBezTo>
                    <a:cubicBezTo>
                      <a:pt x="1157" y="1650"/>
                      <a:pt x="1153" y="1665"/>
                      <a:pt x="1141" y="1682"/>
                    </a:cubicBezTo>
                    <a:cubicBezTo>
                      <a:pt x="1144" y="1665"/>
                      <a:pt x="1153" y="1651"/>
                      <a:pt x="1148" y="1633"/>
                    </a:cubicBezTo>
                    <a:cubicBezTo>
                      <a:pt x="1145" y="1621"/>
                      <a:pt x="1138" y="1612"/>
                      <a:pt x="1134" y="1600"/>
                    </a:cubicBezTo>
                    <a:lnTo>
                      <a:pt x="1134" y="1600"/>
                    </a:lnTo>
                    <a:cubicBezTo>
                      <a:pt x="1132" y="1611"/>
                      <a:pt x="1135" y="1621"/>
                      <a:pt x="1134" y="1631"/>
                    </a:cubicBezTo>
                    <a:cubicBezTo>
                      <a:pt x="1131" y="1660"/>
                      <a:pt x="1128" y="1666"/>
                      <a:pt x="1123" y="1666"/>
                    </a:cubicBezTo>
                    <a:cubicBezTo>
                      <a:pt x="1123" y="1659"/>
                      <a:pt x="1125" y="1650"/>
                      <a:pt x="1125" y="1641"/>
                    </a:cubicBezTo>
                    <a:cubicBezTo>
                      <a:pt x="1126" y="1635"/>
                      <a:pt x="1123" y="1630"/>
                      <a:pt x="1122" y="1625"/>
                    </a:cubicBezTo>
                    <a:lnTo>
                      <a:pt x="1122" y="1625"/>
                    </a:lnTo>
                    <a:cubicBezTo>
                      <a:pt x="1123" y="1633"/>
                      <a:pt x="1119" y="1646"/>
                      <a:pt x="1116" y="1651"/>
                    </a:cubicBezTo>
                    <a:cubicBezTo>
                      <a:pt x="1115" y="1646"/>
                      <a:pt x="1118" y="1638"/>
                      <a:pt x="1116" y="1633"/>
                    </a:cubicBezTo>
                    <a:cubicBezTo>
                      <a:pt x="1116" y="1631"/>
                      <a:pt x="1115" y="1630"/>
                      <a:pt x="1115" y="1627"/>
                    </a:cubicBezTo>
                    <a:cubicBezTo>
                      <a:pt x="1113" y="1631"/>
                      <a:pt x="1115" y="1635"/>
                      <a:pt x="1113" y="1638"/>
                    </a:cubicBezTo>
                    <a:cubicBezTo>
                      <a:pt x="1112" y="1643"/>
                      <a:pt x="1109" y="1644"/>
                      <a:pt x="1104" y="1647"/>
                    </a:cubicBezTo>
                    <a:cubicBezTo>
                      <a:pt x="1100" y="1633"/>
                      <a:pt x="1094" y="1619"/>
                      <a:pt x="1090" y="1603"/>
                    </a:cubicBezTo>
                    <a:cubicBezTo>
                      <a:pt x="1089" y="1599"/>
                      <a:pt x="1086" y="1576"/>
                      <a:pt x="1086" y="1576"/>
                    </a:cubicBezTo>
                    <a:cubicBezTo>
                      <a:pt x="1086" y="1576"/>
                      <a:pt x="1086" y="1577"/>
                      <a:pt x="1086" y="1577"/>
                    </a:cubicBezTo>
                    <a:cubicBezTo>
                      <a:pt x="1086" y="1596"/>
                      <a:pt x="1071" y="1614"/>
                      <a:pt x="1077" y="1631"/>
                    </a:cubicBezTo>
                    <a:cubicBezTo>
                      <a:pt x="1067" y="1621"/>
                      <a:pt x="1058" y="1592"/>
                      <a:pt x="1059" y="1576"/>
                    </a:cubicBezTo>
                    <a:lnTo>
                      <a:pt x="1059" y="1576"/>
                    </a:lnTo>
                    <a:cubicBezTo>
                      <a:pt x="1058" y="1592"/>
                      <a:pt x="1054" y="1603"/>
                      <a:pt x="1052" y="1619"/>
                    </a:cubicBezTo>
                    <a:cubicBezTo>
                      <a:pt x="1049" y="1603"/>
                      <a:pt x="1030" y="1565"/>
                      <a:pt x="1013" y="1564"/>
                    </a:cubicBezTo>
                    <a:lnTo>
                      <a:pt x="1013" y="1564"/>
                    </a:lnTo>
                    <a:cubicBezTo>
                      <a:pt x="1017" y="1571"/>
                      <a:pt x="1029" y="1611"/>
                      <a:pt x="1019" y="1619"/>
                    </a:cubicBezTo>
                    <a:cubicBezTo>
                      <a:pt x="1016" y="1614"/>
                      <a:pt x="1017" y="1606"/>
                      <a:pt x="1014" y="1600"/>
                    </a:cubicBezTo>
                    <a:cubicBezTo>
                      <a:pt x="1013" y="1595"/>
                      <a:pt x="1007" y="1590"/>
                      <a:pt x="1003" y="1587"/>
                    </a:cubicBezTo>
                    <a:lnTo>
                      <a:pt x="1003" y="1587"/>
                    </a:lnTo>
                    <a:cubicBezTo>
                      <a:pt x="1004" y="1590"/>
                      <a:pt x="1008" y="1599"/>
                      <a:pt x="1005" y="1603"/>
                    </a:cubicBezTo>
                    <a:cubicBezTo>
                      <a:pt x="1005" y="1603"/>
                      <a:pt x="1001" y="1592"/>
                      <a:pt x="998" y="1589"/>
                    </a:cubicBezTo>
                    <a:cubicBezTo>
                      <a:pt x="994" y="1583"/>
                      <a:pt x="987" y="1577"/>
                      <a:pt x="978" y="1574"/>
                    </a:cubicBezTo>
                    <a:lnTo>
                      <a:pt x="978" y="1574"/>
                    </a:lnTo>
                    <a:cubicBezTo>
                      <a:pt x="978" y="1574"/>
                      <a:pt x="979" y="1576"/>
                      <a:pt x="979" y="1576"/>
                    </a:cubicBezTo>
                    <a:cubicBezTo>
                      <a:pt x="982" y="1580"/>
                      <a:pt x="987" y="1583"/>
                      <a:pt x="989" y="1586"/>
                    </a:cubicBezTo>
                    <a:cubicBezTo>
                      <a:pt x="989" y="1587"/>
                      <a:pt x="989" y="1590"/>
                      <a:pt x="989" y="1592"/>
                    </a:cubicBezTo>
                    <a:cubicBezTo>
                      <a:pt x="991" y="1592"/>
                      <a:pt x="991" y="1593"/>
                      <a:pt x="989" y="1593"/>
                    </a:cubicBezTo>
                    <a:cubicBezTo>
                      <a:pt x="988" y="1593"/>
                      <a:pt x="988" y="1590"/>
                      <a:pt x="988" y="1589"/>
                    </a:cubicBezTo>
                    <a:cubicBezTo>
                      <a:pt x="984" y="1584"/>
                      <a:pt x="979" y="1579"/>
                      <a:pt x="973" y="1576"/>
                    </a:cubicBezTo>
                    <a:lnTo>
                      <a:pt x="973" y="1576"/>
                    </a:lnTo>
                    <a:cubicBezTo>
                      <a:pt x="975" y="1579"/>
                      <a:pt x="976" y="1583"/>
                      <a:pt x="976" y="1587"/>
                    </a:cubicBezTo>
                    <a:cubicBezTo>
                      <a:pt x="972" y="1584"/>
                      <a:pt x="969" y="1582"/>
                      <a:pt x="965" y="1579"/>
                    </a:cubicBezTo>
                    <a:cubicBezTo>
                      <a:pt x="964" y="1578"/>
                      <a:pt x="964" y="1578"/>
                      <a:pt x="964" y="1578"/>
                    </a:cubicBezTo>
                    <a:lnTo>
                      <a:pt x="964" y="1578"/>
                    </a:lnTo>
                    <a:cubicBezTo>
                      <a:pt x="961" y="1578"/>
                      <a:pt x="973" y="1601"/>
                      <a:pt x="970" y="1608"/>
                    </a:cubicBezTo>
                    <a:cubicBezTo>
                      <a:pt x="970" y="1608"/>
                      <a:pt x="970" y="1608"/>
                      <a:pt x="970" y="1608"/>
                    </a:cubicBezTo>
                    <a:cubicBezTo>
                      <a:pt x="969" y="1608"/>
                      <a:pt x="962" y="1599"/>
                      <a:pt x="962" y="1599"/>
                    </a:cubicBezTo>
                    <a:cubicBezTo>
                      <a:pt x="947" y="1586"/>
                      <a:pt x="938" y="1583"/>
                      <a:pt x="931" y="1564"/>
                    </a:cubicBezTo>
                    <a:lnTo>
                      <a:pt x="931" y="1564"/>
                    </a:lnTo>
                    <a:cubicBezTo>
                      <a:pt x="934" y="1576"/>
                      <a:pt x="932" y="1590"/>
                      <a:pt x="935" y="1602"/>
                    </a:cubicBezTo>
                    <a:lnTo>
                      <a:pt x="935" y="1602"/>
                    </a:lnTo>
                    <a:cubicBezTo>
                      <a:pt x="933" y="1598"/>
                      <a:pt x="931" y="1593"/>
                      <a:pt x="930" y="1590"/>
                    </a:cubicBezTo>
                    <a:cubicBezTo>
                      <a:pt x="928" y="1586"/>
                      <a:pt x="927" y="1582"/>
                      <a:pt x="924" y="1576"/>
                    </a:cubicBezTo>
                    <a:cubicBezTo>
                      <a:pt x="922" y="1589"/>
                      <a:pt x="921" y="1612"/>
                      <a:pt x="912" y="1619"/>
                    </a:cubicBezTo>
                    <a:cubicBezTo>
                      <a:pt x="909" y="1609"/>
                      <a:pt x="911" y="1596"/>
                      <a:pt x="912" y="1584"/>
                    </a:cubicBezTo>
                    <a:lnTo>
                      <a:pt x="912" y="1584"/>
                    </a:lnTo>
                    <a:cubicBezTo>
                      <a:pt x="910" y="1599"/>
                      <a:pt x="903" y="1614"/>
                      <a:pt x="896" y="1627"/>
                    </a:cubicBezTo>
                    <a:cubicBezTo>
                      <a:pt x="892" y="1616"/>
                      <a:pt x="895" y="1606"/>
                      <a:pt x="895" y="1595"/>
                    </a:cubicBezTo>
                    <a:lnTo>
                      <a:pt x="895" y="1595"/>
                    </a:lnTo>
                    <a:cubicBezTo>
                      <a:pt x="889" y="1608"/>
                      <a:pt x="877" y="1619"/>
                      <a:pt x="870" y="1633"/>
                    </a:cubicBezTo>
                    <a:cubicBezTo>
                      <a:pt x="870" y="1627"/>
                      <a:pt x="871" y="1619"/>
                      <a:pt x="873" y="1614"/>
                    </a:cubicBezTo>
                    <a:cubicBezTo>
                      <a:pt x="874" y="1612"/>
                      <a:pt x="875" y="1609"/>
                      <a:pt x="875" y="1609"/>
                    </a:cubicBezTo>
                    <a:lnTo>
                      <a:pt x="875" y="1609"/>
                    </a:lnTo>
                    <a:cubicBezTo>
                      <a:pt x="875" y="1609"/>
                      <a:pt x="875" y="1609"/>
                      <a:pt x="874" y="1609"/>
                    </a:cubicBezTo>
                    <a:cubicBezTo>
                      <a:pt x="871" y="1614"/>
                      <a:pt x="864" y="1618"/>
                      <a:pt x="863" y="1625"/>
                    </a:cubicBezTo>
                    <a:cubicBezTo>
                      <a:pt x="863" y="1621"/>
                      <a:pt x="864" y="1618"/>
                      <a:pt x="864" y="1614"/>
                    </a:cubicBezTo>
                    <a:lnTo>
                      <a:pt x="864" y="1614"/>
                    </a:lnTo>
                    <a:cubicBezTo>
                      <a:pt x="863" y="1618"/>
                      <a:pt x="860" y="1622"/>
                      <a:pt x="857" y="1627"/>
                    </a:cubicBezTo>
                    <a:cubicBezTo>
                      <a:pt x="855" y="1630"/>
                      <a:pt x="854" y="1633"/>
                      <a:pt x="852" y="1635"/>
                    </a:cubicBezTo>
                    <a:cubicBezTo>
                      <a:pt x="852" y="1637"/>
                      <a:pt x="851" y="1643"/>
                      <a:pt x="851" y="1643"/>
                    </a:cubicBezTo>
                    <a:cubicBezTo>
                      <a:pt x="849" y="1638"/>
                      <a:pt x="851" y="1629"/>
                      <a:pt x="853" y="1623"/>
                    </a:cubicBezTo>
                    <a:lnTo>
                      <a:pt x="853" y="1623"/>
                    </a:lnTo>
                    <a:cubicBezTo>
                      <a:pt x="851" y="1629"/>
                      <a:pt x="846" y="1633"/>
                      <a:pt x="844" y="1640"/>
                    </a:cubicBezTo>
                    <a:cubicBezTo>
                      <a:pt x="842" y="1634"/>
                      <a:pt x="845" y="1630"/>
                      <a:pt x="845" y="1624"/>
                    </a:cubicBezTo>
                    <a:lnTo>
                      <a:pt x="845" y="1624"/>
                    </a:lnTo>
                    <a:cubicBezTo>
                      <a:pt x="845" y="1626"/>
                      <a:pt x="840" y="1634"/>
                      <a:pt x="839" y="1634"/>
                    </a:cubicBezTo>
                    <a:cubicBezTo>
                      <a:pt x="839" y="1634"/>
                      <a:pt x="839" y="1634"/>
                      <a:pt x="839" y="1634"/>
                    </a:cubicBezTo>
                    <a:cubicBezTo>
                      <a:pt x="839" y="1634"/>
                      <a:pt x="839" y="1635"/>
                      <a:pt x="839" y="1637"/>
                    </a:cubicBezTo>
                    <a:cubicBezTo>
                      <a:pt x="838" y="1635"/>
                      <a:pt x="839" y="1633"/>
                      <a:pt x="839" y="1631"/>
                    </a:cubicBezTo>
                    <a:cubicBezTo>
                      <a:pt x="839" y="1628"/>
                      <a:pt x="836" y="1624"/>
                      <a:pt x="835" y="1621"/>
                    </a:cubicBezTo>
                    <a:cubicBezTo>
                      <a:pt x="835" y="1619"/>
                      <a:pt x="828" y="1615"/>
                      <a:pt x="828" y="1615"/>
                    </a:cubicBezTo>
                    <a:lnTo>
                      <a:pt x="828" y="1615"/>
                    </a:lnTo>
                    <a:cubicBezTo>
                      <a:pt x="828" y="1618"/>
                      <a:pt x="832" y="1624"/>
                      <a:pt x="834" y="1628"/>
                    </a:cubicBezTo>
                    <a:cubicBezTo>
                      <a:pt x="829" y="1622"/>
                      <a:pt x="826" y="1616"/>
                      <a:pt x="818" y="1616"/>
                    </a:cubicBezTo>
                    <a:cubicBezTo>
                      <a:pt x="819" y="1619"/>
                      <a:pt x="831" y="1631"/>
                      <a:pt x="825" y="1635"/>
                    </a:cubicBezTo>
                    <a:lnTo>
                      <a:pt x="823" y="1635"/>
                    </a:lnTo>
                    <a:cubicBezTo>
                      <a:pt x="818" y="1625"/>
                      <a:pt x="809" y="1616"/>
                      <a:pt x="799" y="1612"/>
                    </a:cubicBezTo>
                    <a:cubicBezTo>
                      <a:pt x="796" y="1611"/>
                      <a:pt x="793" y="1611"/>
                      <a:pt x="790" y="1609"/>
                    </a:cubicBezTo>
                    <a:cubicBezTo>
                      <a:pt x="788" y="1609"/>
                      <a:pt x="787" y="1608"/>
                      <a:pt x="785" y="1608"/>
                    </a:cubicBezTo>
                    <a:lnTo>
                      <a:pt x="785" y="1608"/>
                    </a:lnTo>
                    <a:cubicBezTo>
                      <a:pt x="791" y="1611"/>
                      <a:pt x="799" y="1619"/>
                      <a:pt x="803" y="1625"/>
                    </a:cubicBezTo>
                    <a:cubicBezTo>
                      <a:pt x="797" y="1621"/>
                      <a:pt x="790" y="1618"/>
                      <a:pt x="783" y="1616"/>
                    </a:cubicBezTo>
                    <a:lnTo>
                      <a:pt x="783" y="1616"/>
                    </a:lnTo>
                    <a:cubicBezTo>
                      <a:pt x="785" y="1618"/>
                      <a:pt x="790" y="1622"/>
                      <a:pt x="791" y="1625"/>
                    </a:cubicBezTo>
                    <a:cubicBezTo>
                      <a:pt x="774" y="1621"/>
                      <a:pt x="755" y="1618"/>
                      <a:pt x="733" y="1615"/>
                    </a:cubicBezTo>
                    <a:lnTo>
                      <a:pt x="733" y="1615"/>
                    </a:lnTo>
                    <a:cubicBezTo>
                      <a:pt x="755" y="1626"/>
                      <a:pt x="773" y="1634"/>
                      <a:pt x="755" y="1634"/>
                    </a:cubicBezTo>
                    <a:cubicBezTo>
                      <a:pt x="750" y="1634"/>
                      <a:pt x="743" y="1634"/>
                      <a:pt x="733" y="1633"/>
                    </a:cubicBezTo>
                    <a:lnTo>
                      <a:pt x="733" y="1633"/>
                    </a:lnTo>
                    <a:cubicBezTo>
                      <a:pt x="747" y="1634"/>
                      <a:pt x="758" y="1643"/>
                      <a:pt x="771" y="1647"/>
                    </a:cubicBezTo>
                    <a:cubicBezTo>
                      <a:pt x="775" y="1647"/>
                      <a:pt x="781" y="1649"/>
                      <a:pt x="784" y="1650"/>
                    </a:cubicBezTo>
                    <a:cubicBezTo>
                      <a:pt x="780" y="1650"/>
                      <a:pt x="775" y="1649"/>
                      <a:pt x="771" y="1647"/>
                    </a:cubicBezTo>
                    <a:cubicBezTo>
                      <a:pt x="765" y="1646"/>
                      <a:pt x="759" y="1645"/>
                      <a:pt x="753" y="1645"/>
                    </a:cubicBezTo>
                    <a:cubicBezTo>
                      <a:pt x="745" y="1645"/>
                      <a:pt x="739" y="1646"/>
                      <a:pt x="736" y="1649"/>
                    </a:cubicBezTo>
                    <a:cubicBezTo>
                      <a:pt x="745" y="1650"/>
                      <a:pt x="752" y="1653"/>
                      <a:pt x="758" y="1657"/>
                    </a:cubicBezTo>
                    <a:cubicBezTo>
                      <a:pt x="747" y="1657"/>
                      <a:pt x="737" y="1654"/>
                      <a:pt x="732" y="1654"/>
                    </a:cubicBezTo>
                    <a:cubicBezTo>
                      <a:pt x="726" y="1654"/>
                      <a:pt x="726" y="1657"/>
                      <a:pt x="734" y="1667"/>
                    </a:cubicBezTo>
                    <a:cubicBezTo>
                      <a:pt x="726" y="1666"/>
                      <a:pt x="720" y="1665"/>
                      <a:pt x="716" y="1665"/>
                    </a:cubicBezTo>
                    <a:cubicBezTo>
                      <a:pt x="711" y="1665"/>
                      <a:pt x="713" y="1668"/>
                      <a:pt x="723" y="1676"/>
                    </a:cubicBezTo>
                    <a:cubicBezTo>
                      <a:pt x="719" y="1676"/>
                      <a:pt x="714" y="1676"/>
                      <a:pt x="711" y="1676"/>
                    </a:cubicBezTo>
                    <a:cubicBezTo>
                      <a:pt x="701" y="1676"/>
                      <a:pt x="695" y="1678"/>
                      <a:pt x="708" y="1686"/>
                    </a:cubicBezTo>
                    <a:cubicBezTo>
                      <a:pt x="706" y="1686"/>
                      <a:pt x="704" y="1686"/>
                      <a:pt x="702" y="1686"/>
                    </a:cubicBezTo>
                    <a:cubicBezTo>
                      <a:pt x="696" y="1686"/>
                      <a:pt x="690" y="1687"/>
                      <a:pt x="685" y="1689"/>
                    </a:cubicBezTo>
                    <a:cubicBezTo>
                      <a:pt x="689" y="1695"/>
                      <a:pt x="700" y="1697"/>
                      <a:pt x="704" y="1698"/>
                    </a:cubicBezTo>
                    <a:cubicBezTo>
                      <a:pt x="700" y="1698"/>
                      <a:pt x="694" y="1697"/>
                      <a:pt x="689" y="1697"/>
                    </a:cubicBezTo>
                    <a:cubicBezTo>
                      <a:pt x="678" y="1697"/>
                      <a:pt x="666" y="1699"/>
                      <a:pt x="657" y="1702"/>
                    </a:cubicBezTo>
                    <a:cubicBezTo>
                      <a:pt x="657" y="1698"/>
                      <a:pt x="657" y="1695"/>
                      <a:pt x="656" y="1692"/>
                    </a:cubicBezTo>
                    <a:cubicBezTo>
                      <a:pt x="646" y="1592"/>
                      <a:pt x="653" y="1570"/>
                      <a:pt x="666" y="1547"/>
                    </a:cubicBezTo>
                    <a:cubicBezTo>
                      <a:pt x="681" y="1525"/>
                      <a:pt x="818" y="1331"/>
                      <a:pt x="871" y="1251"/>
                    </a:cubicBezTo>
                    <a:cubicBezTo>
                      <a:pt x="925" y="1171"/>
                      <a:pt x="1021" y="992"/>
                      <a:pt x="1064" y="939"/>
                    </a:cubicBezTo>
                    <a:cubicBezTo>
                      <a:pt x="1104" y="885"/>
                      <a:pt x="1125" y="850"/>
                      <a:pt x="1153" y="821"/>
                    </a:cubicBezTo>
                    <a:cubicBezTo>
                      <a:pt x="1180" y="792"/>
                      <a:pt x="1217" y="763"/>
                      <a:pt x="1222" y="758"/>
                    </a:cubicBezTo>
                    <a:cubicBezTo>
                      <a:pt x="1227" y="753"/>
                      <a:pt x="1253" y="741"/>
                      <a:pt x="1266" y="734"/>
                    </a:cubicBezTo>
                    <a:cubicBezTo>
                      <a:pt x="1310" y="705"/>
                      <a:pt x="1375" y="665"/>
                      <a:pt x="1397" y="645"/>
                    </a:cubicBezTo>
                    <a:cubicBezTo>
                      <a:pt x="1418" y="624"/>
                      <a:pt x="1428" y="601"/>
                      <a:pt x="1444" y="544"/>
                    </a:cubicBezTo>
                    <a:cubicBezTo>
                      <a:pt x="1461" y="488"/>
                      <a:pt x="1472" y="479"/>
                      <a:pt x="1491" y="461"/>
                    </a:cubicBezTo>
                    <a:cubicBezTo>
                      <a:pt x="1509" y="444"/>
                      <a:pt x="1520" y="431"/>
                      <a:pt x="1520" y="429"/>
                    </a:cubicBezTo>
                    <a:cubicBezTo>
                      <a:pt x="1521" y="426"/>
                      <a:pt x="1521" y="412"/>
                      <a:pt x="1512" y="407"/>
                    </a:cubicBezTo>
                    <a:cubicBezTo>
                      <a:pt x="1510" y="406"/>
                      <a:pt x="1506" y="406"/>
                      <a:pt x="1501" y="406"/>
                    </a:cubicBezTo>
                    <a:cubicBezTo>
                      <a:pt x="1487" y="406"/>
                      <a:pt x="1462" y="411"/>
                      <a:pt x="1442" y="428"/>
                    </a:cubicBezTo>
                    <a:cubicBezTo>
                      <a:pt x="1416" y="448"/>
                      <a:pt x="1381" y="493"/>
                      <a:pt x="1381" y="495"/>
                    </a:cubicBezTo>
                    <a:lnTo>
                      <a:pt x="1370" y="506"/>
                    </a:lnTo>
                    <a:cubicBezTo>
                      <a:pt x="1370" y="485"/>
                      <a:pt x="1371" y="442"/>
                      <a:pt x="1374" y="432"/>
                    </a:cubicBezTo>
                    <a:cubicBezTo>
                      <a:pt x="1377" y="423"/>
                      <a:pt x="1394" y="397"/>
                      <a:pt x="1394" y="396"/>
                    </a:cubicBezTo>
                    <a:cubicBezTo>
                      <a:pt x="1412" y="370"/>
                      <a:pt x="1445" y="316"/>
                      <a:pt x="1456" y="284"/>
                    </a:cubicBezTo>
                    <a:cubicBezTo>
                      <a:pt x="1466" y="253"/>
                      <a:pt x="1474" y="231"/>
                      <a:pt x="1474" y="228"/>
                    </a:cubicBezTo>
                    <a:cubicBezTo>
                      <a:pt x="1474" y="227"/>
                      <a:pt x="1477" y="214"/>
                      <a:pt x="1476" y="211"/>
                    </a:cubicBezTo>
                    <a:cubicBezTo>
                      <a:pt x="1475" y="210"/>
                      <a:pt x="1468" y="198"/>
                      <a:pt x="1459" y="198"/>
                    </a:cubicBezTo>
                    <a:cubicBezTo>
                      <a:pt x="1457" y="198"/>
                      <a:pt x="1454" y="199"/>
                      <a:pt x="1451" y="202"/>
                    </a:cubicBezTo>
                    <a:cubicBezTo>
                      <a:pt x="1440" y="214"/>
                      <a:pt x="1402" y="266"/>
                      <a:pt x="1393" y="284"/>
                    </a:cubicBezTo>
                    <a:cubicBezTo>
                      <a:pt x="1384" y="300"/>
                      <a:pt x="1365" y="326"/>
                      <a:pt x="1355" y="340"/>
                    </a:cubicBezTo>
                    <a:lnTo>
                      <a:pt x="1335" y="352"/>
                    </a:lnTo>
                    <a:cubicBezTo>
                      <a:pt x="1339" y="339"/>
                      <a:pt x="1348" y="314"/>
                      <a:pt x="1354" y="305"/>
                    </a:cubicBezTo>
                    <a:cubicBezTo>
                      <a:pt x="1358" y="298"/>
                      <a:pt x="1383" y="246"/>
                      <a:pt x="1386" y="237"/>
                    </a:cubicBezTo>
                    <a:cubicBezTo>
                      <a:pt x="1389" y="228"/>
                      <a:pt x="1415" y="211"/>
                      <a:pt x="1412" y="201"/>
                    </a:cubicBezTo>
                    <a:cubicBezTo>
                      <a:pt x="1409" y="189"/>
                      <a:pt x="1403" y="190"/>
                      <a:pt x="1412" y="177"/>
                    </a:cubicBezTo>
                    <a:cubicBezTo>
                      <a:pt x="1421" y="164"/>
                      <a:pt x="1435" y="154"/>
                      <a:pt x="1435" y="148"/>
                    </a:cubicBezTo>
                    <a:cubicBezTo>
                      <a:pt x="1437" y="141"/>
                      <a:pt x="1447" y="119"/>
                      <a:pt x="1435" y="115"/>
                    </a:cubicBezTo>
                    <a:cubicBezTo>
                      <a:pt x="1422" y="110"/>
                      <a:pt x="1415" y="109"/>
                      <a:pt x="1412" y="109"/>
                    </a:cubicBezTo>
                    <a:cubicBezTo>
                      <a:pt x="1410" y="106"/>
                      <a:pt x="1406" y="100"/>
                      <a:pt x="1407" y="91"/>
                    </a:cubicBezTo>
                    <a:cubicBezTo>
                      <a:pt x="1407" y="84"/>
                      <a:pt x="1399" y="75"/>
                      <a:pt x="1394" y="69"/>
                    </a:cubicBezTo>
                    <a:cubicBezTo>
                      <a:pt x="1393" y="69"/>
                      <a:pt x="1391" y="69"/>
                      <a:pt x="1388" y="69"/>
                    </a:cubicBezTo>
                    <a:cubicBezTo>
                      <a:pt x="1381" y="69"/>
                      <a:pt x="1371" y="73"/>
                      <a:pt x="1361" y="100"/>
                    </a:cubicBezTo>
                    <a:cubicBezTo>
                      <a:pt x="1348" y="135"/>
                      <a:pt x="1327" y="179"/>
                      <a:pt x="1320" y="187"/>
                    </a:cubicBezTo>
                    <a:cubicBezTo>
                      <a:pt x="1311" y="196"/>
                      <a:pt x="1288" y="222"/>
                      <a:pt x="1272" y="240"/>
                    </a:cubicBezTo>
                    <a:cubicBezTo>
                      <a:pt x="1256" y="259"/>
                      <a:pt x="1244" y="285"/>
                      <a:pt x="1230" y="308"/>
                    </a:cubicBezTo>
                    <a:cubicBezTo>
                      <a:pt x="1214" y="332"/>
                      <a:pt x="1211" y="333"/>
                      <a:pt x="1186" y="349"/>
                    </a:cubicBezTo>
                    <a:cubicBezTo>
                      <a:pt x="1163" y="365"/>
                      <a:pt x="1145" y="419"/>
                      <a:pt x="1141" y="463"/>
                    </a:cubicBezTo>
                    <a:cubicBezTo>
                      <a:pt x="1137" y="508"/>
                      <a:pt x="1122" y="573"/>
                      <a:pt x="1099" y="597"/>
                    </a:cubicBezTo>
                    <a:cubicBezTo>
                      <a:pt x="1077" y="620"/>
                      <a:pt x="1046" y="640"/>
                      <a:pt x="1040" y="646"/>
                    </a:cubicBezTo>
                    <a:cubicBezTo>
                      <a:pt x="1035" y="651"/>
                      <a:pt x="1013" y="708"/>
                      <a:pt x="1000" y="729"/>
                    </a:cubicBezTo>
                    <a:cubicBezTo>
                      <a:pt x="987" y="750"/>
                      <a:pt x="924" y="827"/>
                      <a:pt x="906" y="846"/>
                    </a:cubicBezTo>
                    <a:cubicBezTo>
                      <a:pt x="889" y="863"/>
                      <a:pt x="717" y="1028"/>
                      <a:pt x="666" y="1089"/>
                    </a:cubicBezTo>
                    <a:cubicBezTo>
                      <a:pt x="614" y="1150"/>
                      <a:pt x="519" y="1270"/>
                      <a:pt x="481" y="1327"/>
                    </a:cubicBezTo>
                    <a:cubicBezTo>
                      <a:pt x="443" y="1382"/>
                      <a:pt x="391" y="1494"/>
                      <a:pt x="381" y="1557"/>
                    </a:cubicBezTo>
                    <a:cubicBezTo>
                      <a:pt x="370" y="1618"/>
                      <a:pt x="314" y="1832"/>
                      <a:pt x="306" y="1883"/>
                    </a:cubicBezTo>
                    <a:cubicBezTo>
                      <a:pt x="299" y="1934"/>
                      <a:pt x="295" y="2077"/>
                      <a:pt x="281" y="2112"/>
                    </a:cubicBezTo>
                    <a:cubicBezTo>
                      <a:pt x="270" y="2147"/>
                      <a:pt x="242" y="2244"/>
                      <a:pt x="235" y="2257"/>
                    </a:cubicBezTo>
                    <a:cubicBezTo>
                      <a:pt x="229" y="2271"/>
                      <a:pt x="209" y="2373"/>
                      <a:pt x="233" y="2466"/>
                    </a:cubicBezTo>
                    <a:cubicBezTo>
                      <a:pt x="260" y="2559"/>
                      <a:pt x="276" y="2585"/>
                      <a:pt x="280" y="2627"/>
                    </a:cubicBezTo>
                    <a:cubicBezTo>
                      <a:pt x="286" y="2668"/>
                      <a:pt x="280" y="2703"/>
                      <a:pt x="279" y="2734"/>
                    </a:cubicBezTo>
                    <a:cubicBezTo>
                      <a:pt x="277" y="2764"/>
                      <a:pt x="261" y="2901"/>
                      <a:pt x="273" y="2968"/>
                    </a:cubicBezTo>
                    <a:cubicBezTo>
                      <a:pt x="276" y="2986"/>
                      <a:pt x="279" y="2999"/>
                      <a:pt x="281" y="3009"/>
                    </a:cubicBezTo>
                    <a:lnTo>
                      <a:pt x="270" y="3021"/>
                    </a:lnTo>
                    <a:lnTo>
                      <a:pt x="271" y="3022"/>
                    </a:lnTo>
                    <a:lnTo>
                      <a:pt x="271" y="3022"/>
                    </a:lnTo>
                    <a:lnTo>
                      <a:pt x="265" y="3021"/>
                    </a:lnTo>
                    <a:lnTo>
                      <a:pt x="265" y="3021"/>
                    </a:lnTo>
                    <a:cubicBezTo>
                      <a:pt x="265" y="3027"/>
                      <a:pt x="267" y="3041"/>
                      <a:pt x="271" y="3072"/>
                    </a:cubicBezTo>
                    <a:cubicBezTo>
                      <a:pt x="277" y="3136"/>
                      <a:pt x="306" y="3214"/>
                      <a:pt x="314" y="3277"/>
                    </a:cubicBezTo>
                    <a:cubicBezTo>
                      <a:pt x="319" y="3341"/>
                      <a:pt x="295" y="3338"/>
                      <a:pt x="305" y="3365"/>
                    </a:cubicBezTo>
                    <a:cubicBezTo>
                      <a:pt x="314" y="3391"/>
                      <a:pt x="332" y="3455"/>
                      <a:pt x="340" y="3506"/>
                    </a:cubicBezTo>
                    <a:cubicBezTo>
                      <a:pt x="347" y="3557"/>
                      <a:pt x="321" y="3579"/>
                      <a:pt x="316" y="3617"/>
                    </a:cubicBezTo>
                    <a:cubicBezTo>
                      <a:pt x="314" y="3653"/>
                      <a:pt x="270" y="3711"/>
                      <a:pt x="302" y="3765"/>
                    </a:cubicBezTo>
                    <a:cubicBezTo>
                      <a:pt x="334" y="3819"/>
                      <a:pt x="344" y="3845"/>
                      <a:pt x="340" y="3882"/>
                    </a:cubicBezTo>
                    <a:cubicBezTo>
                      <a:pt x="337" y="3920"/>
                      <a:pt x="343" y="3982"/>
                      <a:pt x="341" y="3995"/>
                    </a:cubicBezTo>
                    <a:cubicBezTo>
                      <a:pt x="341" y="3997"/>
                      <a:pt x="347" y="4000"/>
                      <a:pt x="357" y="4003"/>
                    </a:cubicBezTo>
                    <a:cubicBezTo>
                      <a:pt x="354" y="4017"/>
                      <a:pt x="344" y="4032"/>
                      <a:pt x="324" y="4043"/>
                    </a:cubicBezTo>
                    <a:lnTo>
                      <a:pt x="321" y="4045"/>
                    </a:lnTo>
                    <a:cubicBezTo>
                      <a:pt x="319" y="4046"/>
                      <a:pt x="316" y="4048"/>
                      <a:pt x="314" y="4049"/>
                    </a:cubicBezTo>
                    <a:cubicBezTo>
                      <a:pt x="284" y="4065"/>
                      <a:pt x="261" y="4071"/>
                      <a:pt x="244" y="4081"/>
                    </a:cubicBezTo>
                    <a:cubicBezTo>
                      <a:pt x="232" y="4087"/>
                      <a:pt x="223" y="4094"/>
                      <a:pt x="217" y="4109"/>
                    </a:cubicBezTo>
                    <a:cubicBezTo>
                      <a:pt x="201" y="4144"/>
                      <a:pt x="149" y="4164"/>
                      <a:pt x="163" y="4266"/>
                    </a:cubicBezTo>
                    <a:cubicBezTo>
                      <a:pt x="178" y="4368"/>
                      <a:pt x="187" y="4406"/>
                      <a:pt x="171" y="4442"/>
                    </a:cubicBezTo>
                    <a:cubicBezTo>
                      <a:pt x="155" y="4479"/>
                      <a:pt x="193" y="4482"/>
                      <a:pt x="150" y="4528"/>
                    </a:cubicBezTo>
                    <a:cubicBezTo>
                      <a:pt x="108" y="4574"/>
                      <a:pt x="101" y="4523"/>
                      <a:pt x="117" y="4613"/>
                    </a:cubicBezTo>
                    <a:cubicBezTo>
                      <a:pt x="133" y="4702"/>
                      <a:pt x="142" y="4741"/>
                      <a:pt x="137" y="4778"/>
                    </a:cubicBezTo>
                    <a:cubicBezTo>
                      <a:pt x="133" y="4815"/>
                      <a:pt x="200" y="4772"/>
                      <a:pt x="142" y="4853"/>
                    </a:cubicBezTo>
                    <a:cubicBezTo>
                      <a:pt x="83" y="4936"/>
                      <a:pt x="38" y="5019"/>
                      <a:pt x="56" y="5097"/>
                    </a:cubicBezTo>
                    <a:cubicBezTo>
                      <a:pt x="72" y="5174"/>
                      <a:pt x="40" y="5245"/>
                      <a:pt x="21" y="5306"/>
                    </a:cubicBezTo>
                    <a:cubicBezTo>
                      <a:pt x="3" y="5366"/>
                      <a:pt x="0" y="5392"/>
                      <a:pt x="59" y="5434"/>
                    </a:cubicBezTo>
                    <a:cubicBezTo>
                      <a:pt x="111" y="5474"/>
                      <a:pt x="178" y="5474"/>
                      <a:pt x="179" y="5491"/>
                    </a:cubicBezTo>
                    <a:cubicBezTo>
                      <a:pt x="179" y="5493"/>
                      <a:pt x="179" y="5493"/>
                      <a:pt x="179" y="5494"/>
                    </a:cubicBezTo>
                    <a:cubicBezTo>
                      <a:pt x="179" y="5496"/>
                      <a:pt x="178" y="5496"/>
                      <a:pt x="178" y="5497"/>
                    </a:cubicBezTo>
                    <a:cubicBezTo>
                      <a:pt x="163" y="5520"/>
                      <a:pt x="174" y="5535"/>
                      <a:pt x="172" y="5547"/>
                    </a:cubicBezTo>
                    <a:cubicBezTo>
                      <a:pt x="172" y="5551"/>
                      <a:pt x="191" y="5566"/>
                      <a:pt x="222" y="5583"/>
                    </a:cubicBezTo>
                    <a:cubicBezTo>
                      <a:pt x="223" y="5618"/>
                      <a:pt x="223" y="5668"/>
                      <a:pt x="222" y="5678"/>
                    </a:cubicBezTo>
                    <a:cubicBezTo>
                      <a:pt x="222" y="5689"/>
                      <a:pt x="222" y="5803"/>
                      <a:pt x="229" y="5867"/>
                    </a:cubicBezTo>
                    <a:cubicBezTo>
                      <a:pt x="235" y="5930"/>
                      <a:pt x="216" y="6116"/>
                      <a:pt x="185" y="6176"/>
                    </a:cubicBezTo>
                    <a:cubicBezTo>
                      <a:pt x="153" y="6236"/>
                      <a:pt x="111" y="6419"/>
                      <a:pt x="112" y="6520"/>
                    </a:cubicBezTo>
                    <a:cubicBezTo>
                      <a:pt x="115" y="6620"/>
                      <a:pt x="137" y="7024"/>
                      <a:pt x="134" y="7050"/>
                    </a:cubicBezTo>
                    <a:cubicBezTo>
                      <a:pt x="133" y="7063"/>
                      <a:pt x="131" y="7115"/>
                      <a:pt x="129" y="7169"/>
                    </a:cubicBezTo>
                    <a:lnTo>
                      <a:pt x="123" y="7169"/>
                    </a:lnTo>
                    <a:cubicBezTo>
                      <a:pt x="123" y="7247"/>
                      <a:pt x="121" y="7384"/>
                      <a:pt x="117" y="7474"/>
                    </a:cubicBezTo>
                    <a:cubicBezTo>
                      <a:pt x="117" y="7474"/>
                      <a:pt x="117" y="7474"/>
                      <a:pt x="117" y="7475"/>
                    </a:cubicBezTo>
                    <a:cubicBezTo>
                      <a:pt x="115" y="7491"/>
                      <a:pt x="114" y="7507"/>
                      <a:pt x="112" y="7519"/>
                    </a:cubicBezTo>
                    <a:cubicBezTo>
                      <a:pt x="112" y="7520"/>
                      <a:pt x="112" y="7520"/>
                      <a:pt x="112" y="7520"/>
                    </a:cubicBezTo>
                    <a:cubicBezTo>
                      <a:pt x="112" y="7523"/>
                      <a:pt x="112" y="7526"/>
                      <a:pt x="112" y="7529"/>
                    </a:cubicBezTo>
                    <a:cubicBezTo>
                      <a:pt x="104" y="7520"/>
                      <a:pt x="98" y="7513"/>
                      <a:pt x="95" y="7509"/>
                    </a:cubicBezTo>
                    <a:lnTo>
                      <a:pt x="48" y="7605"/>
                    </a:lnTo>
                    <a:cubicBezTo>
                      <a:pt x="50" y="7630"/>
                      <a:pt x="53" y="7681"/>
                      <a:pt x="48" y="7719"/>
                    </a:cubicBezTo>
                    <a:cubicBezTo>
                      <a:pt x="45" y="7755"/>
                      <a:pt x="31" y="7905"/>
                      <a:pt x="40" y="7931"/>
                    </a:cubicBezTo>
                    <a:cubicBezTo>
                      <a:pt x="50" y="7956"/>
                      <a:pt x="80" y="8035"/>
                      <a:pt x="76" y="8073"/>
                    </a:cubicBezTo>
                    <a:cubicBezTo>
                      <a:pt x="73" y="8109"/>
                      <a:pt x="82" y="8260"/>
                      <a:pt x="142" y="8293"/>
                    </a:cubicBezTo>
                    <a:cubicBezTo>
                      <a:pt x="194" y="8319"/>
                      <a:pt x="291" y="8370"/>
                      <a:pt x="358" y="8370"/>
                    </a:cubicBezTo>
                    <a:cubicBezTo>
                      <a:pt x="368" y="8370"/>
                      <a:pt x="377" y="8369"/>
                      <a:pt x="385" y="8367"/>
                    </a:cubicBezTo>
                    <a:cubicBezTo>
                      <a:pt x="450" y="8348"/>
                      <a:pt x="464" y="8338"/>
                      <a:pt x="471" y="8262"/>
                    </a:cubicBezTo>
                    <a:cubicBezTo>
                      <a:pt x="478" y="8188"/>
                      <a:pt x="480" y="8062"/>
                      <a:pt x="437" y="7984"/>
                    </a:cubicBezTo>
                    <a:cubicBezTo>
                      <a:pt x="434" y="7978"/>
                      <a:pt x="431" y="7973"/>
                      <a:pt x="430" y="7969"/>
                    </a:cubicBezTo>
                    <a:cubicBezTo>
                      <a:pt x="429" y="7966"/>
                      <a:pt x="427" y="7965"/>
                      <a:pt x="427" y="7963"/>
                    </a:cubicBezTo>
                    <a:cubicBezTo>
                      <a:pt x="426" y="7960"/>
                      <a:pt x="424" y="7957"/>
                      <a:pt x="423" y="7955"/>
                    </a:cubicBezTo>
                    <a:lnTo>
                      <a:pt x="420" y="7947"/>
                    </a:lnTo>
                    <a:cubicBezTo>
                      <a:pt x="418" y="7944"/>
                      <a:pt x="417" y="7941"/>
                      <a:pt x="417" y="7939"/>
                    </a:cubicBezTo>
                    <a:lnTo>
                      <a:pt x="414" y="7933"/>
                    </a:lnTo>
                    <a:cubicBezTo>
                      <a:pt x="413" y="7930"/>
                      <a:pt x="411" y="7927"/>
                      <a:pt x="411" y="7924"/>
                    </a:cubicBezTo>
                    <a:cubicBezTo>
                      <a:pt x="410" y="7921"/>
                      <a:pt x="410" y="7920"/>
                      <a:pt x="408" y="7917"/>
                    </a:cubicBezTo>
                    <a:cubicBezTo>
                      <a:pt x="408" y="7914"/>
                      <a:pt x="407" y="7912"/>
                      <a:pt x="405" y="7909"/>
                    </a:cubicBezTo>
                    <a:cubicBezTo>
                      <a:pt x="405" y="7906"/>
                      <a:pt x="404" y="7904"/>
                      <a:pt x="404" y="7902"/>
                    </a:cubicBezTo>
                    <a:cubicBezTo>
                      <a:pt x="402" y="7899"/>
                      <a:pt x="402" y="7896"/>
                      <a:pt x="401" y="7895"/>
                    </a:cubicBezTo>
                    <a:cubicBezTo>
                      <a:pt x="401" y="7892"/>
                      <a:pt x="399" y="7889"/>
                      <a:pt x="399" y="7886"/>
                    </a:cubicBezTo>
                    <a:cubicBezTo>
                      <a:pt x="398" y="7883"/>
                      <a:pt x="398" y="7882"/>
                      <a:pt x="397" y="7879"/>
                    </a:cubicBezTo>
                    <a:cubicBezTo>
                      <a:pt x="397" y="7876"/>
                      <a:pt x="397" y="7873"/>
                      <a:pt x="395" y="7870"/>
                    </a:cubicBezTo>
                    <a:cubicBezTo>
                      <a:pt x="395" y="7869"/>
                      <a:pt x="394" y="7867"/>
                      <a:pt x="394" y="7864"/>
                    </a:cubicBezTo>
                    <a:cubicBezTo>
                      <a:pt x="394" y="7861"/>
                      <a:pt x="392" y="7858"/>
                      <a:pt x="392" y="7855"/>
                    </a:cubicBezTo>
                    <a:cubicBezTo>
                      <a:pt x="392" y="7854"/>
                      <a:pt x="391" y="7853"/>
                      <a:pt x="391" y="7850"/>
                    </a:cubicBezTo>
                    <a:lnTo>
                      <a:pt x="389" y="7841"/>
                    </a:lnTo>
                    <a:cubicBezTo>
                      <a:pt x="389" y="7839"/>
                      <a:pt x="389" y="7838"/>
                      <a:pt x="389" y="7837"/>
                    </a:cubicBezTo>
                    <a:cubicBezTo>
                      <a:pt x="388" y="7832"/>
                      <a:pt x="388" y="7829"/>
                      <a:pt x="388" y="7825"/>
                    </a:cubicBezTo>
                    <a:cubicBezTo>
                      <a:pt x="388" y="7825"/>
                      <a:pt x="388" y="7823"/>
                      <a:pt x="388" y="7823"/>
                    </a:cubicBezTo>
                    <a:cubicBezTo>
                      <a:pt x="385" y="7800"/>
                      <a:pt x="383" y="7777"/>
                      <a:pt x="385" y="7755"/>
                    </a:cubicBezTo>
                    <a:cubicBezTo>
                      <a:pt x="385" y="7749"/>
                      <a:pt x="385" y="7745"/>
                      <a:pt x="386" y="7739"/>
                    </a:cubicBezTo>
                    <a:cubicBezTo>
                      <a:pt x="394" y="7665"/>
                      <a:pt x="405" y="7553"/>
                      <a:pt x="405" y="7541"/>
                    </a:cubicBezTo>
                    <a:cubicBezTo>
                      <a:pt x="407" y="7528"/>
                      <a:pt x="401" y="7510"/>
                      <a:pt x="398" y="7502"/>
                    </a:cubicBezTo>
                    <a:lnTo>
                      <a:pt x="373" y="7487"/>
                    </a:lnTo>
                    <a:cubicBezTo>
                      <a:pt x="371" y="7493"/>
                      <a:pt x="369" y="7499"/>
                      <a:pt x="366" y="7505"/>
                    </a:cubicBezTo>
                    <a:lnTo>
                      <a:pt x="366" y="7505"/>
                    </a:lnTo>
                    <a:cubicBezTo>
                      <a:pt x="375" y="7406"/>
                      <a:pt x="379" y="7282"/>
                      <a:pt x="382" y="7220"/>
                    </a:cubicBezTo>
                    <a:lnTo>
                      <a:pt x="388" y="7158"/>
                    </a:lnTo>
                    <a:cubicBezTo>
                      <a:pt x="385" y="7158"/>
                      <a:pt x="383" y="7159"/>
                      <a:pt x="381" y="7159"/>
                    </a:cubicBezTo>
                    <a:cubicBezTo>
                      <a:pt x="388" y="7132"/>
                      <a:pt x="399" y="7094"/>
                      <a:pt x="410" y="7065"/>
                    </a:cubicBezTo>
                    <a:cubicBezTo>
                      <a:pt x="427" y="7016"/>
                      <a:pt x="500" y="6660"/>
                      <a:pt x="507" y="6597"/>
                    </a:cubicBezTo>
                    <a:cubicBezTo>
                      <a:pt x="513" y="6536"/>
                      <a:pt x="533" y="6336"/>
                      <a:pt x="538" y="6287"/>
                    </a:cubicBezTo>
                    <a:cubicBezTo>
                      <a:pt x="542" y="6237"/>
                      <a:pt x="548" y="6188"/>
                      <a:pt x="592" y="6129"/>
                    </a:cubicBezTo>
                    <a:cubicBezTo>
                      <a:pt x="635" y="6071"/>
                      <a:pt x="646" y="5834"/>
                      <a:pt x="653" y="5771"/>
                    </a:cubicBezTo>
                    <a:cubicBezTo>
                      <a:pt x="656" y="5735"/>
                      <a:pt x="660" y="5686"/>
                      <a:pt x="666" y="5637"/>
                    </a:cubicBezTo>
                    <a:cubicBezTo>
                      <a:pt x="697" y="5634"/>
                      <a:pt x="730" y="5631"/>
                      <a:pt x="730" y="5627"/>
                    </a:cubicBezTo>
                    <a:cubicBezTo>
                      <a:pt x="730" y="5627"/>
                      <a:pt x="743" y="5625"/>
                      <a:pt x="743" y="5625"/>
                    </a:cubicBezTo>
                    <a:lnTo>
                      <a:pt x="743" y="5624"/>
                    </a:lnTo>
                    <a:cubicBezTo>
                      <a:pt x="743" y="5619"/>
                      <a:pt x="730" y="5609"/>
                      <a:pt x="732" y="5596"/>
                    </a:cubicBezTo>
                    <a:cubicBezTo>
                      <a:pt x="732" y="5596"/>
                      <a:pt x="724" y="5595"/>
                      <a:pt x="724" y="5595"/>
                    </a:cubicBezTo>
                    <a:cubicBezTo>
                      <a:pt x="724" y="5593"/>
                      <a:pt x="721" y="5592"/>
                      <a:pt x="721" y="5590"/>
                    </a:cubicBezTo>
                    <a:cubicBezTo>
                      <a:pt x="721" y="5589"/>
                      <a:pt x="720" y="5589"/>
                      <a:pt x="720" y="5587"/>
                    </a:cubicBezTo>
                    <a:cubicBezTo>
                      <a:pt x="720" y="5586"/>
                      <a:pt x="732" y="5583"/>
                      <a:pt x="732" y="5582"/>
                    </a:cubicBezTo>
                    <a:cubicBezTo>
                      <a:pt x="732" y="5580"/>
                      <a:pt x="743" y="5579"/>
                      <a:pt x="743" y="5577"/>
                    </a:cubicBezTo>
                    <a:lnTo>
                      <a:pt x="743" y="5574"/>
                    </a:lnTo>
                    <a:cubicBezTo>
                      <a:pt x="743" y="5571"/>
                      <a:pt x="732" y="5568"/>
                      <a:pt x="732" y="5566"/>
                    </a:cubicBezTo>
                    <a:cubicBezTo>
                      <a:pt x="732" y="5566"/>
                      <a:pt x="726" y="5566"/>
                      <a:pt x="726" y="5564"/>
                    </a:cubicBezTo>
                    <a:cubicBezTo>
                      <a:pt x="726" y="5561"/>
                      <a:pt x="724" y="5560"/>
                      <a:pt x="724" y="5557"/>
                    </a:cubicBezTo>
                    <a:cubicBezTo>
                      <a:pt x="724" y="5557"/>
                      <a:pt x="723" y="5555"/>
                      <a:pt x="723" y="5555"/>
                    </a:cubicBezTo>
                    <a:cubicBezTo>
                      <a:pt x="723" y="5552"/>
                      <a:pt x="723" y="5550"/>
                      <a:pt x="723" y="5547"/>
                    </a:cubicBezTo>
                    <a:cubicBezTo>
                      <a:pt x="723" y="5547"/>
                      <a:pt x="723" y="5539"/>
                      <a:pt x="723" y="5539"/>
                    </a:cubicBezTo>
                    <a:cubicBezTo>
                      <a:pt x="723" y="5537"/>
                      <a:pt x="723" y="5536"/>
                      <a:pt x="724" y="5536"/>
                    </a:cubicBezTo>
                    <a:cubicBezTo>
                      <a:pt x="724" y="5536"/>
                      <a:pt x="725" y="5542"/>
                      <a:pt x="726" y="5542"/>
                    </a:cubicBezTo>
                    <a:cubicBezTo>
                      <a:pt x="727" y="5542"/>
                      <a:pt x="729" y="5533"/>
                      <a:pt x="730" y="5491"/>
                    </a:cubicBezTo>
                    <a:cubicBezTo>
                      <a:pt x="733" y="5491"/>
                      <a:pt x="737" y="5485"/>
                      <a:pt x="742" y="5485"/>
                    </a:cubicBezTo>
                    <a:cubicBezTo>
                      <a:pt x="742" y="5485"/>
                      <a:pt x="743" y="5485"/>
                      <a:pt x="743" y="5485"/>
                    </a:cubicBezTo>
                    <a:cubicBezTo>
                      <a:pt x="768" y="5487"/>
                      <a:pt x="788" y="5544"/>
                      <a:pt x="797" y="5582"/>
                    </a:cubicBezTo>
                    <a:cubicBezTo>
                      <a:pt x="806" y="5621"/>
                      <a:pt x="812" y="5631"/>
                      <a:pt x="816" y="5635"/>
                    </a:cubicBezTo>
                    <a:cubicBezTo>
                      <a:pt x="828" y="5638"/>
                      <a:pt x="841" y="5643"/>
                      <a:pt x="857" y="5647"/>
                    </a:cubicBezTo>
                    <a:cubicBezTo>
                      <a:pt x="852" y="5663"/>
                      <a:pt x="850" y="5679"/>
                      <a:pt x="848" y="5691"/>
                    </a:cubicBezTo>
                    <a:cubicBezTo>
                      <a:pt x="847" y="5716"/>
                      <a:pt x="820" y="5963"/>
                      <a:pt x="815" y="6026"/>
                    </a:cubicBezTo>
                    <a:cubicBezTo>
                      <a:pt x="809" y="6089"/>
                      <a:pt x="831" y="6115"/>
                      <a:pt x="826" y="6164"/>
                    </a:cubicBezTo>
                    <a:cubicBezTo>
                      <a:pt x="820" y="6215"/>
                      <a:pt x="810" y="6327"/>
                      <a:pt x="774" y="6437"/>
                    </a:cubicBezTo>
                    <a:cubicBezTo>
                      <a:pt x="737" y="6546"/>
                      <a:pt x="749" y="6810"/>
                      <a:pt x="758" y="6849"/>
                    </a:cubicBezTo>
                    <a:cubicBezTo>
                      <a:pt x="767" y="6887"/>
                      <a:pt x="772" y="7076"/>
                      <a:pt x="775" y="7174"/>
                    </a:cubicBezTo>
                    <a:cubicBezTo>
                      <a:pt x="772" y="7172"/>
                      <a:pt x="771" y="7171"/>
                      <a:pt x="768" y="7169"/>
                    </a:cubicBezTo>
                    <a:cubicBezTo>
                      <a:pt x="767" y="7207"/>
                      <a:pt x="767" y="7274"/>
                      <a:pt x="765" y="7309"/>
                    </a:cubicBezTo>
                    <a:cubicBezTo>
                      <a:pt x="764" y="7312"/>
                      <a:pt x="762" y="7314"/>
                      <a:pt x="761" y="7314"/>
                    </a:cubicBezTo>
                    <a:lnTo>
                      <a:pt x="765" y="7314"/>
                    </a:lnTo>
                    <a:cubicBezTo>
                      <a:pt x="765" y="7322"/>
                      <a:pt x="765" y="7328"/>
                      <a:pt x="764" y="7331"/>
                    </a:cubicBezTo>
                    <a:cubicBezTo>
                      <a:pt x="764" y="7344"/>
                      <a:pt x="772" y="7370"/>
                      <a:pt x="742" y="7430"/>
                    </a:cubicBezTo>
                    <a:cubicBezTo>
                      <a:pt x="717" y="7475"/>
                      <a:pt x="698" y="7477"/>
                      <a:pt x="692" y="7510"/>
                    </a:cubicBezTo>
                    <a:cubicBezTo>
                      <a:pt x="692" y="7503"/>
                      <a:pt x="694" y="7496"/>
                      <a:pt x="694" y="7490"/>
                    </a:cubicBezTo>
                    <a:lnTo>
                      <a:pt x="694" y="7490"/>
                    </a:lnTo>
                    <a:cubicBezTo>
                      <a:pt x="689" y="7500"/>
                      <a:pt x="685" y="7513"/>
                      <a:pt x="679" y="7526"/>
                    </a:cubicBezTo>
                    <a:cubicBezTo>
                      <a:pt x="679" y="7525"/>
                      <a:pt x="679" y="7523"/>
                      <a:pt x="678" y="7522"/>
                    </a:cubicBezTo>
                    <a:cubicBezTo>
                      <a:pt x="666" y="7544"/>
                      <a:pt x="657" y="7567"/>
                      <a:pt x="650" y="7592"/>
                    </a:cubicBezTo>
                    <a:cubicBezTo>
                      <a:pt x="641" y="7611"/>
                      <a:pt x="634" y="7627"/>
                      <a:pt x="630" y="7634"/>
                    </a:cubicBezTo>
                    <a:cubicBezTo>
                      <a:pt x="614" y="7657"/>
                      <a:pt x="595" y="7732"/>
                      <a:pt x="590" y="7768"/>
                    </a:cubicBezTo>
                    <a:cubicBezTo>
                      <a:pt x="586" y="7806"/>
                      <a:pt x="630" y="7886"/>
                      <a:pt x="625" y="7923"/>
                    </a:cubicBezTo>
                    <a:cubicBezTo>
                      <a:pt x="621" y="7960"/>
                      <a:pt x="631" y="7985"/>
                      <a:pt x="614" y="8035"/>
                    </a:cubicBezTo>
                    <a:cubicBezTo>
                      <a:pt x="596" y="8083"/>
                      <a:pt x="579" y="8131"/>
                      <a:pt x="598" y="8196"/>
                    </a:cubicBezTo>
                    <a:cubicBezTo>
                      <a:pt x="617" y="8260"/>
                      <a:pt x="733" y="8348"/>
                      <a:pt x="783" y="8352"/>
                    </a:cubicBezTo>
                    <a:cubicBezTo>
                      <a:pt x="803" y="8354"/>
                      <a:pt x="836" y="8364"/>
                      <a:pt x="867" y="8364"/>
                    </a:cubicBezTo>
                    <a:cubicBezTo>
                      <a:pt x="905" y="8364"/>
                      <a:pt x="941" y="8350"/>
                      <a:pt x="952" y="8291"/>
                    </a:cubicBezTo>
                    <a:cubicBezTo>
                      <a:pt x="960" y="8288"/>
                      <a:pt x="968" y="8284"/>
                      <a:pt x="970" y="8281"/>
                    </a:cubicBezTo>
                    <a:cubicBezTo>
                      <a:pt x="954" y="8272"/>
                      <a:pt x="956" y="8265"/>
                      <a:pt x="956" y="8256"/>
                    </a:cubicBezTo>
                    <a:cubicBezTo>
                      <a:pt x="957" y="8106"/>
                      <a:pt x="952" y="8040"/>
                      <a:pt x="946" y="7978"/>
                    </a:cubicBezTo>
                    <a:cubicBezTo>
                      <a:pt x="946" y="7976"/>
                      <a:pt x="946" y="7973"/>
                      <a:pt x="946" y="7973"/>
                    </a:cubicBezTo>
                    <a:cubicBezTo>
                      <a:pt x="946" y="7973"/>
                      <a:pt x="944" y="7972"/>
                      <a:pt x="944" y="7971"/>
                    </a:cubicBezTo>
                    <a:cubicBezTo>
                      <a:pt x="944" y="7969"/>
                      <a:pt x="944" y="7968"/>
                      <a:pt x="944" y="7965"/>
                    </a:cubicBezTo>
                    <a:cubicBezTo>
                      <a:pt x="943" y="7957"/>
                      <a:pt x="941" y="7949"/>
                      <a:pt x="940" y="7941"/>
                    </a:cubicBezTo>
                    <a:cubicBezTo>
                      <a:pt x="931" y="7898"/>
                      <a:pt x="919" y="7863"/>
                      <a:pt x="924" y="7815"/>
                    </a:cubicBezTo>
                    <a:cubicBezTo>
                      <a:pt x="931" y="7752"/>
                      <a:pt x="924" y="7701"/>
                      <a:pt x="938" y="7678"/>
                    </a:cubicBezTo>
                    <a:cubicBezTo>
                      <a:pt x="953" y="7654"/>
                      <a:pt x="982" y="7624"/>
                      <a:pt x="995" y="7608"/>
                    </a:cubicBezTo>
                    <a:lnTo>
                      <a:pt x="1011" y="7571"/>
                    </a:lnTo>
                    <a:lnTo>
                      <a:pt x="1000" y="7571"/>
                    </a:lnTo>
                    <a:lnTo>
                      <a:pt x="963" y="7555"/>
                    </a:lnTo>
                    <a:cubicBezTo>
                      <a:pt x="959" y="7566"/>
                      <a:pt x="953" y="7583"/>
                      <a:pt x="941" y="7596"/>
                    </a:cubicBezTo>
                    <a:cubicBezTo>
                      <a:pt x="954" y="7509"/>
                      <a:pt x="978" y="7373"/>
                      <a:pt x="989" y="7341"/>
                    </a:cubicBezTo>
                    <a:cubicBezTo>
                      <a:pt x="1007" y="7293"/>
                      <a:pt x="1029" y="7236"/>
                      <a:pt x="1040" y="7209"/>
                    </a:cubicBezTo>
                    <a:lnTo>
                      <a:pt x="1040" y="7209"/>
                    </a:lnTo>
                    <a:lnTo>
                      <a:pt x="1026" y="7219"/>
                    </a:lnTo>
                    <a:cubicBezTo>
                      <a:pt x="1042" y="7168"/>
                      <a:pt x="1056" y="7118"/>
                      <a:pt x="1059" y="7092"/>
                    </a:cubicBezTo>
                    <a:cubicBezTo>
                      <a:pt x="1064" y="7043"/>
                      <a:pt x="1106" y="6882"/>
                      <a:pt x="1139" y="6798"/>
                    </a:cubicBezTo>
                    <a:cubicBezTo>
                      <a:pt x="1173" y="6713"/>
                      <a:pt x="1186" y="6578"/>
                      <a:pt x="1183" y="6489"/>
                    </a:cubicBezTo>
                    <a:cubicBezTo>
                      <a:pt x="1179" y="6402"/>
                      <a:pt x="1179" y="6275"/>
                      <a:pt x="1186" y="6201"/>
                    </a:cubicBezTo>
                    <a:cubicBezTo>
                      <a:pt x="1193" y="6126"/>
                      <a:pt x="1231" y="5879"/>
                      <a:pt x="1249" y="5831"/>
                    </a:cubicBezTo>
                    <a:cubicBezTo>
                      <a:pt x="1263" y="5793"/>
                      <a:pt x="1279" y="5727"/>
                      <a:pt x="1295" y="5668"/>
                    </a:cubicBezTo>
                    <a:cubicBezTo>
                      <a:pt x="1311" y="5670"/>
                      <a:pt x="1320" y="5673"/>
                      <a:pt x="1327" y="5676"/>
                    </a:cubicBezTo>
                    <a:lnTo>
                      <a:pt x="1367" y="5654"/>
                    </a:lnTo>
                    <a:cubicBezTo>
                      <a:pt x="1374" y="5622"/>
                      <a:pt x="1389" y="5557"/>
                      <a:pt x="1380" y="5531"/>
                    </a:cubicBezTo>
                    <a:cubicBezTo>
                      <a:pt x="1370" y="5504"/>
                      <a:pt x="1425" y="5448"/>
                      <a:pt x="1457" y="5388"/>
                    </a:cubicBezTo>
                    <a:cubicBezTo>
                      <a:pt x="1488" y="5328"/>
                      <a:pt x="1508" y="5255"/>
                      <a:pt x="1491" y="5165"/>
                    </a:cubicBezTo>
                    <a:cubicBezTo>
                      <a:pt x="1474" y="5076"/>
                      <a:pt x="1499" y="4952"/>
                      <a:pt x="1502" y="4928"/>
                    </a:cubicBezTo>
                    <a:cubicBezTo>
                      <a:pt x="1505" y="4903"/>
                      <a:pt x="1505" y="4778"/>
                      <a:pt x="1528" y="4667"/>
                    </a:cubicBezTo>
                    <a:cubicBezTo>
                      <a:pt x="1552" y="4556"/>
                      <a:pt x="1537" y="4579"/>
                      <a:pt x="1520" y="4502"/>
                    </a:cubicBezTo>
                    <a:cubicBezTo>
                      <a:pt x="1502" y="4426"/>
                      <a:pt x="1537" y="4454"/>
                      <a:pt x="1520" y="4390"/>
                    </a:cubicBezTo>
                    <a:cubicBezTo>
                      <a:pt x="1501" y="4326"/>
                      <a:pt x="1528" y="4291"/>
                      <a:pt x="1509" y="4239"/>
                    </a:cubicBezTo>
                    <a:cubicBezTo>
                      <a:pt x="1508" y="4234"/>
                      <a:pt x="1507" y="4231"/>
                      <a:pt x="1505" y="4228"/>
                    </a:cubicBezTo>
                    <a:cubicBezTo>
                      <a:pt x="1504" y="4227"/>
                      <a:pt x="1504" y="4225"/>
                      <a:pt x="1504" y="4224"/>
                    </a:cubicBezTo>
                    <a:cubicBezTo>
                      <a:pt x="1485" y="4180"/>
                      <a:pt x="1466" y="4155"/>
                      <a:pt x="1458" y="4121"/>
                    </a:cubicBezTo>
                    <a:cubicBezTo>
                      <a:pt x="1450" y="4081"/>
                      <a:pt x="1461" y="4049"/>
                      <a:pt x="1467" y="4033"/>
                    </a:cubicBezTo>
                    <a:lnTo>
                      <a:pt x="1467" y="4033"/>
                    </a:lnTo>
                    <a:lnTo>
                      <a:pt x="1461" y="4035"/>
                    </a:lnTo>
                    <a:cubicBezTo>
                      <a:pt x="1464" y="4032"/>
                      <a:pt x="1468" y="4032"/>
                      <a:pt x="1471" y="4032"/>
                    </a:cubicBezTo>
                    <a:cubicBezTo>
                      <a:pt x="1474" y="4032"/>
                      <a:pt x="1477" y="4032"/>
                      <a:pt x="1480" y="4032"/>
                    </a:cubicBezTo>
                    <a:cubicBezTo>
                      <a:pt x="1493" y="4032"/>
                      <a:pt x="1506" y="4026"/>
                      <a:pt x="1512" y="3963"/>
                    </a:cubicBezTo>
                    <a:cubicBezTo>
                      <a:pt x="1523" y="3851"/>
                      <a:pt x="1440" y="3804"/>
                      <a:pt x="1444" y="3755"/>
                    </a:cubicBezTo>
                    <a:cubicBezTo>
                      <a:pt x="1450" y="3705"/>
                      <a:pt x="1470" y="3758"/>
                      <a:pt x="1479" y="3659"/>
                    </a:cubicBezTo>
                    <a:cubicBezTo>
                      <a:pt x="1489" y="3558"/>
                      <a:pt x="1461" y="3582"/>
                      <a:pt x="1495" y="3509"/>
                    </a:cubicBezTo>
                    <a:cubicBezTo>
                      <a:pt x="1527" y="3437"/>
                      <a:pt x="1473" y="3344"/>
                      <a:pt x="1493" y="3271"/>
                    </a:cubicBezTo>
                    <a:cubicBezTo>
                      <a:pt x="1512" y="3197"/>
                      <a:pt x="1515" y="3181"/>
                      <a:pt x="1515" y="3172"/>
                    </a:cubicBezTo>
                    <a:cubicBezTo>
                      <a:pt x="1514" y="3169"/>
                      <a:pt x="1511" y="3165"/>
                      <a:pt x="1509" y="3161"/>
                    </a:cubicBezTo>
                    <a:cubicBezTo>
                      <a:pt x="1521" y="3131"/>
                      <a:pt x="1537" y="3091"/>
                      <a:pt x="1552" y="3048"/>
                    </a:cubicBezTo>
                    <a:cubicBezTo>
                      <a:pt x="1578" y="2965"/>
                      <a:pt x="1623" y="2793"/>
                      <a:pt x="1646" y="2769"/>
                    </a:cubicBezTo>
                    <a:cubicBezTo>
                      <a:pt x="1668" y="2743"/>
                      <a:pt x="1750" y="2680"/>
                      <a:pt x="1757" y="2675"/>
                    </a:cubicBezTo>
                    <a:cubicBezTo>
                      <a:pt x="1764" y="2670"/>
                      <a:pt x="2040" y="2426"/>
                      <a:pt x="2102" y="2374"/>
                    </a:cubicBezTo>
                    <a:cubicBezTo>
                      <a:pt x="2164" y="2320"/>
                      <a:pt x="2298" y="2199"/>
                      <a:pt x="2325" y="2145"/>
                    </a:cubicBezTo>
                    <a:cubicBezTo>
                      <a:pt x="2353" y="2093"/>
                      <a:pt x="2414" y="2017"/>
                      <a:pt x="2410" y="1970"/>
                    </a:cubicBezTo>
                    <a:cubicBezTo>
                      <a:pt x="2405" y="1925"/>
                      <a:pt x="2381" y="1828"/>
                      <a:pt x="2373" y="1801"/>
                    </a:cubicBezTo>
                    <a:cubicBezTo>
                      <a:pt x="2367" y="1775"/>
                      <a:pt x="2316" y="1465"/>
                      <a:pt x="2296" y="1404"/>
                    </a:cubicBezTo>
                    <a:cubicBezTo>
                      <a:pt x="2274" y="1343"/>
                      <a:pt x="2254" y="1249"/>
                      <a:pt x="2220" y="1190"/>
                    </a:cubicBezTo>
                    <a:cubicBezTo>
                      <a:pt x="2188" y="1130"/>
                      <a:pt x="2177" y="1051"/>
                      <a:pt x="2174" y="1022"/>
                    </a:cubicBezTo>
                    <a:cubicBezTo>
                      <a:pt x="2171" y="992"/>
                      <a:pt x="2172" y="961"/>
                      <a:pt x="2180" y="945"/>
                    </a:cubicBezTo>
                    <a:cubicBezTo>
                      <a:pt x="2187" y="927"/>
                      <a:pt x="2212" y="900"/>
                      <a:pt x="2228" y="860"/>
                    </a:cubicBezTo>
                    <a:cubicBezTo>
                      <a:pt x="2241" y="830"/>
                      <a:pt x="2245" y="807"/>
                      <a:pt x="2247" y="799"/>
                    </a:cubicBezTo>
                    <a:cubicBezTo>
                      <a:pt x="2347" y="750"/>
                      <a:pt x="2375" y="664"/>
                      <a:pt x="2461" y="562"/>
                    </a:cubicBezTo>
                    <a:cubicBezTo>
                      <a:pt x="2461" y="560"/>
                      <a:pt x="2461" y="559"/>
                      <a:pt x="2461" y="557"/>
                    </a:cubicBezTo>
                    <a:cubicBezTo>
                      <a:pt x="2478" y="508"/>
                      <a:pt x="2484" y="455"/>
                      <a:pt x="2483" y="403"/>
                    </a:cubicBezTo>
                    <a:lnTo>
                      <a:pt x="2481" y="403"/>
                    </a:lnTo>
                    <a:lnTo>
                      <a:pt x="2478" y="358"/>
                    </a:lnTo>
                    <a:cubicBezTo>
                      <a:pt x="2477" y="355"/>
                      <a:pt x="2475" y="351"/>
                      <a:pt x="2475" y="348"/>
                    </a:cubicBezTo>
                    <a:cubicBezTo>
                      <a:pt x="2472" y="338"/>
                      <a:pt x="2471" y="327"/>
                      <a:pt x="2468" y="317"/>
                    </a:cubicBezTo>
                    <a:cubicBezTo>
                      <a:pt x="2443" y="220"/>
                      <a:pt x="2386" y="138"/>
                      <a:pt x="2311" y="83"/>
                    </a:cubicBezTo>
                    <a:lnTo>
                      <a:pt x="2308" y="80"/>
                    </a:lnTo>
                    <a:lnTo>
                      <a:pt x="2306" y="80"/>
                    </a:lnTo>
                    <a:cubicBezTo>
                      <a:pt x="2236" y="29"/>
                      <a:pt x="2150" y="0"/>
                      <a:pt x="206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9"/>
              <p:cNvSpPr/>
              <p:nvPr/>
            </p:nvSpPr>
            <p:spPr>
              <a:xfrm>
                <a:off x="6417613" y="3215550"/>
                <a:ext cx="50" cy="100"/>
              </a:xfrm>
              <a:custGeom>
                <a:rect b="b" l="l" r="r" t="t"/>
                <a:pathLst>
                  <a:path extrusionOk="0" h="4" w="2">
                    <a:moveTo>
                      <a:pt x="1" y="0"/>
                    </a:moveTo>
                    <a:cubicBezTo>
                      <a:pt x="1" y="0"/>
                      <a:pt x="1" y="2"/>
                      <a:pt x="1" y="4"/>
                    </a:cubicBezTo>
                    <a:lnTo>
                      <a:pt x="2" y="4"/>
                    </a:lnTo>
                    <a:cubicBezTo>
                      <a:pt x="1" y="1"/>
                      <a:pt x="1" y="0"/>
                      <a:pt x="1" y="0"/>
                    </a:cubicBezTo>
                    <a:close/>
                  </a:path>
                </a:pathLst>
              </a:custGeom>
              <a:solidFill>
                <a:srgbClr val="3A1C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3" name="Google Shape;493;p29"/>
            <p:cNvSpPr/>
            <p:nvPr/>
          </p:nvSpPr>
          <p:spPr>
            <a:xfrm>
              <a:off x="6499175" y="1333325"/>
              <a:ext cx="255300" cy="2553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30"/>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grpSp>
        <p:nvGrpSpPr>
          <p:cNvPr id="499" name="Google Shape;499;p30"/>
          <p:cNvGrpSpPr/>
          <p:nvPr/>
        </p:nvGrpSpPr>
        <p:grpSpPr>
          <a:xfrm>
            <a:off x="3176450" y="1451338"/>
            <a:ext cx="5247000" cy="1312500"/>
            <a:chOff x="3176450" y="1451338"/>
            <a:chExt cx="5247000" cy="1312500"/>
          </a:xfrm>
        </p:grpSpPr>
        <p:sp>
          <p:nvSpPr>
            <p:cNvPr id="500" name="Google Shape;500;p30"/>
            <p:cNvSpPr txBox="1"/>
            <p:nvPr/>
          </p:nvSpPr>
          <p:spPr>
            <a:xfrm>
              <a:off x="3176450" y="1863550"/>
              <a:ext cx="994200"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DO’S</a:t>
              </a:r>
              <a:endParaRPr sz="2000">
                <a:solidFill>
                  <a:schemeClr val="dk2"/>
                </a:solidFill>
                <a:latin typeface="Dosis SemiBold"/>
                <a:ea typeface="Dosis SemiBold"/>
                <a:cs typeface="Dosis SemiBold"/>
                <a:sym typeface="Dosis SemiBold"/>
              </a:endParaRPr>
            </a:p>
          </p:txBody>
        </p:sp>
        <p:sp>
          <p:nvSpPr>
            <p:cNvPr id="501" name="Google Shape;501;p30"/>
            <p:cNvSpPr txBox="1"/>
            <p:nvPr/>
          </p:nvSpPr>
          <p:spPr>
            <a:xfrm>
              <a:off x="4170650" y="1451338"/>
              <a:ext cx="4252800" cy="13125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15000"/>
                </a:lnSpc>
                <a:spcBef>
                  <a:spcPts val="0"/>
                </a:spcBef>
                <a:spcAft>
                  <a:spcPts val="0"/>
                </a:spcAft>
                <a:buClr>
                  <a:schemeClr val="lt1"/>
                </a:buClr>
                <a:buSzPts val="1600"/>
                <a:buFont typeface="Dosis"/>
                <a:buChar char="●"/>
              </a:pPr>
              <a:r>
                <a:rPr lang="en" sz="1600">
                  <a:solidFill>
                    <a:schemeClr val="lt1"/>
                  </a:solidFill>
                  <a:latin typeface="Dosis"/>
                  <a:ea typeface="Dosis"/>
                  <a:cs typeface="Dosis"/>
                  <a:sym typeface="Dosis"/>
                </a:rPr>
                <a:t>Jupiter is</a:t>
              </a:r>
              <a:r>
                <a:rPr lang="en" sz="1600">
                  <a:solidFill>
                    <a:schemeClr val="lt1"/>
                  </a:solidFill>
                  <a:latin typeface="Dosis"/>
                  <a:ea typeface="Dosis"/>
                  <a:cs typeface="Dosis"/>
                  <a:sym typeface="Dosis"/>
                </a:rPr>
                <a:t> gas giant and the biggest planet</a:t>
              </a:r>
              <a:endParaRPr sz="1600">
                <a:solidFill>
                  <a:schemeClr val="lt1"/>
                </a:solidFill>
                <a:latin typeface="Dosis"/>
                <a:ea typeface="Dosis"/>
                <a:cs typeface="Dosis"/>
                <a:sym typeface="Dosis"/>
              </a:endParaRPr>
            </a:p>
            <a:p>
              <a:pPr indent="-330200" lvl="0" marL="457200" marR="0" rtl="0" algn="l">
                <a:lnSpc>
                  <a:spcPct val="115000"/>
                </a:lnSpc>
                <a:spcBef>
                  <a:spcPts val="0"/>
                </a:spcBef>
                <a:spcAft>
                  <a:spcPts val="0"/>
                </a:spcAft>
                <a:buClr>
                  <a:schemeClr val="lt1"/>
                </a:buClr>
                <a:buSzPts val="1600"/>
                <a:buFont typeface="Dosis"/>
                <a:buChar char="●"/>
              </a:pPr>
              <a:r>
                <a:rPr lang="en" sz="1600">
                  <a:solidFill>
                    <a:schemeClr val="lt1"/>
                  </a:solidFill>
                  <a:latin typeface="Dosis"/>
                  <a:ea typeface="Dosis"/>
                  <a:cs typeface="Dosis"/>
                  <a:sym typeface="Dosis"/>
                </a:rPr>
                <a:t>Mercury is the closest planet to the Sun</a:t>
              </a:r>
              <a:endParaRPr sz="1600">
                <a:solidFill>
                  <a:schemeClr val="lt1"/>
                </a:solidFill>
                <a:latin typeface="Dosis"/>
                <a:ea typeface="Dosis"/>
                <a:cs typeface="Dosis"/>
                <a:sym typeface="Dosis"/>
              </a:endParaRPr>
            </a:p>
            <a:p>
              <a:pPr indent="-330200" lvl="0" marL="457200" marR="0" rtl="0" algn="l">
                <a:lnSpc>
                  <a:spcPct val="115000"/>
                </a:lnSpc>
                <a:spcBef>
                  <a:spcPts val="0"/>
                </a:spcBef>
                <a:spcAft>
                  <a:spcPts val="0"/>
                </a:spcAft>
                <a:buClr>
                  <a:schemeClr val="lt1"/>
                </a:buClr>
                <a:buSzPts val="1600"/>
                <a:buFont typeface="Dosis"/>
                <a:buChar char="●"/>
              </a:pPr>
              <a:r>
                <a:rPr lang="en" sz="1600">
                  <a:solidFill>
                    <a:schemeClr val="lt1"/>
                  </a:solidFill>
                  <a:latin typeface="Dosis"/>
                  <a:ea typeface="Dosis"/>
                  <a:cs typeface="Dosis"/>
                  <a:sym typeface="Dosis"/>
                </a:rPr>
                <a:t>Venus has a beautiful name but is very hot</a:t>
              </a:r>
              <a:endParaRPr sz="1600">
                <a:solidFill>
                  <a:schemeClr val="lt1"/>
                </a:solidFill>
                <a:latin typeface="Dosis"/>
                <a:ea typeface="Dosis"/>
                <a:cs typeface="Dosis"/>
                <a:sym typeface="Dosis"/>
              </a:endParaRPr>
            </a:p>
            <a:p>
              <a:pPr indent="-330200" lvl="0" marL="457200" marR="0" rtl="0" algn="l">
                <a:lnSpc>
                  <a:spcPct val="115000"/>
                </a:lnSpc>
                <a:spcBef>
                  <a:spcPts val="0"/>
                </a:spcBef>
                <a:spcAft>
                  <a:spcPts val="0"/>
                </a:spcAft>
                <a:buClr>
                  <a:schemeClr val="lt1"/>
                </a:buClr>
                <a:buSzPts val="1600"/>
                <a:buFont typeface="Dosis"/>
                <a:buChar char="●"/>
              </a:pPr>
              <a:r>
                <a:rPr lang="en" sz="1600">
                  <a:solidFill>
                    <a:schemeClr val="lt1"/>
                  </a:solidFill>
                  <a:latin typeface="Dosis"/>
                  <a:ea typeface="Dosis"/>
                  <a:cs typeface="Dosis"/>
                  <a:sym typeface="Dosis"/>
                </a:rPr>
                <a:t>Earth is the third planet from the Sun</a:t>
              </a:r>
              <a:endParaRPr sz="1600">
                <a:solidFill>
                  <a:schemeClr val="lt1"/>
                </a:solidFill>
                <a:latin typeface="Dosis"/>
                <a:ea typeface="Dosis"/>
                <a:cs typeface="Dosis"/>
                <a:sym typeface="Dosis"/>
              </a:endParaRPr>
            </a:p>
          </p:txBody>
        </p:sp>
      </p:grpSp>
      <p:grpSp>
        <p:nvGrpSpPr>
          <p:cNvPr id="502" name="Google Shape;502;p30"/>
          <p:cNvGrpSpPr/>
          <p:nvPr/>
        </p:nvGrpSpPr>
        <p:grpSpPr>
          <a:xfrm>
            <a:off x="1657225" y="3197500"/>
            <a:ext cx="5246925" cy="1312500"/>
            <a:chOff x="1657225" y="3197500"/>
            <a:chExt cx="5246925" cy="1312500"/>
          </a:xfrm>
        </p:grpSpPr>
        <p:sp>
          <p:nvSpPr>
            <p:cNvPr id="503" name="Google Shape;503;p30"/>
            <p:cNvSpPr txBox="1"/>
            <p:nvPr/>
          </p:nvSpPr>
          <p:spPr>
            <a:xfrm>
              <a:off x="1657225" y="3609700"/>
              <a:ext cx="994200"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DON’TS</a:t>
              </a:r>
              <a:endParaRPr sz="2000">
                <a:solidFill>
                  <a:schemeClr val="dk2"/>
                </a:solidFill>
                <a:latin typeface="Dosis SemiBold"/>
                <a:ea typeface="Dosis SemiBold"/>
                <a:cs typeface="Dosis SemiBold"/>
                <a:sym typeface="Dosis SemiBold"/>
              </a:endParaRPr>
            </a:p>
          </p:txBody>
        </p:sp>
        <p:sp>
          <p:nvSpPr>
            <p:cNvPr id="504" name="Google Shape;504;p30"/>
            <p:cNvSpPr txBox="1"/>
            <p:nvPr/>
          </p:nvSpPr>
          <p:spPr>
            <a:xfrm>
              <a:off x="2651350" y="3197500"/>
              <a:ext cx="4252800" cy="13125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15000"/>
                </a:lnSpc>
                <a:spcBef>
                  <a:spcPts val="0"/>
                </a:spcBef>
                <a:spcAft>
                  <a:spcPts val="0"/>
                </a:spcAft>
                <a:buClr>
                  <a:schemeClr val="lt1"/>
                </a:buClr>
                <a:buSzPts val="1600"/>
                <a:buFont typeface="Dosis"/>
                <a:buChar char="●"/>
              </a:pPr>
              <a:r>
                <a:rPr lang="en" sz="1600">
                  <a:solidFill>
                    <a:schemeClr val="lt1"/>
                  </a:solidFill>
                  <a:latin typeface="Dosis"/>
                  <a:ea typeface="Dosis"/>
                  <a:cs typeface="Dosis"/>
                  <a:sym typeface="Dosis"/>
                </a:rPr>
                <a:t>Neptune is the farthest planet from the Sun</a:t>
              </a:r>
              <a:endParaRPr sz="1600">
                <a:solidFill>
                  <a:schemeClr val="lt1"/>
                </a:solidFill>
                <a:latin typeface="Dosis"/>
                <a:ea typeface="Dosis"/>
                <a:cs typeface="Dosis"/>
                <a:sym typeface="Dosis"/>
              </a:endParaRPr>
            </a:p>
            <a:p>
              <a:pPr indent="-330200" lvl="0" marL="457200" marR="0" rtl="0" algn="l">
                <a:lnSpc>
                  <a:spcPct val="115000"/>
                </a:lnSpc>
                <a:spcBef>
                  <a:spcPts val="0"/>
                </a:spcBef>
                <a:spcAft>
                  <a:spcPts val="0"/>
                </a:spcAft>
                <a:buClr>
                  <a:schemeClr val="lt1"/>
                </a:buClr>
                <a:buSzPts val="1600"/>
                <a:buFont typeface="Dosis"/>
                <a:buChar char="●"/>
              </a:pPr>
              <a:r>
                <a:rPr lang="en" sz="1600">
                  <a:solidFill>
                    <a:schemeClr val="lt1"/>
                  </a:solidFill>
                  <a:latin typeface="Dosis"/>
                  <a:ea typeface="Dosis"/>
                  <a:cs typeface="Dosis"/>
                  <a:sym typeface="Dosis"/>
                </a:rPr>
                <a:t>Despite being red, Mars is a cold place</a:t>
              </a:r>
              <a:endParaRPr sz="1600">
                <a:solidFill>
                  <a:schemeClr val="lt1"/>
                </a:solidFill>
                <a:latin typeface="Dosis"/>
                <a:ea typeface="Dosis"/>
                <a:cs typeface="Dosis"/>
                <a:sym typeface="Dosis"/>
              </a:endParaRPr>
            </a:p>
            <a:p>
              <a:pPr indent="-330200" lvl="0" marL="457200" marR="0" rtl="0" algn="l">
                <a:lnSpc>
                  <a:spcPct val="115000"/>
                </a:lnSpc>
                <a:spcBef>
                  <a:spcPts val="0"/>
                </a:spcBef>
                <a:spcAft>
                  <a:spcPts val="0"/>
                </a:spcAft>
                <a:buClr>
                  <a:schemeClr val="lt1"/>
                </a:buClr>
                <a:buSzPts val="1600"/>
                <a:buFont typeface="Dosis"/>
                <a:buChar char="●"/>
              </a:pPr>
              <a:r>
                <a:rPr lang="en" sz="1600">
                  <a:solidFill>
                    <a:schemeClr val="lt1"/>
                  </a:solidFill>
                  <a:latin typeface="Dosis"/>
                  <a:ea typeface="Dosis"/>
                  <a:cs typeface="Dosis"/>
                  <a:sym typeface="Dosis"/>
                </a:rPr>
                <a:t>Saturn is a gas giant and has several rings</a:t>
              </a:r>
              <a:endParaRPr sz="1600">
                <a:solidFill>
                  <a:schemeClr val="lt1"/>
                </a:solidFill>
                <a:latin typeface="Dosis"/>
                <a:ea typeface="Dosis"/>
                <a:cs typeface="Dosis"/>
                <a:sym typeface="Dosis"/>
              </a:endParaRPr>
            </a:p>
            <a:p>
              <a:pPr indent="-330200" lvl="0" marL="457200" marR="0" rtl="0" algn="l">
                <a:lnSpc>
                  <a:spcPct val="115000"/>
                </a:lnSpc>
                <a:spcBef>
                  <a:spcPts val="0"/>
                </a:spcBef>
                <a:spcAft>
                  <a:spcPts val="0"/>
                </a:spcAft>
                <a:buClr>
                  <a:schemeClr val="lt1"/>
                </a:buClr>
                <a:buSzPts val="1600"/>
                <a:buFont typeface="Dosis"/>
                <a:buChar char="●"/>
              </a:pPr>
              <a:r>
                <a:rPr lang="en" sz="1600">
                  <a:solidFill>
                    <a:schemeClr val="lt1"/>
                  </a:solidFill>
                  <a:latin typeface="Dosis"/>
                  <a:ea typeface="Dosis"/>
                  <a:cs typeface="Dosis"/>
                  <a:sym typeface="Dosis"/>
                </a:rPr>
                <a:t>Ceres is located in the main asteroid belt</a:t>
              </a:r>
              <a:endParaRPr sz="1600">
                <a:solidFill>
                  <a:schemeClr val="lt1"/>
                </a:solidFill>
                <a:latin typeface="Dosis"/>
                <a:ea typeface="Dosis"/>
                <a:cs typeface="Dosis"/>
                <a:sym typeface="Dosis"/>
              </a:endParaRPr>
            </a:p>
          </p:txBody>
        </p:sp>
      </p:grpSp>
      <p:sp>
        <p:nvSpPr>
          <p:cNvPr id="505" name="Google Shape;505;p30"/>
          <p:cNvSpPr/>
          <p:nvPr/>
        </p:nvSpPr>
        <p:spPr>
          <a:xfrm>
            <a:off x="2232450" y="1910913"/>
            <a:ext cx="943995"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0"/>
          <p:cNvSpPr/>
          <p:nvPr/>
        </p:nvSpPr>
        <p:spPr>
          <a:xfrm>
            <a:off x="713225" y="3657050"/>
            <a:ext cx="943995"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7" name="Google Shape;507;p30"/>
          <p:cNvGrpSpPr/>
          <p:nvPr/>
        </p:nvGrpSpPr>
        <p:grpSpPr>
          <a:xfrm>
            <a:off x="2534833" y="1937967"/>
            <a:ext cx="339253" cy="339253"/>
            <a:chOff x="1492675" y="4992125"/>
            <a:chExt cx="481825" cy="481825"/>
          </a:xfrm>
        </p:grpSpPr>
        <p:sp>
          <p:nvSpPr>
            <p:cNvPr id="508" name="Google Shape;508;p30"/>
            <p:cNvSpPr/>
            <p:nvPr/>
          </p:nvSpPr>
          <p:spPr>
            <a:xfrm>
              <a:off x="1492675" y="4992125"/>
              <a:ext cx="481825" cy="481825"/>
            </a:xfrm>
            <a:custGeom>
              <a:rect b="b" l="l" r="r" t="t"/>
              <a:pathLst>
                <a:path extrusionOk="0" h="19273" w="19273">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9" name="Google Shape;509;p30"/>
            <p:cNvSpPr/>
            <p:nvPr/>
          </p:nvSpPr>
          <p:spPr>
            <a:xfrm>
              <a:off x="1639625" y="5170175"/>
              <a:ext cx="190100" cy="125750"/>
            </a:xfrm>
            <a:custGeom>
              <a:rect b="b" l="l" r="r" t="t"/>
              <a:pathLst>
                <a:path extrusionOk="0" h="5030" w="7604">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10" name="Google Shape;510;p30"/>
          <p:cNvGrpSpPr/>
          <p:nvPr/>
        </p:nvGrpSpPr>
        <p:grpSpPr>
          <a:xfrm>
            <a:off x="1015600" y="3684117"/>
            <a:ext cx="339253" cy="339253"/>
            <a:chOff x="2085525" y="4992125"/>
            <a:chExt cx="481825" cy="481825"/>
          </a:xfrm>
        </p:grpSpPr>
        <p:sp>
          <p:nvSpPr>
            <p:cNvPr id="511" name="Google Shape;511;p30"/>
            <p:cNvSpPr/>
            <p:nvPr/>
          </p:nvSpPr>
          <p:spPr>
            <a:xfrm>
              <a:off x="2244150" y="5152125"/>
              <a:ext cx="164500" cy="161825"/>
            </a:xfrm>
            <a:custGeom>
              <a:rect b="b" l="l" r="r" t="t"/>
              <a:pathLst>
                <a:path extrusionOk="0" h="6473" w="658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12" name="Google Shape;512;p30"/>
            <p:cNvSpPr/>
            <p:nvPr/>
          </p:nvSpPr>
          <p:spPr>
            <a:xfrm>
              <a:off x="2085525" y="4992125"/>
              <a:ext cx="481825" cy="481825"/>
            </a:xfrm>
            <a:custGeom>
              <a:rect b="b" l="l" r="r" t="t"/>
              <a:pathLst>
                <a:path extrusionOk="0" h="19273" w="19273">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13" name="Google Shape;513;p30"/>
          <p:cNvGrpSpPr/>
          <p:nvPr/>
        </p:nvGrpSpPr>
        <p:grpSpPr>
          <a:xfrm>
            <a:off x="6908950" y="3371222"/>
            <a:ext cx="840101" cy="965037"/>
            <a:chOff x="2400850" y="1636847"/>
            <a:chExt cx="491920" cy="565076"/>
          </a:xfrm>
        </p:grpSpPr>
        <p:sp>
          <p:nvSpPr>
            <p:cNvPr id="514" name="Google Shape;514;p30"/>
            <p:cNvSpPr/>
            <p:nvPr/>
          </p:nvSpPr>
          <p:spPr>
            <a:xfrm>
              <a:off x="2400850" y="1636847"/>
              <a:ext cx="491920" cy="565076"/>
            </a:xfrm>
            <a:custGeom>
              <a:rect b="b" l="l" r="r" t="t"/>
              <a:pathLst>
                <a:path extrusionOk="0" h="7423" w="6462">
                  <a:moveTo>
                    <a:pt x="3257" y="4128"/>
                  </a:moveTo>
                  <a:cubicBezTo>
                    <a:pt x="3257" y="4128"/>
                    <a:pt x="3428" y="4361"/>
                    <a:pt x="3463" y="4385"/>
                  </a:cubicBezTo>
                  <a:cubicBezTo>
                    <a:pt x="3498" y="4410"/>
                    <a:pt x="3498" y="4438"/>
                    <a:pt x="3498" y="4438"/>
                  </a:cubicBezTo>
                  <a:cubicBezTo>
                    <a:pt x="3498" y="4438"/>
                    <a:pt x="3487" y="4442"/>
                    <a:pt x="3474" y="4442"/>
                  </a:cubicBezTo>
                  <a:cubicBezTo>
                    <a:pt x="3467" y="4442"/>
                    <a:pt x="3460" y="4441"/>
                    <a:pt x="3454" y="4438"/>
                  </a:cubicBezTo>
                  <a:cubicBezTo>
                    <a:pt x="3433" y="4429"/>
                    <a:pt x="3410" y="4388"/>
                    <a:pt x="3391" y="4385"/>
                  </a:cubicBezTo>
                  <a:cubicBezTo>
                    <a:pt x="3372" y="4383"/>
                    <a:pt x="3348" y="4377"/>
                    <a:pt x="3345" y="4358"/>
                  </a:cubicBezTo>
                  <a:cubicBezTo>
                    <a:pt x="3342" y="4339"/>
                    <a:pt x="3342" y="4311"/>
                    <a:pt x="3313" y="4289"/>
                  </a:cubicBezTo>
                  <a:cubicBezTo>
                    <a:pt x="3285" y="4267"/>
                    <a:pt x="3230" y="4174"/>
                    <a:pt x="3230" y="4174"/>
                  </a:cubicBezTo>
                  <a:lnTo>
                    <a:pt x="3257" y="4128"/>
                  </a:lnTo>
                  <a:close/>
                  <a:moveTo>
                    <a:pt x="3713" y="1"/>
                  </a:moveTo>
                  <a:cubicBezTo>
                    <a:pt x="3697" y="1"/>
                    <a:pt x="3680" y="2"/>
                    <a:pt x="3662" y="4"/>
                  </a:cubicBezTo>
                  <a:cubicBezTo>
                    <a:pt x="3348" y="42"/>
                    <a:pt x="3243" y="200"/>
                    <a:pt x="3212" y="329"/>
                  </a:cubicBezTo>
                  <a:cubicBezTo>
                    <a:pt x="3180" y="455"/>
                    <a:pt x="3246" y="707"/>
                    <a:pt x="3246" y="707"/>
                  </a:cubicBezTo>
                  <a:cubicBezTo>
                    <a:pt x="3246" y="707"/>
                    <a:pt x="3248" y="712"/>
                    <a:pt x="3243" y="712"/>
                  </a:cubicBezTo>
                  <a:cubicBezTo>
                    <a:pt x="3240" y="712"/>
                    <a:pt x="3235" y="711"/>
                    <a:pt x="3227" y="707"/>
                  </a:cubicBezTo>
                  <a:cubicBezTo>
                    <a:pt x="3220" y="705"/>
                    <a:pt x="3213" y="704"/>
                    <a:pt x="3206" y="704"/>
                  </a:cubicBezTo>
                  <a:cubicBezTo>
                    <a:pt x="3186" y="704"/>
                    <a:pt x="3165" y="714"/>
                    <a:pt x="3155" y="742"/>
                  </a:cubicBezTo>
                  <a:cubicBezTo>
                    <a:pt x="3142" y="779"/>
                    <a:pt x="3161" y="860"/>
                    <a:pt x="3183" y="875"/>
                  </a:cubicBezTo>
                  <a:cubicBezTo>
                    <a:pt x="3205" y="891"/>
                    <a:pt x="3224" y="964"/>
                    <a:pt x="3264" y="983"/>
                  </a:cubicBezTo>
                  <a:cubicBezTo>
                    <a:pt x="3274" y="987"/>
                    <a:pt x="3282" y="989"/>
                    <a:pt x="3289" y="989"/>
                  </a:cubicBezTo>
                  <a:cubicBezTo>
                    <a:pt x="3305" y="989"/>
                    <a:pt x="3313" y="980"/>
                    <a:pt x="3321" y="980"/>
                  </a:cubicBezTo>
                  <a:cubicBezTo>
                    <a:pt x="3323" y="980"/>
                    <a:pt x="3325" y="981"/>
                    <a:pt x="3327" y="983"/>
                  </a:cubicBezTo>
                  <a:cubicBezTo>
                    <a:pt x="3339" y="990"/>
                    <a:pt x="3342" y="1019"/>
                    <a:pt x="3317" y="1019"/>
                  </a:cubicBezTo>
                  <a:cubicBezTo>
                    <a:pt x="3292" y="1019"/>
                    <a:pt x="3031" y="1104"/>
                    <a:pt x="2963" y="1122"/>
                  </a:cubicBezTo>
                  <a:cubicBezTo>
                    <a:pt x="2893" y="1140"/>
                    <a:pt x="2776" y="1265"/>
                    <a:pt x="2701" y="1323"/>
                  </a:cubicBezTo>
                  <a:cubicBezTo>
                    <a:pt x="2626" y="1383"/>
                    <a:pt x="2262" y="1744"/>
                    <a:pt x="2262" y="1788"/>
                  </a:cubicBezTo>
                  <a:cubicBezTo>
                    <a:pt x="2262" y="1830"/>
                    <a:pt x="2374" y="2084"/>
                    <a:pt x="2393" y="2104"/>
                  </a:cubicBezTo>
                  <a:cubicBezTo>
                    <a:pt x="2412" y="2128"/>
                    <a:pt x="2399" y="2183"/>
                    <a:pt x="2393" y="2273"/>
                  </a:cubicBezTo>
                  <a:cubicBezTo>
                    <a:pt x="2386" y="2364"/>
                    <a:pt x="2290" y="2476"/>
                    <a:pt x="2268" y="2531"/>
                  </a:cubicBezTo>
                  <a:cubicBezTo>
                    <a:pt x="2246" y="2588"/>
                    <a:pt x="2265" y="2771"/>
                    <a:pt x="2219" y="2780"/>
                  </a:cubicBezTo>
                  <a:cubicBezTo>
                    <a:pt x="2172" y="2789"/>
                    <a:pt x="2085" y="2939"/>
                    <a:pt x="2073" y="2983"/>
                  </a:cubicBezTo>
                  <a:cubicBezTo>
                    <a:pt x="2060" y="3026"/>
                    <a:pt x="2010" y="3114"/>
                    <a:pt x="1951" y="3147"/>
                  </a:cubicBezTo>
                  <a:cubicBezTo>
                    <a:pt x="1892" y="3182"/>
                    <a:pt x="1863" y="3358"/>
                    <a:pt x="1830" y="3396"/>
                  </a:cubicBezTo>
                  <a:cubicBezTo>
                    <a:pt x="1795" y="3434"/>
                    <a:pt x="1830" y="3558"/>
                    <a:pt x="1798" y="3577"/>
                  </a:cubicBezTo>
                  <a:cubicBezTo>
                    <a:pt x="1767" y="3596"/>
                    <a:pt x="1680" y="3727"/>
                    <a:pt x="1677" y="3775"/>
                  </a:cubicBezTo>
                  <a:cubicBezTo>
                    <a:pt x="1674" y="3826"/>
                    <a:pt x="1639" y="3883"/>
                    <a:pt x="1589" y="3932"/>
                  </a:cubicBezTo>
                  <a:cubicBezTo>
                    <a:pt x="1541" y="3982"/>
                    <a:pt x="1484" y="4147"/>
                    <a:pt x="1463" y="4193"/>
                  </a:cubicBezTo>
                  <a:cubicBezTo>
                    <a:pt x="1441" y="4240"/>
                    <a:pt x="1317" y="4429"/>
                    <a:pt x="1294" y="4452"/>
                  </a:cubicBezTo>
                  <a:cubicBezTo>
                    <a:pt x="1273" y="4473"/>
                    <a:pt x="1279" y="4538"/>
                    <a:pt x="1279" y="4538"/>
                  </a:cubicBezTo>
                  <a:cubicBezTo>
                    <a:pt x="1279" y="4538"/>
                    <a:pt x="1247" y="4579"/>
                    <a:pt x="1195" y="4623"/>
                  </a:cubicBezTo>
                  <a:cubicBezTo>
                    <a:pt x="1142" y="4667"/>
                    <a:pt x="1068" y="4798"/>
                    <a:pt x="1055" y="4818"/>
                  </a:cubicBezTo>
                  <a:cubicBezTo>
                    <a:pt x="1042" y="4841"/>
                    <a:pt x="934" y="4955"/>
                    <a:pt x="893" y="5053"/>
                  </a:cubicBezTo>
                  <a:cubicBezTo>
                    <a:pt x="852" y="5149"/>
                    <a:pt x="743" y="5373"/>
                    <a:pt x="724" y="5423"/>
                  </a:cubicBezTo>
                  <a:cubicBezTo>
                    <a:pt x="707" y="5472"/>
                    <a:pt x="693" y="5478"/>
                    <a:pt x="683" y="5478"/>
                  </a:cubicBezTo>
                  <a:cubicBezTo>
                    <a:pt x="677" y="5478"/>
                    <a:pt x="663" y="5475"/>
                    <a:pt x="642" y="5475"/>
                  </a:cubicBezTo>
                  <a:cubicBezTo>
                    <a:pt x="632" y="5475"/>
                    <a:pt x="620" y="5476"/>
                    <a:pt x="606" y="5478"/>
                  </a:cubicBezTo>
                  <a:cubicBezTo>
                    <a:pt x="567" y="5484"/>
                    <a:pt x="510" y="5587"/>
                    <a:pt x="495" y="5624"/>
                  </a:cubicBezTo>
                  <a:cubicBezTo>
                    <a:pt x="478" y="5662"/>
                    <a:pt x="438" y="5694"/>
                    <a:pt x="428" y="5724"/>
                  </a:cubicBezTo>
                  <a:cubicBezTo>
                    <a:pt x="420" y="5755"/>
                    <a:pt x="318" y="5836"/>
                    <a:pt x="293" y="5871"/>
                  </a:cubicBezTo>
                  <a:cubicBezTo>
                    <a:pt x="267" y="5905"/>
                    <a:pt x="227" y="6023"/>
                    <a:pt x="186" y="6029"/>
                  </a:cubicBezTo>
                  <a:cubicBezTo>
                    <a:pt x="146" y="6034"/>
                    <a:pt x="118" y="6097"/>
                    <a:pt x="58" y="6209"/>
                  </a:cubicBezTo>
                  <a:cubicBezTo>
                    <a:pt x="0" y="6321"/>
                    <a:pt x="31" y="6431"/>
                    <a:pt x="58" y="6471"/>
                  </a:cubicBezTo>
                  <a:cubicBezTo>
                    <a:pt x="69" y="6486"/>
                    <a:pt x="116" y="6493"/>
                    <a:pt x="178" y="6493"/>
                  </a:cubicBezTo>
                  <a:cubicBezTo>
                    <a:pt x="288" y="6493"/>
                    <a:pt x="446" y="6471"/>
                    <a:pt x="532" y="6428"/>
                  </a:cubicBezTo>
                  <a:cubicBezTo>
                    <a:pt x="666" y="6359"/>
                    <a:pt x="709" y="6206"/>
                    <a:pt x="709" y="6182"/>
                  </a:cubicBezTo>
                  <a:cubicBezTo>
                    <a:pt x="709" y="6157"/>
                    <a:pt x="862" y="6066"/>
                    <a:pt x="896" y="6026"/>
                  </a:cubicBezTo>
                  <a:cubicBezTo>
                    <a:pt x="929" y="5986"/>
                    <a:pt x="912" y="5948"/>
                    <a:pt x="921" y="5924"/>
                  </a:cubicBezTo>
                  <a:cubicBezTo>
                    <a:pt x="929" y="5899"/>
                    <a:pt x="961" y="5790"/>
                    <a:pt x="964" y="5724"/>
                  </a:cubicBezTo>
                  <a:cubicBezTo>
                    <a:pt x="967" y="5659"/>
                    <a:pt x="942" y="5603"/>
                    <a:pt x="942" y="5587"/>
                  </a:cubicBezTo>
                  <a:cubicBezTo>
                    <a:pt x="942" y="5573"/>
                    <a:pt x="1074" y="5439"/>
                    <a:pt x="1157" y="5360"/>
                  </a:cubicBezTo>
                  <a:cubicBezTo>
                    <a:pt x="1241" y="5283"/>
                    <a:pt x="1272" y="5245"/>
                    <a:pt x="1288" y="5227"/>
                  </a:cubicBezTo>
                  <a:cubicBezTo>
                    <a:pt x="1304" y="5208"/>
                    <a:pt x="1381" y="5174"/>
                    <a:pt x="1438" y="5139"/>
                  </a:cubicBezTo>
                  <a:cubicBezTo>
                    <a:pt x="1493" y="5105"/>
                    <a:pt x="1578" y="4987"/>
                    <a:pt x="1617" y="4919"/>
                  </a:cubicBezTo>
                  <a:cubicBezTo>
                    <a:pt x="1658" y="4850"/>
                    <a:pt x="1687" y="4801"/>
                    <a:pt x="1706" y="4774"/>
                  </a:cubicBezTo>
                  <a:cubicBezTo>
                    <a:pt x="1720" y="4754"/>
                    <a:pt x="1752" y="4709"/>
                    <a:pt x="1774" y="4709"/>
                  </a:cubicBezTo>
                  <a:cubicBezTo>
                    <a:pt x="1778" y="4709"/>
                    <a:pt x="1783" y="4711"/>
                    <a:pt x="1786" y="4716"/>
                  </a:cubicBezTo>
                  <a:cubicBezTo>
                    <a:pt x="1805" y="4744"/>
                    <a:pt x="2003" y="4774"/>
                    <a:pt x="2093" y="4804"/>
                  </a:cubicBezTo>
                  <a:cubicBezTo>
                    <a:pt x="2184" y="4831"/>
                    <a:pt x="2523" y="4933"/>
                    <a:pt x="2580" y="4968"/>
                  </a:cubicBezTo>
                  <a:cubicBezTo>
                    <a:pt x="2585" y="4971"/>
                    <a:pt x="2590" y="4973"/>
                    <a:pt x="2595" y="4973"/>
                  </a:cubicBezTo>
                  <a:cubicBezTo>
                    <a:pt x="2651" y="4973"/>
                    <a:pt x="2733" y="4821"/>
                    <a:pt x="2775" y="4774"/>
                  </a:cubicBezTo>
                  <a:cubicBezTo>
                    <a:pt x="2822" y="4725"/>
                    <a:pt x="2966" y="4518"/>
                    <a:pt x="2996" y="4518"/>
                  </a:cubicBezTo>
                  <a:cubicBezTo>
                    <a:pt x="3027" y="4518"/>
                    <a:pt x="3024" y="4535"/>
                    <a:pt x="3043" y="4573"/>
                  </a:cubicBezTo>
                  <a:cubicBezTo>
                    <a:pt x="3062" y="4610"/>
                    <a:pt x="3096" y="4760"/>
                    <a:pt x="3096" y="4792"/>
                  </a:cubicBezTo>
                  <a:cubicBezTo>
                    <a:pt x="3096" y="4822"/>
                    <a:pt x="3152" y="4847"/>
                    <a:pt x="3171" y="4850"/>
                  </a:cubicBezTo>
                  <a:cubicBezTo>
                    <a:pt x="3189" y="4853"/>
                    <a:pt x="3243" y="4878"/>
                    <a:pt x="3273" y="4924"/>
                  </a:cubicBezTo>
                  <a:cubicBezTo>
                    <a:pt x="3304" y="4971"/>
                    <a:pt x="3372" y="4980"/>
                    <a:pt x="3410" y="4993"/>
                  </a:cubicBezTo>
                  <a:cubicBezTo>
                    <a:pt x="3416" y="4995"/>
                    <a:pt x="3422" y="4996"/>
                    <a:pt x="3428" y="4996"/>
                  </a:cubicBezTo>
                  <a:cubicBezTo>
                    <a:pt x="3458" y="4996"/>
                    <a:pt x="3487" y="4971"/>
                    <a:pt x="3487" y="4971"/>
                  </a:cubicBezTo>
                  <a:cubicBezTo>
                    <a:pt x="3487" y="4971"/>
                    <a:pt x="3547" y="4993"/>
                    <a:pt x="3584" y="5018"/>
                  </a:cubicBezTo>
                  <a:cubicBezTo>
                    <a:pt x="3601" y="5029"/>
                    <a:pt x="3615" y="5032"/>
                    <a:pt x="3625" y="5032"/>
                  </a:cubicBezTo>
                  <a:cubicBezTo>
                    <a:pt x="3637" y="5032"/>
                    <a:pt x="3643" y="5028"/>
                    <a:pt x="3643" y="5028"/>
                  </a:cubicBezTo>
                  <a:cubicBezTo>
                    <a:pt x="3643" y="5028"/>
                    <a:pt x="3684" y="5089"/>
                    <a:pt x="3709" y="5118"/>
                  </a:cubicBezTo>
                  <a:cubicBezTo>
                    <a:pt x="3716" y="5127"/>
                    <a:pt x="3724" y="5130"/>
                    <a:pt x="3731" y="5130"/>
                  </a:cubicBezTo>
                  <a:cubicBezTo>
                    <a:pt x="3746" y="5130"/>
                    <a:pt x="3758" y="5112"/>
                    <a:pt x="3758" y="5095"/>
                  </a:cubicBezTo>
                  <a:cubicBezTo>
                    <a:pt x="3758" y="5070"/>
                    <a:pt x="3681" y="4943"/>
                    <a:pt x="3652" y="4908"/>
                  </a:cubicBezTo>
                  <a:cubicBezTo>
                    <a:pt x="3626" y="4875"/>
                    <a:pt x="3581" y="4785"/>
                    <a:pt x="3553" y="4754"/>
                  </a:cubicBezTo>
                  <a:cubicBezTo>
                    <a:pt x="3525" y="4722"/>
                    <a:pt x="3512" y="4683"/>
                    <a:pt x="3498" y="4667"/>
                  </a:cubicBezTo>
                  <a:cubicBezTo>
                    <a:pt x="3485" y="4654"/>
                    <a:pt x="3489" y="4623"/>
                    <a:pt x="3500" y="4623"/>
                  </a:cubicBezTo>
                  <a:cubicBezTo>
                    <a:pt x="3503" y="4623"/>
                    <a:pt x="3506" y="4624"/>
                    <a:pt x="3509" y="4629"/>
                  </a:cubicBezTo>
                  <a:cubicBezTo>
                    <a:pt x="3528" y="4651"/>
                    <a:pt x="3559" y="4684"/>
                    <a:pt x="3608" y="4719"/>
                  </a:cubicBezTo>
                  <a:cubicBezTo>
                    <a:pt x="3659" y="4754"/>
                    <a:pt x="3741" y="4755"/>
                    <a:pt x="3741" y="4755"/>
                  </a:cubicBezTo>
                  <a:cubicBezTo>
                    <a:pt x="3741" y="4755"/>
                    <a:pt x="3783" y="4822"/>
                    <a:pt x="3812" y="4847"/>
                  </a:cubicBezTo>
                  <a:cubicBezTo>
                    <a:pt x="3821" y="4856"/>
                    <a:pt x="3830" y="4859"/>
                    <a:pt x="3839" y="4859"/>
                  </a:cubicBezTo>
                  <a:cubicBezTo>
                    <a:pt x="3856" y="4859"/>
                    <a:pt x="3873" y="4847"/>
                    <a:pt x="3889" y="4841"/>
                  </a:cubicBezTo>
                  <a:cubicBezTo>
                    <a:pt x="3914" y="4831"/>
                    <a:pt x="4042" y="4629"/>
                    <a:pt x="4051" y="4588"/>
                  </a:cubicBezTo>
                  <a:cubicBezTo>
                    <a:pt x="4061" y="4549"/>
                    <a:pt x="4144" y="4517"/>
                    <a:pt x="4191" y="4511"/>
                  </a:cubicBezTo>
                  <a:cubicBezTo>
                    <a:pt x="4201" y="4509"/>
                    <a:pt x="4210" y="4509"/>
                    <a:pt x="4217" y="4509"/>
                  </a:cubicBezTo>
                  <a:cubicBezTo>
                    <a:pt x="4242" y="4509"/>
                    <a:pt x="4249" y="4518"/>
                    <a:pt x="4254" y="4543"/>
                  </a:cubicBezTo>
                  <a:cubicBezTo>
                    <a:pt x="4259" y="4573"/>
                    <a:pt x="4238" y="4658"/>
                    <a:pt x="4238" y="4684"/>
                  </a:cubicBezTo>
                  <a:cubicBezTo>
                    <a:pt x="4238" y="4691"/>
                    <a:pt x="4241" y="4694"/>
                    <a:pt x="4247" y="4694"/>
                  </a:cubicBezTo>
                  <a:cubicBezTo>
                    <a:pt x="4265" y="4694"/>
                    <a:pt x="4303" y="4664"/>
                    <a:pt x="4303" y="4648"/>
                  </a:cubicBezTo>
                  <a:cubicBezTo>
                    <a:pt x="4303" y="4626"/>
                    <a:pt x="4344" y="4505"/>
                    <a:pt x="4344" y="4505"/>
                  </a:cubicBezTo>
                  <a:cubicBezTo>
                    <a:pt x="4344" y="4505"/>
                    <a:pt x="4383" y="4549"/>
                    <a:pt x="4388" y="4573"/>
                  </a:cubicBezTo>
                  <a:cubicBezTo>
                    <a:pt x="4391" y="4598"/>
                    <a:pt x="4396" y="4694"/>
                    <a:pt x="4393" y="4725"/>
                  </a:cubicBezTo>
                  <a:cubicBezTo>
                    <a:pt x="4391" y="4755"/>
                    <a:pt x="4402" y="4804"/>
                    <a:pt x="4434" y="4804"/>
                  </a:cubicBezTo>
                  <a:cubicBezTo>
                    <a:pt x="4465" y="4804"/>
                    <a:pt x="4465" y="4769"/>
                    <a:pt x="4465" y="4741"/>
                  </a:cubicBezTo>
                  <a:cubicBezTo>
                    <a:pt x="4465" y="4713"/>
                    <a:pt x="4453" y="4629"/>
                    <a:pt x="4453" y="4629"/>
                  </a:cubicBezTo>
                  <a:lnTo>
                    <a:pt x="4453" y="4629"/>
                  </a:lnTo>
                  <a:lnTo>
                    <a:pt x="4478" y="4653"/>
                  </a:lnTo>
                  <a:cubicBezTo>
                    <a:pt x="4478" y="4653"/>
                    <a:pt x="4492" y="4703"/>
                    <a:pt x="4500" y="4735"/>
                  </a:cubicBezTo>
                  <a:cubicBezTo>
                    <a:pt x="4506" y="4766"/>
                    <a:pt x="4522" y="4779"/>
                    <a:pt x="4539" y="4782"/>
                  </a:cubicBezTo>
                  <a:cubicBezTo>
                    <a:pt x="4540" y="4782"/>
                    <a:pt x="4541" y="4782"/>
                    <a:pt x="4542" y="4782"/>
                  </a:cubicBezTo>
                  <a:cubicBezTo>
                    <a:pt x="4559" y="4782"/>
                    <a:pt x="4564" y="4760"/>
                    <a:pt x="4564" y="4760"/>
                  </a:cubicBezTo>
                  <a:cubicBezTo>
                    <a:pt x="4564" y="4760"/>
                    <a:pt x="4643" y="4859"/>
                    <a:pt x="4643" y="4889"/>
                  </a:cubicBezTo>
                  <a:cubicBezTo>
                    <a:pt x="4643" y="4920"/>
                    <a:pt x="4689" y="5037"/>
                    <a:pt x="4717" y="5102"/>
                  </a:cubicBezTo>
                  <a:cubicBezTo>
                    <a:pt x="4746" y="5168"/>
                    <a:pt x="4864" y="5407"/>
                    <a:pt x="4911" y="5447"/>
                  </a:cubicBezTo>
                  <a:cubicBezTo>
                    <a:pt x="4957" y="5488"/>
                    <a:pt x="5110" y="5711"/>
                    <a:pt x="5152" y="5779"/>
                  </a:cubicBezTo>
                  <a:cubicBezTo>
                    <a:pt x="5196" y="5848"/>
                    <a:pt x="5401" y="6184"/>
                    <a:pt x="5423" y="6209"/>
                  </a:cubicBezTo>
                  <a:cubicBezTo>
                    <a:pt x="5445" y="6234"/>
                    <a:pt x="5495" y="6343"/>
                    <a:pt x="5514" y="6365"/>
                  </a:cubicBezTo>
                  <a:cubicBezTo>
                    <a:pt x="5533" y="6387"/>
                    <a:pt x="5489" y="6403"/>
                    <a:pt x="5470" y="6418"/>
                  </a:cubicBezTo>
                  <a:cubicBezTo>
                    <a:pt x="5451" y="6434"/>
                    <a:pt x="5527" y="6452"/>
                    <a:pt x="5546" y="6480"/>
                  </a:cubicBezTo>
                  <a:cubicBezTo>
                    <a:pt x="5563" y="6508"/>
                    <a:pt x="5528" y="6514"/>
                    <a:pt x="5528" y="6562"/>
                  </a:cubicBezTo>
                  <a:cubicBezTo>
                    <a:pt x="5528" y="6608"/>
                    <a:pt x="5557" y="6686"/>
                    <a:pt x="5572" y="6723"/>
                  </a:cubicBezTo>
                  <a:cubicBezTo>
                    <a:pt x="5588" y="6761"/>
                    <a:pt x="5579" y="6834"/>
                    <a:pt x="5579" y="6878"/>
                  </a:cubicBezTo>
                  <a:cubicBezTo>
                    <a:pt x="5579" y="6923"/>
                    <a:pt x="5694" y="7003"/>
                    <a:pt x="5735" y="7025"/>
                  </a:cubicBezTo>
                  <a:cubicBezTo>
                    <a:pt x="5776" y="7047"/>
                    <a:pt x="5796" y="7239"/>
                    <a:pt x="5840" y="7321"/>
                  </a:cubicBezTo>
                  <a:cubicBezTo>
                    <a:pt x="5885" y="7402"/>
                    <a:pt x="6127" y="7417"/>
                    <a:pt x="6127" y="7417"/>
                  </a:cubicBezTo>
                  <a:cubicBezTo>
                    <a:pt x="6127" y="7417"/>
                    <a:pt x="6133" y="7417"/>
                    <a:pt x="6294" y="7423"/>
                  </a:cubicBezTo>
                  <a:cubicBezTo>
                    <a:pt x="6300" y="7423"/>
                    <a:pt x="6304" y="7423"/>
                    <a:pt x="6309" y="7423"/>
                  </a:cubicBezTo>
                  <a:cubicBezTo>
                    <a:pt x="6456" y="7423"/>
                    <a:pt x="6462" y="7337"/>
                    <a:pt x="6453" y="7223"/>
                  </a:cubicBezTo>
                  <a:cubicBezTo>
                    <a:pt x="6443" y="7105"/>
                    <a:pt x="6351" y="7015"/>
                    <a:pt x="6329" y="6968"/>
                  </a:cubicBezTo>
                  <a:cubicBezTo>
                    <a:pt x="6306" y="6922"/>
                    <a:pt x="6166" y="6707"/>
                    <a:pt x="6146" y="6675"/>
                  </a:cubicBezTo>
                  <a:cubicBezTo>
                    <a:pt x="6123" y="6643"/>
                    <a:pt x="6092" y="6573"/>
                    <a:pt x="6098" y="6489"/>
                  </a:cubicBezTo>
                  <a:cubicBezTo>
                    <a:pt x="6105" y="6406"/>
                    <a:pt x="6018" y="6381"/>
                    <a:pt x="5971" y="6374"/>
                  </a:cubicBezTo>
                  <a:cubicBezTo>
                    <a:pt x="5924" y="6368"/>
                    <a:pt x="5869" y="6362"/>
                    <a:pt x="5866" y="6330"/>
                  </a:cubicBezTo>
                  <a:cubicBezTo>
                    <a:pt x="5862" y="6300"/>
                    <a:pt x="5809" y="6324"/>
                    <a:pt x="5790" y="6275"/>
                  </a:cubicBezTo>
                  <a:cubicBezTo>
                    <a:pt x="5771" y="6225"/>
                    <a:pt x="5604" y="5801"/>
                    <a:pt x="5547" y="5667"/>
                  </a:cubicBezTo>
                  <a:cubicBezTo>
                    <a:pt x="5492" y="5533"/>
                    <a:pt x="5323" y="5121"/>
                    <a:pt x="5265" y="5012"/>
                  </a:cubicBezTo>
                  <a:cubicBezTo>
                    <a:pt x="5206" y="4903"/>
                    <a:pt x="5053" y="4604"/>
                    <a:pt x="4997" y="4442"/>
                  </a:cubicBezTo>
                  <a:cubicBezTo>
                    <a:pt x="4941" y="4279"/>
                    <a:pt x="4779" y="4125"/>
                    <a:pt x="4766" y="4125"/>
                  </a:cubicBezTo>
                  <a:cubicBezTo>
                    <a:pt x="4755" y="4125"/>
                    <a:pt x="4758" y="4081"/>
                    <a:pt x="4758" y="4062"/>
                  </a:cubicBezTo>
                  <a:cubicBezTo>
                    <a:pt x="4758" y="4043"/>
                    <a:pt x="4723" y="3983"/>
                    <a:pt x="4689" y="3947"/>
                  </a:cubicBezTo>
                  <a:cubicBezTo>
                    <a:pt x="4656" y="3909"/>
                    <a:pt x="4558" y="3753"/>
                    <a:pt x="4533" y="3739"/>
                  </a:cubicBezTo>
                  <a:cubicBezTo>
                    <a:pt x="4509" y="3723"/>
                    <a:pt x="4456" y="3629"/>
                    <a:pt x="4456" y="3629"/>
                  </a:cubicBezTo>
                  <a:cubicBezTo>
                    <a:pt x="4456" y="3629"/>
                    <a:pt x="4443" y="3495"/>
                    <a:pt x="4443" y="3421"/>
                  </a:cubicBezTo>
                  <a:cubicBezTo>
                    <a:pt x="4443" y="3347"/>
                    <a:pt x="4421" y="2978"/>
                    <a:pt x="4412" y="2879"/>
                  </a:cubicBezTo>
                  <a:cubicBezTo>
                    <a:pt x="4402" y="2780"/>
                    <a:pt x="4316" y="2484"/>
                    <a:pt x="4309" y="2447"/>
                  </a:cubicBezTo>
                  <a:cubicBezTo>
                    <a:pt x="4303" y="2409"/>
                    <a:pt x="4337" y="2142"/>
                    <a:pt x="4337" y="2120"/>
                  </a:cubicBezTo>
                  <a:cubicBezTo>
                    <a:pt x="4337" y="2098"/>
                    <a:pt x="4341" y="2014"/>
                    <a:pt x="4377" y="1948"/>
                  </a:cubicBezTo>
                  <a:cubicBezTo>
                    <a:pt x="4415" y="1884"/>
                    <a:pt x="4446" y="1747"/>
                    <a:pt x="4446" y="1718"/>
                  </a:cubicBezTo>
                  <a:cubicBezTo>
                    <a:pt x="4446" y="1691"/>
                    <a:pt x="4452" y="1578"/>
                    <a:pt x="4479" y="1564"/>
                  </a:cubicBezTo>
                  <a:cubicBezTo>
                    <a:pt x="4509" y="1548"/>
                    <a:pt x="4490" y="1539"/>
                    <a:pt x="4490" y="1495"/>
                  </a:cubicBezTo>
                  <a:cubicBezTo>
                    <a:pt x="4490" y="1450"/>
                    <a:pt x="4281" y="1271"/>
                    <a:pt x="4229" y="1227"/>
                  </a:cubicBezTo>
                  <a:cubicBezTo>
                    <a:pt x="4176" y="1184"/>
                    <a:pt x="4032" y="1082"/>
                    <a:pt x="4023" y="1082"/>
                  </a:cubicBezTo>
                  <a:cubicBezTo>
                    <a:pt x="4013" y="1082"/>
                    <a:pt x="4026" y="1035"/>
                    <a:pt x="4044" y="1007"/>
                  </a:cubicBezTo>
                  <a:cubicBezTo>
                    <a:pt x="4063" y="978"/>
                    <a:pt x="4048" y="975"/>
                    <a:pt x="4067" y="975"/>
                  </a:cubicBezTo>
                  <a:cubicBezTo>
                    <a:pt x="4086" y="975"/>
                    <a:pt x="4117" y="935"/>
                    <a:pt x="4128" y="900"/>
                  </a:cubicBezTo>
                  <a:cubicBezTo>
                    <a:pt x="4141" y="866"/>
                    <a:pt x="4146" y="735"/>
                    <a:pt x="4157" y="699"/>
                  </a:cubicBezTo>
                  <a:cubicBezTo>
                    <a:pt x="4169" y="661"/>
                    <a:pt x="4089" y="661"/>
                    <a:pt x="4089" y="661"/>
                  </a:cubicBezTo>
                  <a:cubicBezTo>
                    <a:pt x="4089" y="661"/>
                    <a:pt x="4111" y="527"/>
                    <a:pt x="4102" y="400"/>
                  </a:cubicBezTo>
                  <a:cubicBezTo>
                    <a:pt x="4092" y="279"/>
                    <a:pt x="3989" y="1"/>
                    <a:pt x="37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0"/>
            <p:cNvSpPr/>
            <p:nvPr/>
          </p:nvSpPr>
          <p:spPr>
            <a:xfrm>
              <a:off x="2655410" y="1867810"/>
              <a:ext cx="98810" cy="103149"/>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6" name="Google Shape;516;p30"/>
          <p:cNvGrpSpPr/>
          <p:nvPr/>
        </p:nvGrpSpPr>
        <p:grpSpPr>
          <a:xfrm>
            <a:off x="1137079" y="1487915"/>
            <a:ext cx="520155" cy="1239409"/>
            <a:chOff x="8016390" y="1553798"/>
            <a:chExt cx="304576" cy="725735"/>
          </a:xfrm>
        </p:grpSpPr>
        <p:sp>
          <p:nvSpPr>
            <p:cNvPr id="517" name="Google Shape;517;p30"/>
            <p:cNvSpPr/>
            <p:nvPr/>
          </p:nvSpPr>
          <p:spPr>
            <a:xfrm>
              <a:off x="8016390" y="1559237"/>
              <a:ext cx="304576" cy="720295"/>
            </a:xfrm>
            <a:custGeom>
              <a:rect b="b" l="l" r="r" t="t"/>
              <a:pathLst>
                <a:path extrusionOk="0" h="9462" w="4001">
                  <a:moveTo>
                    <a:pt x="2309" y="648"/>
                  </a:moveTo>
                  <a:cubicBezTo>
                    <a:pt x="2323" y="674"/>
                    <a:pt x="2342" y="707"/>
                    <a:pt x="2348" y="722"/>
                  </a:cubicBezTo>
                  <a:cubicBezTo>
                    <a:pt x="2356" y="741"/>
                    <a:pt x="2369" y="767"/>
                    <a:pt x="2372" y="791"/>
                  </a:cubicBezTo>
                  <a:cubicBezTo>
                    <a:pt x="2374" y="814"/>
                    <a:pt x="2382" y="882"/>
                    <a:pt x="2385" y="917"/>
                  </a:cubicBezTo>
                  <a:cubicBezTo>
                    <a:pt x="2373" y="894"/>
                    <a:pt x="2348" y="844"/>
                    <a:pt x="2328" y="824"/>
                  </a:cubicBezTo>
                  <a:cubicBezTo>
                    <a:pt x="2316" y="811"/>
                    <a:pt x="2300" y="789"/>
                    <a:pt x="2284" y="770"/>
                  </a:cubicBezTo>
                  <a:cubicBezTo>
                    <a:pt x="2296" y="734"/>
                    <a:pt x="2303" y="697"/>
                    <a:pt x="2307" y="659"/>
                  </a:cubicBezTo>
                  <a:cubicBezTo>
                    <a:pt x="2307" y="655"/>
                    <a:pt x="2307" y="651"/>
                    <a:pt x="2309" y="648"/>
                  </a:cubicBezTo>
                  <a:close/>
                  <a:moveTo>
                    <a:pt x="2246" y="865"/>
                  </a:moveTo>
                  <a:cubicBezTo>
                    <a:pt x="2267" y="897"/>
                    <a:pt x="2296" y="941"/>
                    <a:pt x="2296" y="943"/>
                  </a:cubicBezTo>
                  <a:cubicBezTo>
                    <a:pt x="2297" y="946"/>
                    <a:pt x="2312" y="976"/>
                    <a:pt x="2297" y="978"/>
                  </a:cubicBezTo>
                  <a:cubicBezTo>
                    <a:pt x="2295" y="979"/>
                    <a:pt x="2293" y="979"/>
                    <a:pt x="2291" y="979"/>
                  </a:cubicBezTo>
                  <a:cubicBezTo>
                    <a:pt x="2277" y="979"/>
                    <a:pt x="2263" y="971"/>
                    <a:pt x="2256" y="964"/>
                  </a:cubicBezTo>
                  <a:cubicBezTo>
                    <a:pt x="2249" y="957"/>
                    <a:pt x="2222" y="938"/>
                    <a:pt x="2207" y="929"/>
                  </a:cubicBezTo>
                  <a:cubicBezTo>
                    <a:pt x="2222" y="908"/>
                    <a:pt x="2235" y="887"/>
                    <a:pt x="2246" y="865"/>
                  </a:cubicBezTo>
                  <a:close/>
                  <a:moveTo>
                    <a:pt x="1658" y="2285"/>
                  </a:moveTo>
                  <a:cubicBezTo>
                    <a:pt x="1658" y="2285"/>
                    <a:pt x="1658" y="2286"/>
                    <a:pt x="1658" y="2286"/>
                  </a:cubicBezTo>
                  <a:lnTo>
                    <a:pt x="1658" y="2286"/>
                  </a:lnTo>
                  <a:cubicBezTo>
                    <a:pt x="1658" y="2286"/>
                    <a:pt x="1658" y="2285"/>
                    <a:pt x="1658" y="2285"/>
                  </a:cubicBezTo>
                  <a:close/>
                  <a:moveTo>
                    <a:pt x="1693" y="2288"/>
                  </a:moveTo>
                  <a:lnTo>
                    <a:pt x="1693" y="2288"/>
                  </a:lnTo>
                  <a:cubicBezTo>
                    <a:pt x="1693" y="2288"/>
                    <a:pt x="1693" y="2288"/>
                    <a:pt x="1693" y="2289"/>
                  </a:cubicBezTo>
                  <a:lnTo>
                    <a:pt x="1693" y="2289"/>
                  </a:lnTo>
                  <a:cubicBezTo>
                    <a:pt x="1693" y="2288"/>
                    <a:pt x="1693" y="2288"/>
                    <a:pt x="1693" y="2288"/>
                  </a:cubicBezTo>
                  <a:close/>
                  <a:moveTo>
                    <a:pt x="1653" y="2291"/>
                  </a:moveTo>
                  <a:cubicBezTo>
                    <a:pt x="1653" y="2295"/>
                    <a:pt x="1653" y="2298"/>
                    <a:pt x="1653" y="2303"/>
                  </a:cubicBezTo>
                  <a:cubicBezTo>
                    <a:pt x="1654" y="2304"/>
                    <a:pt x="1654" y="2305"/>
                    <a:pt x="1654" y="2305"/>
                  </a:cubicBezTo>
                  <a:lnTo>
                    <a:pt x="1654" y="2305"/>
                  </a:lnTo>
                  <a:cubicBezTo>
                    <a:pt x="1654" y="2301"/>
                    <a:pt x="1653" y="2296"/>
                    <a:pt x="1653" y="2291"/>
                  </a:cubicBezTo>
                  <a:close/>
                  <a:moveTo>
                    <a:pt x="1755" y="2306"/>
                  </a:moveTo>
                  <a:cubicBezTo>
                    <a:pt x="1755" y="2306"/>
                    <a:pt x="1755" y="2307"/>
                    <a:pt x="1755" y="2308"/>
                  </a:cubicBezTo>
                  <a:lnTo>
                    <a:pt x="1755" y="2308"/>
                  </a:lnTo>
                  <a:cubicBezTo>
                    <a:pt x="1755" y="2307"/>
                    <a:pt x="1755" y="2306"/>
                    <a:pt x="1755" y="2306"/>
                  </a:cubicBezTo>
                  <a:close/>
                  <a:moveTo>
                    <a:pt x="1758" y="2313"/>
                  </a:moveTo>
                  <a:cubicBezTo>
                    <a:pt x="1758" y="2315"/>
                    <a:pt x="1758" y="2319"/>
                    <a:pt x="1759" y="2321"/>
                  </a:cubicBezTo>
                  <a:lnTo>
                    <a:pt x="1759" y="2321"/>
                  </a:lnTo>
                  <a:cubicBezTo>
                    <a:pt x="1759" y="2318"/>
                    <a:pt x="1758" y="2316"/>
                    <a:pt x="1758" y="2313"/>
                  </a:cubicBezTo>
                  <a:close/>
                  <a:moveTo>
                    <a:pt x="1605" y="2321"/>
                  </a:moveTo>
                  <a:cubicBezTo>
                    <a:pt x="1605" y="2322"/>
                    <a:pt x="1605" y="2322"/>
                    <a:pt x="1605" y="2322"/>
                  </a:cubicBezTo>
                  <a:lnTo>
                    <a:pt x="1605" y="2322"/>
                  </a:lnTo>
                  <a:cubicBezTo>
                    <a:pt x="1605" y="2322"/>
                    <a:pt x="1605" y="2322"/>
                    <a:pt x="1605" y="2321"/>
                  </a:cubicBezTo>
                  <a:close/>
                  <a:moveTo>
                    <a:pt x="1846" y="2330"/>
                  </a:moveTo>
                  <a:cubicBezTo>
                    <a:pt x="1846" y="2331"/>
                    <a:pt x="1846" y="2332"/>
                    <a:pt x="1846" y="2333"/>
                  </a:cubicBezTo>
                  <a:lnTo>
                    <a:pt x="1846" y="2333"/>
                  </a:lnTo>
                  <a:cubicBezTo>
                    <a:pt x="1846" y="2332"/>
                    <a:pt x="1846" y="2331"/>
                    <a:pt x="1846" y="2330"/>
                  </a:cubicBezTo>
                  <a:close/>
                  <a:moveTo>
                    <a:pt x="1828" y="2329"/>
                  </a:moveTo>
                  <a:cubicBezTo>
                    <a:pt x="1827" y="2332"/>
                    <a:pt x="1827" y="2335"/>
                    <a:pt x="1828" y="2339"/>
                  </a:cubicBezTo>
                  <a:lnTo>
                    <a:pt x="1828" y="2339"/>
                  </a:lnTo>
                  <a:cubicBezTo>
                    <a:pt x="1828" y="2336"/>
                    <a:pt x="1829" y="2332"/>
                    <a:pt x="1828" y="2329"/>
                  </a:cubicBezTo>
                  <a:close/>
                  <a:moveTo>
                    <a:pt x="1854" y="2330"/>
                  </a:moveTo>
                  <a:lnTo>
                    <a:pt x="1854" y="2330"/>
                  </a:lnTo>
                  <a:cubicBezTo>
                    <a:pt x="1854" y="2334"/>
                    <a:pt x="1853" y="2338"/>
                    <a:pt x="1854" y="2341"/>
                  </a:cubicBezTo>
                  <a:lnTo>
                    <a:pt x="1854" y="2341"/>
                  </a:lnTo>
                  <a:cubicBezTo>
                    <a:pt x="1855" y="2338"/>
                    <a:pt x="1855" y="2334"/>
                    <a:pt x="1854" y="2330"/>
                  </a:cubicBezTo>
                  <a:close/>
                  <a:moveTo>
                    <a:pt x="1524" y="2376"/>
                  </a:moveTo>
                  <a:lnTo>
                    <a:pt x="1524" y="2376"/>
                  </a:lnTo>
                  <a:cubicBezTo>
                    <a:pt x="1524" y="2376"/>
                    <a:pt x="1524" y="2376"/>
                    <a:pt x="1524" y="2377"/>
                  </a:cubicBezTo>
                  <a:lnTo>
                    <a:pt x="1524" y="2377"/>
                  </a:lnTo>
                  <a:cubicBezTo>
                    <a:pt x="1524" y="2377"/>
                    <a:pt x="1524" y="2377"/>
                    <a:pt x="1524" y="2377"/>
                  </a:cubicBezTo>
                  <a:lnTo>
                    <a:pt x="1524" y="2377"/>
                  </a:lnTo>
                  <a:cubicBezTo>
                    <a:pt x="1524" y="2377"/>
                    <a:pt x="1524" y="2378"/>
                    <a:pt x="1523" y="2378"/>
                  </a:cubicBezTo>
                  <a:lnTo>
                    <a:pt x="1523" y="2378"/>
                  </a:lnTo>
                  <a:cubicBezTo>
                    <a:pt x="1523" y="2378"/>
                    <a:pt x="1523" y="2377"/>
                    <a:pt x="1522" y="2376"/>
                  </a:cubicBezTo>
                  <a:lnTo>
                    <a:pt x="1522" y="2376"/>
                  </a:lnTo>
                  <a:cubicBezTo>
                    <a:pt x="1523" y="2377"/>
                    <a:pt x="1523" y="2377"/>
                    <a:pt x="1524" y="2377"/>
                  </a:cubicBezTo>
                  <a:lnTo>
                    <a:pt x="1524" y="2377"/>
                  </a:lnTo>
                  <a:cubicBezTo>
                    <a:pt x="1524" y="2376"/>
                    <a:pt x="1524" y="2376"/>
                    <a:pt x="1524" y="2376"/>
                  </a:cubicBezTo>
                  <a:close/>
                  <a:moveTo>
                    <a:pt x="1904" y="2371"/>
                  </a:moveTo>
                  <a:cubicBezTo>
                    <a:pt x="1904" y="2372"/>
                    <a:pt x="1904" y="2376"/>
                    <a:pt x="1905" y="2380"/>
                  </a:cubicBezTo>
                  <a:lnTo>
                    <a:pt x="1905" y="2380"/>
                  </a:lnTo>
                  <a:cubicBezTo>
                    <a:pt x="1905" y="2376"/>
                    <a:pt x="1905" y="2372"/>
                    <a:pt x="1904" y="2371"/>
                  </a:cubicBezTo>
                  <a:close/>
                  <a:moveTo>
                    <a:pt x="1524" y="2377"/>
                  </a:moveTo>
                  <a:cubicBezTo>
                    <a:pt x="1546" y="2378"/>
                    <a:pt x="1537" y="2381"/>
                    <a:pt x="1528" y="2383"/>
                  </a:cubicBezTo>
                  <a:lnTo>
                    <a:pt x="1528" y="2383"/>
                  </a:lnTo>
                  <a:cubicBezTo>
                    <a:pt x="1527" y="2381"/>
                    <a:pt x="1525" y="2378"/>
                    <a:pt x="1524" y="2377"/>
                  </a:cubicBezTo>
                  <a:close/>
                  <a:moveTo>
                    <a:pt x="1518" y="2387"/>
                  </a:moveTo>
                  <a:cubicBezTo>
                    <a:pt x="1518" y="2387"/>
                    <a:pt x="1518" y="2387"/>
                    <a:pt x="1518" y="2387"/>
                  </a:cubicBezTo>
                  <a:cubicBezTo>
                    <a:pt x="1518" y="2387"/>
                    <a:pt x="1518" y="2387"/>
                    <a:pt x="1518" y="2387"/>
                  </a:cubicBezTo>
                  <a:close/>
                  <a:moveTo>
                    <a:pt x="1961" y="2418"/>
                  </a:moveTo>
                  <a:cubicBezTo>
                    <a:pt x="1960" y="2419"/>
                    <a:pt x="1960" y="2420"/>
                    <a:pt x="1960" y="2422"/>
                  </a:cubicBezTo>
                  <a:lnTo>
                    <a:pt x="1960" y="2422"/>
                  </a:lnTo>
                  <a:cubicBezTo>
                    <a:pt x="1960" y="2420"/>
                    <a:pt x="1961" y="2418"/>
                    <a:pt x="1961" y="2418"/>
                  </a:cubicBezTo>
                  <a:close/>
                  <a:moveTo>
                    <a:pt x="1984" y="2444"/>
                  </a:moveTo>
                  <a:lnTo>
                    <a:pt x="1984" y="2444"/>
                  </a:lnTo>
                  <a:cubicBezTo>
                    <a:pt x="1984" y="2447"/>
                    <a:pt x="1983" y="2449"/>
                    <a:pt x="1983" y="2452"/>
                  </a:cubicBezTo>
                  <a:lnTo>
                    <a:pt x="1983" y="2452"/>
                  </a:lnTo>
                  <a:cubicBezTo>
                    <a:pt x="1984" y="2450"/>
                    <a:pt x="1984" y="2447"/>
                    <a:pt x="1984" y="2444"/>
                  </a:cubicBezTo>
                  <a:close/>
                  <a:moveTo>
                    <a:pt x="1999" y="2466"/>
                  </a:moveTo>
                  <a:cubicBezTo>
                    <a:pt x="1999" y="2470"/>
                    <a:pt x="1999" y="2473"/>
                    <a:pt x="1999" y="2476"/>
                  </a:cubicBezTo>
                  <a:lnTo>
                    <a:pt x="1999" y="2476"/>
                  </a:lnTo>
                  <a:cubicBezTo>
                    <a:pt x="2000" y="2473"/>
                    <a:pt x="1999" y="2469"/>
                    <a:pt x="1999" y="2466"/>
                  </a:cubicBezTo>
                  <a:close/>
                  <a:moveTo>
                    <a:pt x="2010" y="2474"/>
                  </a:moveTo>
                  <a:lnTo>
                    <a:pt x="2010" y="2474"/>
                  </a:lnTo>
                  <a:cubicBezTo>
                    <a:pt x="2010" y="2476"/>
                    <a:pt x="2010" y="2477"/>
                    <a:pt x="2010" y="2479"/>
                  </a:cubicBezTo>
                  <a:lnTo>
                    <a:pt x="2010" y="2479"/>
                  </a:lnTo>
                  <a:cubicBezTo>
                    <a:pt x="2010" y="2477"/>
                    <a:pt x="2010" y="2476"/>
                    <a:pt x="2010" y="2474"/>
                  </a:cubicBezTo>
                  <a:close/>
                  <a:moveTo>
                    <a:pt x="1414" y="2512"/>
                  </a:moveTo>
                  <a:cubicBezTo>
                    <a:pt x="1413" y="2512"/>
                    <a:pt x="1412" y="2512"/>
                    <a:pt x="1412" y="2512"/>
                  </a:cubicBezTo>
                  <a:lnTo>
                    <a:pt x="1416" y="2512"/>
                  </a:lnTo>
                  <a:cubicBezTo>
                    <a:pt x="1415" y="2512"/>
                    <a:pt x="1414" y="2512"/>
                    <a:pt x="1414" y="2512"/>
                  </a:cubicBezTo>
                  <a:close/>
                  <a:moveTo>
                    <a:pt x="1601" y="3443"/>
                  </a:moveTo>
                  <a:cubicBezTo>
                    <a:pt x="1602" y="3444"/>
                    <a:pt x="1602" y="3445"/>
                    <a:pt x="1602" y="3446"/>
                  </a:cubicBezTo>
                  <a:cubicBezTo>
                    <a:pt x="1602" y="3446"/>
                    <a:pt x="1602" y="3447"/>
                    <a:pt x="1602" y="3447"/>
                  </a:cubicBezTo>
                  <a:cubicBezTo>
                    <a:pt x="1602" y="3447"/>
                    <a:pt x="1602" y="3445"/>
                    <a:pt x="1601" y="3443"/>
                  </a:cubicBezTo>
                  <a:close/>
                  <a:moveTo>
                    <a:pt x="2272" y="6021"/>
                  </a:moveTo>
                  <a:lnTo>
                    <a:pt x="2272" y="6021"/>
                  </a:lnTo>
                  <a:cubicBezTo>
                    <a:pt x="2256" y="6029"/>
                    <a:pt x="2239" y="6035"/>
                    <a:pt x="2220" y="6040"/>
                  </a:cubicBezTo>
                  <a:cubicBezTo>
                    <a:pt x="2238" y="6033"/>
                    <a:pt x="2256" y="6027"/>
                    <a:pt x="2272" y="6021"/>
                  </a:cubicBezTo>
                  <a:close/>
                  <a:moveTo>
                    <a:pt x="2520" y="6342"/>
                  </a:moveTo>
                  <a:lnTo>
                    <a:pt x="2520" y="6342"/>
                  </a:lnTo>
                  <a:cubicBezTo>
                    <a:pt x="2519" y="6346"/>
                    <a:pt x="2517" y="6351"/>
                    <a:pt x="2516" y="6354"/>
                  </a:cubicBezTo>
                  <a:lnTo>
                    <a:pt x="2508" y="6384"/>
                  </a:lnTo>
                  <a:cubicBezTo>
                    <a:pt x="2504" y="6381"/>
                    <a:pt x="2514" y="6357"/>
                    <a:pt x="2520" y="6342"/>
                  </a:cubicBezTo>
                  <a:close/>
                  <a:moveTo>
                    <a:pt x="2717" y="6881"/>
                  </a:moveTo>
                  <a:cubicBezTo>
                    <a:pt x="2715" y="6882"/>
                    <a:pt x="2715" y="6882"/>
                    <a:pt x="2714" y="6884"/>
                  </a:cubicBezTo>
                  <a:lnTo>
                    <a:pt x="2712" y="6881"/>
                  </a:lnTo>
                  <a:close/>
                  <a:moveTo>
                    <a:pt x="1905" y="7611"/>
                  </a:moveTo>
                  <a:cubicBezTo>
                    <a:pt x="1900" y="7617"/>
                    <a:pt x="1894" y="7623"/>
                    <a:pt x="1889" y="7623"/>
                  </a:cubicBezTo>
                  <a:cubicBezTo>
                    <a:pt x="1889" y="7623"/>
                    <a:pt x="1888" y="7623"/>
                    <a:pt x="1888" y="7622"/>
                  </a:cubicBezTo>
                  <a:cubicBezTo>
                    <a:pt x="1894" y="7618"/>
                    <a:pt x="1900" y="7615"/>
                    <a:pt x="1905" y="7611"/>
                  </a:cubicBezTo>
                  <a:close/>
                  <a:moveTo>
                    <a:pt x="1719" y="0"/>
                  </a:moveTo>
                  <a:cubicBezTo>
                    <a:pt x="1419" y="0"/>
                    <a:pt x="1162" y="225"/>
                    <a:pt x="1128" y="530"/>
                  </a:cubicBezTo>
                  <a:cubicBezTo>
                    <a:pt x="1093" y="856"/>
                    <a:pt x="1327" y="1149"/>
                    <a:pt x="1653" y="1185"/>
                  </a:cubicBezTo>
                  <a:cubicBezTo>
                    <a:pt x="1675" y="1188"/>
                    <a:pt x="1697" y="1189"/>
                    <a:pt x="1718" y="1189"/>
                  </a:cubicBezTo>
                  <a:cubicBezTo>
                    <a:pt x="1884" y="1189"/>
                    <a:pt x="2036" y="1120"/>
                    <a:pt x="2146" y="1006"/>
                  </a:cubicBezTo>
                  <a:cubicBezTo>
                    <a:pt x="2163" y="1016"/>
                    <a:pt x="2176" y="1024"/>
                    <a:pt x="2178" y="1024"/>
                  </a:cubicBezTo>
                  <a:lnTo>
                    <a:pt x="2245" y="1070"/>
                  </a:lnTo>
                  <a:cubicBezTo>
                    <a:pt x="2254" y="1105"/>
                    <a:pt x="2270" y="1175"/>
                    <a:pt x="2277" y="1206"/>
                  </a:cubicBezTo>
                  <a:cubicBezTo>
                    <a:pt x="2284" y="1238"/>
                    <a:pt x="2313" y="1332"/>
                    <a:pt x="2345" y="1376"/>
                  </a:cubicBezTo>
                  <a:cubicBezTo>
                    <a:pt x="2376" y="1418"/>
                    <a:pt x="2393" y="1433"/>
                    <a:pt x="2393" y="1434"/>
                  </a:cubicBezTo>
                  <a:cubicBezTo>
                    <a:pt x="2408" y="1528"/>
                    <a:pt x="2434" y="1713"/>
                    <a:pt x="2437" y="1750"/>
                  </a:cubicBezTo>
                  <a:cubicBezTo>
                    <a:pt x="2439" y="1787"/>
                    <a:pt x="2409" y="2035"/>
                    <a:pt x="2427" y="2120"/>
                  </a:cubicBezTo>
                  <a:cubicBezTo>
                    <a:pt x="2446" y="2206"/>
                    <a:pt x="2476" y="2365"/>
                    <a:pt x="2481" y="2415"/>
                  </a:cubicBezTo>
                  <a:cubicBezTo>
                    <a:pt x="2484" y="2464"/>
                    <a:pt x="2463" y="2518"/>
                    <a:pt x="2450" y="2536"/>
                  </a:cubicBezTo>
                  <a:cubicBezTo>
                    <a:pt x="2439" y="2553"/>
                    <a:pt x="2360" y="2642"/>
                    <a:pt x="2342" y="2726"/>
                  </a:cubicBezTo>
                  <a:cubicBezTo>
                    <a:pt x="2323" y="2809"/>
                    <a:pt x="2303" y="2876"/>
                    <a:pt x="2293" y="2898"/>
                  </a:cubicBezTo>
                  <a:cubicBezTo>
                    <a:pt x="2283" y="2922"/>
                    <a:pt x="2249" y="2945"/>
                    <a:pt x="2216" y="2970"/>
                  </a:cubicBezTo>
                  <a:cubicBezTo>
                    <a:pt x="2182" y="2994"/>
                    <a:pt x="2141" y="3035"/>
                    <a:pt x="2124" y="3072"/>
                  </a:cubicBezTo>
                  <a:cubicBezTo>
                    <a:pt x="2117" y="3080"/>
                    <a:pt x="2112" y="3089"/>
                    <a:pt x="2106" y="3098"/>
                  </a:cubicBezTo>
                  <a:cubicBezTo>
                    <a:pt x="2105" y="3099"/>
                    <a:pt x="2104" y="3099"/>
                    <a:pt x="2102" y="3101"/>
                  </a:cubicBezTo>
                  <a:cubicBezTo>
                    <a:pt x="2086" y="3130"/>
                    <a:pt x="2063" y="3155"/>
                    <a:pt x="2055" y="3185"/>
                  </a:cubicBezTo>
                  <a:cubicBezTo>
                    <a:pt x="2054" y="3194"/>
                    <a:pt x="2051" y="3201"/>
                    <a:pt x="2045" y="3207"/>
                  </a:cubicBezTo>
                  <a:cubicBezTo>
                    <a:pt x="2044" y="3210"/>
                    <a:pt x="2042" y="3213"/>
                    <a:pt x="2039" y="3216"/>
                  </a:cubicBezTo>
                  <a:lnTo>
                    <a:pt x="2015" y="2999"/>
                  </a:lnTo>
                  <a:cubicBezTo>
                    <a:pt x="2015" y="2994"/>
                    <a:pt x="2013" y="2987"/>
                    <a:pt x="2019" y="2973"/>
                  </a:cubicBezTo>
                  <a:cubicBezTo>
                    <a:pt x="2025" y="2957"/>
                    <a:pt x="2032" y="2955"/>
                    <a:pt x="2035" y="2955"/>
                  </a:cubicBezTo>
                  <a:cubicBezTo>
                    <a:pt x="2036" y="2955"/>
                    <a:pt x="2038" y="2955"/>
                    <a:pt x="2040" y="2955"/>
                  </a:cubicBezTo>
                  <a:cubicBezTo>
                    <a:pt x="2058" y="2955"/>
                    <a:pt x="2087" y="2954"/>
                    <a:pt x="2099" y="2923"/>
                  </a:cubicBezTo>
                  <a:cubicBezTo>
                    <a:pt x="2111" y="2888"/>
                    <a:pt x="2121" y="2840"/>
                    <a:pt x="2115" y="2826"/>
                  </a:cubicBezTo>
                  <a:cubicBezTo>
                    <a:pt x="2109" y="2809"/>
                    <a:pt x="2095" y="2793"/>
                    <a:pt x="2093" y="2792"/>
                  </a:cubicBezTo>
                  <a:cubicBezTo>
                    <a:pt x="2089" y="2788"/>
                    <a:pt x="2083" y="2779"/>
                    <a:pt x="2083" y="2776"/>
                  </a:cubicBezTo>
                  <a:cubicBezTo>
                    <a:pt x="2083" y="2773"/>
                    <a:pt x="2086" y="2747"/>
                    <a:pt x="2083" y="2728"/>
                  </a:cubicBezTo>
                  <a:cubicBezTo>
                    <a:pt x="2080" y="2710"/>
                    <a:pt x="2070" y="2662"/>
                    <a:pt x="2057" y="2630"/>
                  </a:cubicBezTo>
                  <a:cubicBezTo>
                    <a:pt x="2044" y="2598"/>
                    <a:pt x="2038" y="2565"/>
                    <a:pt x="2022" y="2544"/>
                  </a:cubicBezTo>
                  <a:cubicBezTo>
                    <a:pt x="2023" y="2539"/>
                    <a:pt x="2026" y="2534"/>
                    <a:pt x="2029" y="2530"/>
                  </a:cubicBezTo>
                  <a:cubicBezTo>
                    <a:pt x="2029" y="2528"/>
                    <a:pt x="2034" y="2524"/>
                    <a:pt x="2032" y="2524"/>
                  </a:cubicBezTo>
                  <a:lnTo>
                    <a:pt x="2032" y="2524"/>
                  </a:lnTo>
                  <a:cubicBezTo>
                    <a:pt x="2028" y="2524"/>
                    <a:pt x="2020" y="2530"/>
                    <a:pt x="2019" y="2531"/>
                  </a:cubicBezTo>
                  <a:cubicBezTo>
                    <a:pt x="2018" y="2517"/>
                    <a:pt x="2026" y="2505"/>
                    <a:pt x="2025" y="2492"/>
                  </a:cubicBezTo>
                  <a:lnTo>
                    <a:pt x="2025" y="2492"/>
                  </a:lnTo>
                  <a:cubicBezTo>
                    <a:pt x="2020" y="2495"/>
                    <a:pt x="2010" y="2504"/>
                    <a:pt x="2007" y="2509"/>
                  </a:cubicBezTo>
                  <a:cubicBezTo>
                    <a:pt x="2007" y="2510"/>
                    <a:pt x="2007" y="2511"/>
                    <a:pt x="2007" y="2511"/>
                  </a:cubicBezTo>
                  <a:cubicBezTo>
                    <a:pt x="2006" y="2511"/>
                    <a:pt x="2006" y="2505"/>
                    <a:pt x="2006" y="2504"/>
                  </a:cubicBezTo>
                  <a:cubicBezTo>
                    <a:pt x="2007" y="2495"/>
                    <a:pt x="2010" y="2487"/>
                    <a:pt x="2010" y="2479"/>
                  </a:cubicBezTo>
                  <a:lnTo>
                    <a:pt x="2010" y="2479"/>
                  </a:lnTo>
                  <a:cubicBezTo>
                    <a:pt x="2010" y="2480"/>
                    <a:pt x="2010" y="2482"/>
                    <a:pt x="2009" y="2483"/>
                  </a:cubicBezTo>
                  <a:cubicBezTo>
                    <a:pt x="2009" y="2485"/>
                    <a:pt x="2005" y="2489"/>
                    <a:pt x="2003" y="2489"/>
                  </a:cubicBezTo>
                  <a:cubicBezTo>
                    <a:pt x="2002" y="2489"/>
                    <a:pt x="2001" y="2488"/>
                    <a:pt x="2000" y="2486"/>
                  </a:cubicBezTo>
                  <a:cubicBezTo>
                    <a:pt x="1999" y="2483"/>
                    <a:pt x="1999" y="2480"/>
                    <a:pt x="1999" y="2476"/>
                  </a:cubicBezTo>
                  <a:lnTo>
                    <a:pt x="1999" y="2476"/>
                  </a:lnTo>
                  <a:cubicBezTo>
                    <a:pt x="1999" y="2480"/>
                    <a:pt x="1998" y="2484"/>
                    <a:pt x="1996" y="2486"/>
                  </a:cubicBezTo>
                  <a:cubicBezTo>
                    <a:pt x="1995" y="2486"/>
                    <a:pt x="1995" y="2486"/>
                    <a:pt x="1995" y="2486"/>
                  </a:cubicBezTo>
                  <a:cubicBezTo>
                    <a:pt x="1992" y="2486"/>
                    <a:pt x="1991" y="2481"/>
                    <a:pt x="1990" y="2476"/>
                  </a:cubicBezTo>
                  <a:cubicBezTo>
                    <a:pt x="1990" y="2479"/>
                    <a:pt x="1988" y="2483"/>
                    <a:pt x="1987" y="2483"/>
                  </a:cubicBezTo>
                  <a:cubicBezTo>
                    <a:pt x="1984" y="2483"/>
                    <a:pt x="1984" y="2473"/>
                    <a:pt x="1984" y="2472"/>
                  </a:cubicBezTo>
                  <a:cubicBezTo>
                    <a:pt x="1984" y="2464"/>
                    <a:pt x="1983" y="2458"/>
                    <a:pt x="1983" y="2452"/>
                  </a:cubicBezTo>
                  <a:lnTo>
                    <a:pt x="1983" y="2452"/>
                  </a:lnTo>
                  <a:cubicBezTo>
                    <a:pt x="1983" y="2453"/>
                    <a:pt x="1983" y="2453"/>
                    <a:pt x="1983" y="2454"/>
                  </a:cubicBezTo>
                  <a:cubicBezTo>
                    <a:pt x="1981" y="2458"/>
                    <a:pt x="1981" y="2465"/>
                    <a:pt x="1979" y="2465"/>
                  </a:cubicBezTo>
                  <a:cubicBezTo>
                    <a:pt x="1979" y="2465"/>
                    <a:pt x="1979" y="2465"/>
                    <a:pt x="1978" y="2464"/>
                  </a:cubicBezTo>
                  <a:cubicBezTo>
                    <a:pt x="1975" y="2458"/>
                    <a:pt x="1977" y="2447"/>
                    <a:pt x="1975" y="2441"/>
                  </a:cubicBezTo>
                  <a:cubicBezTo>
                    <a:pt x="1975" y="2449"/>
                    <a:pt x="1972" y="2454"/>
                    <a:pt x="1971" y="2454"/>
                  </a:cubicBezTo>
                  <a:cubicBezTo>
                    <a:pt x="1969" y="2454"/>
                    <a:pt x="1968" y="2451"/>
                    <a:pt x="1968" y="2442"/>
                  </a:cubicBezTo>
                  <a:cubicBezTo>
                    <a:pt x="1967" y="2437"/>
                    <a:pt x="1969" y="2429"/>
                    <a:pt x="1968" y="2423"/>
                  </a:cubicBezTo>
                  <a:lnTo>
                    <a:pt x="1968" y="2423"/>
                  </a:lnTo>
                  <a:cubicBezTo>
                    <a:pt x="1969" y="2429"/>
                    <a:pt x="1962" y="2447"/>
                    <a:pt x="1962" y="2447"/>
                  </a:cubicBezTo>
                  <a:cubicBezTo>
                    <a:pt x="1957" y="2441"/>
                    <a:pt x="1959" y="2429"/>
                    <a:pt x="1960" y="2422"/>
                  </a:cubicBezTo>
                  <a:lnTo>
                    <a:pt x="1960" y="2422"/>
                  </a:lnTo>
                  <a:cubicBezTo>
                    <a:pt x="1958" y="2427"/>
                    <a:pt x="1956" y="2435"/>
                    <a:pt x="1954" y="2435"/>
                  </a:cubicBezTo>
                  <a:cubicBezTo>
                    <a:pt x="1954" y="2435"/>
                    <a:pt x="1954" y="2435"/>
                    <a:pt x="1953" y="2435"/>
                  </a:cubicBezTo>
                  <a:cubicBezTo>
                    <a:pt x="1951" y="2434"/>
                    <a:pt x="1951" y="2421"/>
                    <a:pt x="1951" y="2418"/>
                  </a:cubicBezTo>
                  <a:cubicBezTo>
                    <a:pt x="1948" y="2422"/>
                    <a:pt x="1940" y="2432"/>
                    <a:pt x="1940" y="2438"/>
                  </a:cubicBezTo>
                  <a:cubicBezTo>
                    <a:pt x="1940" y="2438"/>
                    <a:pt x="1940" y="2437"/>
                    <a:pt x="1940" y="2437"/>
                  </a:cubicBezTo>
                  <a:cubicBezTo>
                    <a:pt x="1942" y="2423"/>
                    <a:pt x="1943" y="2403"/>
                    <a:pt x="1936" y="2393"/>
                  </a:cubicBezTo>
                  <a:cubicBezTo>
                    <a:pt x="1935" y="2400"/>
                    <a:pt x="1933" y="2407"/>
                    <a:pt x="1932" y="2415"/>
                  </a:cubicBezTo>
                  <a:cubicBezTo>
                    <a:pt x="1930" y="2417"/>
                    <a:pt x="1931" y="2422"/>
                    <a:pt x="1930" y="2422"/>
                  </a:cubicBezTo>
                  <a:cubicBezTo>
                    <a:pt x="1929" y="2422"/>
                    <a:pt x="1929" y="2422"/>
                    <a:pt x="1929" y="2422"/>
                  </a:cubicBezTo>
                  <a:cubicBezTo>
                    <a:pt x="1923" y="2421"/>
                    <a:pt x="1924" y="2402"/>
                    <a:pt x="1924" y="2397"/>
                  </a:cubicBezTo>
                  <a:lnTo>
                    <a:pt x="1924" y="2397"/>
                  </a:lnTo>
                  <a:cubicBezTo>
                    <a:pt x="1923" y="2405"/>
                    <a:pt x="1921" y="2408"/>
                    <a:pt x="1920" y="2408"/>
                  </a:cubicBezTo>
                  <a:cubicBezTo>
                    <a:pt x="1917" y="2408"/>
                    <a:pt x="1917" y="2379"/>
                    <a:pt x="1916" y="2371"/>
                  </a:cubicBezTo>
                  <a:cubicBezTo>
                    <a:pt x="1916" y="2377"/>
                    <a:pt x="1914" y="2391"/>
                    <a:pt x="1910" y="2394"/>
                  </a:cubicBezTo>
                  <a:cubicBezTo>
                    <a:pt x="1910" y="2394"/>
                    <a:pt x="1910" y="2394"/>
                    <a:pt x="1909" y="2394"/>
                  </a:cubicBezTo>
                  <a:cubicBezTo>
                    <a:pt x="1907" y="2394"/>
                    <a:pt x="1905" y="2387"/>
                    <a:pt x="1905" y="2380"/>
                  </a:cubicBezTo>
                  <a:lnTo>
                    <a:pt x="1905" y="2380"/>
                  </a:lnTo>
                  <a:cubicBezTo>
                    <a:pt x="1904" y="2384"/>
                    <a:pt x="1903" y="2388"/>
                    <a:pt x="1901" y="2388"/>
                  </a:cubicBezTo>
                  <a:cubicBezTo>
                    <a:pt x="1898" y="2388"/>
                    <a:pt x="1897" y="2361"/>
                    <a:pt x="1897" y="2358"/>
                  </a:cubicBezTo>
                  <a:cubicBezTo>
                    <a:pt x="1896" y="2371"/>
                    <a:pt x="1895" y="2376"/>
                    <a:pt x="1893" y="2376"/>
                  </a:cubicBezTo>
                  <a:cubicBezTo>
                    <a:pt x="1890" y="2376"/>
                    <a:pt x="1885" y="2356"/>
                    <a:pt x="1884" y="2343"/>
                  </a:cubicBezTo>
                  <a:cubicBezTo>
                    <a:pt x="1884" y="2351"/>
                    <a:pt x="1881" y="2367"/>
                    <a:pt x="1876" y="2372"/>
                  </a:cubicBezTo>
                  <a:cubicBezTo>
                    <a:pt x="1876" y="2373"/>
                    <a:pt x="1876" y="2373"/>
                    <a:pt x="1876" y="2373"/>
                  </a:cubicBezTo>
                  <a:cubicBezTo>
                    <a:pt x="1875" y="2373"/>
                    <a:pt x="1875" y="2370"/>
                    <a:pt x="1875" y="2370"/>
                  </a:cubicBezTo>
                  <a:cubicBezTo>
                    <a:pt x="1875" y="2367"/>
                    <a:pt x="1875" y="2362"/>
                    <a:pt x="1873" y="2359"/>
                  </a:cubicBezTo>
                  <a:cubicBezTo>
                    <a:pt x="1873" y="2355"/>
                    <a:pt x="1873" y="2351"/>
                    <a:pt x="1873" y="2346"/>
                  </a:cubicBezTo>
                  <a:cubicBezTo>
                    <a:pt x="1873" y="2352"/>
                    <a:pt x="1872" y="2361"/>
                    <a:pt x="1869" y="2365"/>
                  </a:cubicBezTo>
                  <a:cubicBezTo>
                    <a:pt x="1869" y="2365"/>
                    <a:pt x="1868" y="2355"/>
                    <a:pt x="1866" y="2354"/>
                  </a:cubicBezTo>
                  <a:cubicBezTo>
                    <a:pt x="1866" y="2348"/>
                    <a:pt x="1865" y="2342"/>
                    <a:pt x="1865" y="2336"/>
                  </a:cubicBezTo>
                  <a:cubicBezTo>
                    <a:pt x="1864" y="2350"/>
                    <a:pt x="1861" y="2355"/>
                    <a:pt x="1859" y="2355"/>
                  </a:cubicBezTo>
                  <a:cubicBezTo>
                    <a:pt x="1856" y="2355"/>
                    <a:pt x="1854" y="2350"/>
                    <a:pt x="1854" y="2341"/>
                  </a:cubicBezTo>
                  <a:lnTo>
                    <a:pt x="1854" y="2341"/>
                  </a:lnTo>
                  <a:cubicBezTo>
                    <a:pt x="1852" y="2345"/>
                    <a:pt x="1851" y="2349"/>
                    <a:pt x="1850" y="2354"/>
                  </a:cubicBezTo>
                  <a:cubicBezTo>
                    <a:pt x="1847" y="2348"/>
                    <a:pt x="1847" y="2340"/>
                    <a:pt x="1846" y="2333"/>
                  </a:cubicBezTo>
                  <a:lnTo>
                    <a:pt x="1846" y="2333"/>
                  </a:lnTo>
                  <a:cubicBezTo>
                    <a:pt x="1847" y="2338"/>
                    <a:pt x="1845" y="2345"/>
                    <a:pt x="1843" y="2349"/>
                  </a:cubicBezTo>
                  <a:cubicBezTo>
                    <a:pt x="1840" y="2345"/>
                    <a:pt x="1838" y="2340"/>
                    <a:pt x="1837" y="2336"/>
                  </a:cubicBezTo>
                  <a:cubicBezTo>
                    <a:pt x="1837" y="2342"/>
                    <a:pt x="1835" y="2349"/>
                    <a:pt x="1833" y="2355"/>
                  </a:cubicBezTo>
                  <a:cubicBezTo>
                    <a:pt x="1831" y="2351"/>
                    <a:pt x="1828" y="2345"/>
                    <a:pt x="1828" y="2339"/>
                  </a:cubicBezTo>
                  <a:lnTo>
                    <a:pt x="1828" y="2339"/>
                  </a:lnTo>
                  <a:cubicBezTo>
                    <a:pt x="1826" y="2343"/>
                    <a:pt x="1824" y="2347"/>
                    <a:pt x="1822" y="2351"/>
                  </a:cubicBezTo>
                  <a:cubicBezTo>
                    <a:pt x="1821" y="2349"/>
                    <a:pt x="1820" y="2348"/>
                    <a:pt x="1819" y="2348"/>
                  </a:cubicBezTo>
                  <a:cubicBezTo>
                    <a:pt x="1816" y="2348"/>
                    <a:pt x="1817" y="2358"/>
                    <a:pt x="1814" y="2362"/>
                  </a:cubicBezTo>
                  <a:cubicBezTo>
                    <a:pt x="1812" y="2352"/>
                    <a:pt x="1809" y="2339"/>
                    <a:pt x="1803" y="2332"/>
                  </a:cubicBezTo>
                  <a:cubicBezTo>
                    <a:pt x="1803" y="2332"/>
                    <a:pt x="1803" y="2331"/>
                    <a:pt x="1803" y="2331"/>
                  </a:cubicBezTo>
                  <a:cubicBezTo>
                    <a:pt x="1801" y="2331"/>
                    <a:pt x="1800" y="2345"/>
                    <a:pt x="1796" y="2345"/>
                  </a:cubicBezTo>
                  <a:cubicBezTo>
                    <a:pt x="1795" y="2345"/>
                    <a:pt x="1793" y="2344"/>
                    <a:pt x="1792" y="2340"/>
                  </a:cubicBezTo>
                  <a:cubicBezTo>
                    <a:pt x="1790" y="2339"/>
                    <a:pt x="1790" y="2338"/>
                    <a:pt x="1790" y="2336"/>
                  </a:cubicBezTo>
                  <a:cubicBezTo>
                    <a:pt x="1790" y="2338"/>
                    <a:pt x="1789" y="2338"/>
                    <a:pt x="1788" y="2338"/>
                  </a:cubicBezTo>
                  <a:cubicBezTo>
                    <a:pt x="1788" y="2338"/>
                    <a:pt x="1787" y="2338"/>
                    <a:pt x="1787" y="2336"/>
                  </a:cubicBezTo>
                  <a:cubicBezTo>
                    <a:pt x="1786" y="2338"/>
                    <a:pt x="1786" y="2339"/>
                    <a:pt x="1784" y="2340"/>
                  </a:cubicBezTo>
                  <a:cubicBezTo>
                    <a:pt x="1783" y="2338"/>
                    <a:pt x="1782" y="2333"/>
                    <a:pt x="1780" y="2330"/>
                  </a:cubicBezTo>
                  <a:cubicBezTo>
                    <a:pt x="1778" y="2334"/>
                    <a:pt x="1776" y="2336"/>
                    <a:pt x="1775" y="2336"/>
                  </a:cubicBezTo>
                  <a:cubicBezTo>
                    <a:pt x="1774" y="2336"/>
                    <a:pt x="1773" y="2334"/>
                    <a:pt x="1773" y="2327"/>
                  </a:cubicBezTo>
                  <a:cubicBezTo>
                    <a:pt x="1771" y="2329"/>
                    <a:pt x="1771" y="2330"/>
                    <a:pt x="1771" y="2332"/>
                  </a:cubicBezTo>
                  <a:cubicBezTo>
                    <a:pt x="1767" y="2327"/>
                    <a:pt x="1766" y="2320"/>
                    <a:pt x="1764" y="2314"/>
                  </a:cubicBezTo>
                  <a:cubicBezTo>
                    <a:pt x="1764" y="2319"/>
                    <a:pt x="1763" y="2321"/>
                    <a:pt x="1761" y="2326"/>
                  </a:cubicBezTo>
                  <a:cubicBezTo>
                    <a:pt x="1760" y="2325"/>
                    <a:pt x="1759" y="2323"/>
                    <a:pt x="1759" y="2321"/>
                  </a:cubicBezTo>
                  <a:lnTo>
                    <a:pt x="1759" y="2321"/>
                  </a:lnTo>
                  <a:cubicBezTo>
                    <a:pt x="1759" y="2323"/>
                    <a:pt x="1759" y="2324"/>
                    <a:pt x="1758" y="2326"/>
                  </a:cubicBezTo>
                  <a:cubicBezTo>
                    <a:pt x="1754" y="2322"/>
                    <a:pt x="1755" y="2314"/>
                    <a:pt x="1755" y="2308"/>
                  </a:cubicBezTo>
                  <a:lnTo>
                    <a:pt x="1755" y="2308"/>
                  </a:lnTo>
                  <a:cubicBezTo>
                    <a:pt x="1755" y="2314"/>
                    <a:pt x="1754" y="2318"/>
                    <a:pt x="1752" y="2323"/>
                  </a:cubicBezTo>
                  <a:cubicBezTo>
                    <a:pt x="1750" y="2314"/>
                    <a:pt x="1748" y="2303"/>
                    <a:pt x="1748" y="2294"/>
                  </a:cubicBezTo>
                  <a:cubicBezTo>
                    <a:pt x="1747" y="2297"/>
                    <a:pt x="1745" y="2313"/>
                    <a:pt x="1744" y="2313"/>
                  </a:cubicBezTo>
                  <a:cubicBezTo>
                    <a:pt x="1744" y="2313"/>
                    <a:pt x="1744" y="2313"/>
                    <a:pt x="1744" y="2313"/>
                  </a:cubicBezTo>
                  <a:cubicBezTo>
                    <a:pt x="1738" y="2305"/>
                    <a:pt x="1736" y="2295"/>
                    <a:pt x="1731" y="2288"/>
                  </a:cubicBezTo>
                  <a:cubicBezTo>
                    <a:pt x="1731" y="2291"/>
                    <a:pt x="1726" y="2313"/>
                    <a:pt x="1725" y="2313"/>
                  </a:cubicBezTo>
                  <a:cubicBezTo>
                    <a:pt x="1725" y="2313"/>
                    <a:pt x="1725" y="2313"/>
                    <a:pt x="1725" y="2313"/>
                  </a:cubicBezTo>
                  <a:cubicBezTo>
                    <a:pt x="1719" y="2305"/>
                    <a:pt x="1717" y="2294"/>
                    <a:pt x="1713" y="2285"/>
                  </a:cubicBezTo>
                  <a:lnTo>
                    <a:pt x="1713" y="2285"/>
                  </a:lnTo>
                  <a:cubicBezTo>
                    <a:pt x="1715" y="2289"/>
                    <a:pt x="1715" y="2295"/>
                    <a:pt x="1713" y="2300"/>
                  </a:cubicBezTo>
                  <a:cubicBezTo>
                    <a:pt x="1713" y="2305"/>
                    <a:pt x="1712" y="2307"/>
                    <a:pt x="1711" y="2307"/>
                  </a:cubicBezTo>
                  <a:cubicBezTo>
                    <a:pt x="1708" y="2307"/>
                    <a:pt x="1703" y="2282"/>
                    <a:pt x="1701" y="2281"/>
                  </a:cubicBezTo>
                  <a:lnTo>
                    <a:pt x="1701" y="2281"/>
                  </a:lnTo>
                  <a:cubicBezTo>
                    <a:pt x="1701" y="2288"/>
                    <a:pt x="1703" y="2298"/>
                    <a:pt x="1699" y="2304"/>
                  </a:cubicBezTo>
                  <a:cubicBezTo>
                    <a:pt x="1696" y="2300"/>
                    <a:pt x="1694" y="2294"/>
                    <a:pt x="1693" y="2289"/>
                  </a:cubicBezTo>
                  <a:lnTo>
                    <a:pt x="1693" y="2289"/>
                  </a:lnTo>
                  <a:cubicBezTo>
                    <a:pt x="1694" y="2294"/>
                    <a:pt x="1693" y="2309"/>
                    <a:pt x="1691" y="2309"/>
                  </a:cubicBezTo>
                  <a:cubicBezTo>
                    <a:pt x="1691" y="2309"/>
                    <a:pt x="1690" y="2309"/>
                    <a:pt x="1690" y="2307"/>
                  </a:cubicBezTo>
                  <a:cubicBezTo>
                    <a:pt x="1688" y="2302"/>
                    <a:pt x="1683" y="2281"/>
                    <a:pt x="1680" y="2281"/>
                  </a:cubicBezTo>
                  <a:cubicBezTo>
                    <a:pt x="1680" y="2281"/>
                    <a:pt x="1680" y="2282"/>
                    <a:pt x="1680" y="2282"/>
                  </a:cubicBezTo>
                  <a:cubicBezTo>
                    <a:pt x="1680" y="2289"/>
                    <a:pt x="1678" y="2297"/>
                    <a:pt x="1678" y="2304"/>
                  </a:cubicBezTo>
                  <a:cubicBezTo>
                    <a:pt x="1678" y="2305"/>
                    <a:pt x="1678" y="2310"/>
                    <a:pt x="1677" y="2310"/>
                  </a:cubicBezTo>
                  <a:cubicBezTo>
                    <a:pt x="1677" y="2310"/>
                    <a:pt x="1677" y="2310"/>
                    <a:pt x="1677" y="2310"/>
                  </a:cubicBezTo>
                  <a:cubicBezTo>
                    <a:pt x="1673" y="2307"/>
                    <a:pt x="1668" y="2291"/>
                    <a:pt x="1666" y="2291"/>
                  </a:cubicBezTo>
                  <a:lnTo>
                    <a:pt x="1666" y="2291"/>
                  </a:lnTo>
                  <a:cubicBezTo>
                    <a:pt x="1666" y="2291"/>
                    <a:pt x="1666" y="2292"/>
                    <a:pt x="1666" y="2294"/>
                  </a:cubicBezTo>
                  <a:cubicBezTo>
                    <a:pt x="1668" y="2305"/>
                    <a:pt x="1667" y="2310"/>
                    <a:pt x="1666" y="2310"/>
                  </a:cubicBezTo>
                  <a:cubicBezTo>
                    <a:pt x="1663" y="2310"/>
                    <a:pt x="1659" y="2296"/>
                    <a:pt x="1658" y="2286"/>
                  </a:cubicBezTo>
                  <a:lnTo>
                    <a:pt x="1658" y="2286"/>
                  </a:lnTo>
                  <a:cubicBezTo>
                    <a:pt x="1659" y="2295"/>
                    <a:pt x="1657" y="2312"/>
                    <a:pt x="1656" y="2312"/>
                  </a:cubicBezTo>
                  <a:cubicBezTo>
                    <a:pt x="1655" y="2312"/>
                    <a:pt x="1654" y="2310"/>
                    <a:pt x="1654" y="2305"/>
                  </a:cubicBezTo>
                  <a:lnTo>
                    <a:pt x="1654" y="2305"/>
                  </a:lnTo>
                  <a:cubicBezTo>
                    <a:pt x="1654" y="2310"/>
                    <a:pt x="1653" y="2314"/>
                    <a:pt x="1652" y="2319"/>
                  </a:cubicBezTo>
                  <a:cubicBezTo>
                    <a:pt x="1648" y="2310"/>
                    <a:pt x="1648" y="2298"/>
                    <a:pt x="1646" y="2288"/>
                  </a:cubicBezTo>
                  <a:lnTo>
                    <a:pt x="1646" y="2288"/>
                  </a:lnTo>
                  <a:cubicBezTo>
                    <a:pt x="1648" y="2300"/>
                    <a:pt x="1646" y="2308"/>
                    <a:pt x="1645" y="2319"/>
                  </a:cubicBezTo>
                  <a:cubicBezTo>
                    <a:pt x="1639" y="2311"/>
                    <a:pt x="1639" y="2300"/>
                    <a:pt x="1636" y="2291"/>
                  </a:cubicBezTo>
                  <a:lnTo>
                    <a:pt x="1636" y="2291"/>
                  </a:lnTo>
                  <a:cubicBezTo>
                    <a:pt x="1636" y="2301"/>
                    <a:pt x="1639" y="2323"/>
                    <a:pt x="1637" y="2323"/>
                  </a:cubicBezTo>
                  <a:cubicBezTo>
                    <a:pt x="1636" y="2323"/>
                    <a:pt x="1635" y="2321"/>
                    <a:pt x="1633" y="2314"/>
                  </a:cubicBezTo>
                  <a:cubicBezTo>
                    <a:pt x="1632" y="2310"/>
                    <a:pt x="1630" y="2308"/>
                    <a:pt x="1630" y="2304"/>
                  </a:cubicBezTo>
                  <a:lnTo>
                    <a:pt x="1630" y="2304"/>
                  </a:lnTo>
                  <a:cubicBezTo>
                    <a:pt x="1630" y="2309"/>
                    <a:pt x="1632" y="2314"/>
                    <a:pt x="1632" y="2319"/>
                  </a:cubicBezTo>
                  <a:cubicBezTo>
                    <a:pt x="1632" y="2323"/>
                    <a:pt x="1633" y="2327"/>
                    <a:pt x="1633" y="2332"/>
                  </a:cubicBezTo>
                  <a:cubicBezTo>
                    <a:pt x="1633" y="2333"/>
                    <a:pt x="1633" y="2336"/>
                    <a:pt x="1633" y="2336"/>
                  </a:cubicBezTo>
                  <a:cubicBezTo>
                    <a:pt x="1629" y="2330"/>
                    <a:pt x="1623" y="2316"/>
                    <a:pt x="1621" y="2310"/>
                  </a:cubicBezTo>
                  <a:lnTo>
                    <a:pt x="1621" y="2310"/>
                  </a:lnTo>
                  <a:cubicBezTo>
                    <a:pt x="1623" y="2317"/>
                    <a:pt x="1626" y="2327"/>
                    <a:pt x="1624" y="2335"/>
                  </a:cubicBezTo>
                  <a:cubicBezTo>
                    <a:pt x="1618" y="2327"/>
                    <a:pt x="1614" y="2317"/>
                    <a:pt x="1611" y="2307"/>
                  </a:cubicBezTo>
                  <a:lnTo>
                    <a:pt x="1611" y="2307"/>
                  </a:lnTo>
                  <a:cubicBezTo>
                    <a:pt x="1611" y="2313"/>
                    <a:pt x="1617" y="2335"/>
                    <a:pt x="1614" y="2338"/>
                  </a:cubicBezTo>
                  <a:cubicBezTo>
                    <a:pt x="1614" y="2338"/>
                    <a:pt x="1614" y="2338"/>
                    <a:pt x="1614" y="2338"/>
                  </a:cubicBezTo>
                  <a:cubicBezTo>
                    <a:pt x="1612" y="2338"/>
                    <a:pt x="1606" y="2323"/>
                    <a:pt x="1605" y="2322"/>
                  </a:cubicBezTo>
                  <a:lnTo>
                    <a:pt x="1605" y="2322"/>
                  </a:lnTo>
                  <a:cubicBezTo>
                    <a:pt x="1606" y="2334"/>
                    <a:pt x="1605" y="2343"/>
                    <a:pt x="1602" y="2343"/>
                  </a:cubicBezTo>
                  <a:cubicBezTo>
                    <a:pt x="1599" y="2343"/>
                    <a:pt x="1597" y="2338"/>
                    <a:pt x="1594" y="2329"/>
                  </a:cubicBezTo>
                  <a:lnTo>
                    <a:pt x="1594" y="2329"/>
                  </a:lnTo>
                  <a:cubicBezTo>
                    <a:pt x="1594" y="2332"/>
                    <a:pt x="1597" y="2354"/>
                    <a:pt x="1595" y="2354"/>
                  </a:cubicBezTo>
                  <a:cubicBezTo>
                    <a:pt x="1591" y="2354"/>
                    <a:pt x="1583" y="2332"/>
                    <a:pt x="1582" y="2329"/>
                  </a:cubicBezTo>
                  <a:lnTo>
                    <a:pt x="1582" y="2329"/>
                  </a:lnTo>
                  <a:cubicBezTo>
                    <a:pt x="1583" y="2336"/>
                    <a:pt x="1585" y="2349"/>
                    <a:pt x="1581" y="2355"/>
                  </a:cubicBezTo>
                  <a:cubicBezTo>
                    <a:pt x="1581" y="2355"/>
                    <a:pt x="1581" y="2355"/>
                    <a:pt x="1580" y="2355"/>
                  </a:cubicBezTo>
                  <a:cubicBezTo>
                    <a:pt x="1580" y="2355"/>
                    <a:pt x="1569" y="2340"/>
                    <a:pt x="1566" y="2339"/>
                  </a:cubicBezTo>
                  <a:lnTo>
                    <a:pt x="1566" y="2339"/>
                  </a:lnTo>
                  <a:cubicBezTo>
                    <a:pt x="1565" y="2349"/>
                    <a:pt x="1567" y="2362"/>
                    <a:pt x="1566" y="2362"/>
                  </a:cubicBezTo>
                  <a:cubicBezTo>
                    <a:pt x="1566" y="2362"/>
                    <a:pt x="1565" y="2359"/>
                    <a:pt x="1562" y="2349"/>
                  </a:cubicBezTo>
                  <a:cubicBezTo>
                    <a:pt x="1560" y="2346"/>
                    <a:pt x="1559" y="2342"/>
                    <a:pt x="1557" y="2339"/>
                  </a:cubicBezTo>
                  <a:lnTo>
                    <a:pt x="1557" y="2339"/>
                  </a:lnTo>
                  <a:cubicBezTo>
                    <a:pt x="1559" y="2345"/>
                    <a:pt x="1563" y="2355"/>
                    <a:pt x="1560" y="2362"/>
                  </a:cubicBezTo>
                  <a:cubicBezTo>
                    <a:pt x="1560" y="2362"/>
                    <a:pt x="1557" y="2358"/>
                    <a:pt x="1557" y="2358"/>
                  </a:cubicBezTo>
                  <a:cubicBezTo>
                    <a:pt x="1556" y="2357"/>
                    <a:pt x="1549" y="2343"/>
                    <a:pt x="1549" y="2343"/>
                  </a:cubicBezTo>
                  <a:cubicBezTo>
                    <a:pt x="1549" y="2343"/>
                    <a:pt x="1549" y="2343"/>
                    <a:pt x="1549" y="2343"/>
                  </a:cubicBezTo>
                  <a:cubicBezTo>
                    <a:pt x="1549" y="2346"/>
                    <a:pt x="1553" y="2362"/>
                    <a:pt x="1551" y="2364"/>
                  </a:cubicBezTo>
                  <a:cubicBezTo>
                    <a:pt x="1549" y="2364"/>
                    <a:pt x="1538" y="2352"/>
                    <a:pt x="1537" y="2352"/>
                  </a:cubicBezTo>
                  <a:lnTo>
                    <a:pt x="1537" y="2352"/>
                  </a:lnTo>
                  <a:cubicBezTo>
                    <a:pt x="1538" y="2357"/>
                    <a:pt x="1541" y="2365"/>
                    <a:pt x="1541" y="2365"/>
                  </a:cubicBezTo>
                  <a:cubicBezTo>
                    <a:pt x="1541" y="2365"/>
                    <a:pt x="1540" y="2364"/>
                    <a:pt x="1540" y="2364"/>
                  </a:cubicBezTo>
                  <a:cubicBezTo>
                    <a:pt x="1537" y="2359"/>
                    <a:pt x="1534" y="2355"/>
                    <a:pt x="1531" y="2351"/>
                  </a:cubicBezTo>
                  <a:cubicBezTo>
                    <a:pt x="1530" y="2349"/>
                    <a:pt x="1529" y="2347"/>
                    <a:pt x="1528" y="2347"/>
                  </a:cubicBezTo>
                  <a:cubicBezTo>
                    <a:pt x="1528" y="2347"/>
                    <a:pt x="1528" y="2347"/>
                    <a:pt x="1528" y="2348"/>
                  </a:cubicBezTo>
                  <a:cubicBezTo>
                    <a:pt x="1530" y="2355"/>
                    <a:pt x="1532" y="2362"/>
                    <a:pt x="1535" y="2368"/>
                  </a:cubicBezTo>
                  <a:cubicBezTo>
                    <a:pt x="1532" y="2364"/>
                    <a:pt x="1509" y="2361"/>
                    <a:pt x="1506" y="2358"/>
                  </a:cubicBezTo>
                  <a:lnTo>
                    <a:pt x="1506" y="2358"/>
                  </a:lnTo>
                  <a:cubicBezTo>
                    <a:pt x="1508" y="2364"/>
                    <a:pt x="1492" y="2370"/>
                    <a:pt x="1492" y="2375"/>
                  </a:cubicBezTo>
                  <a:cubicBezTo>
                    <a:pt x="1505" y="2376"/>
                    <a:pt x="1515" y="2376"/>
                    <a:pt x="1522" y="2376"/>
                  </a:cubicBezTo>
                  <a:lnTo>
                    <a:pt x="1522" y="2376"/>
                  </a:lnTo>
                  <a:cubicBezTo>
                    <a:pt x="1522" y="2377"/>
                    <a:pt x="1522" y="2378"/>
                    <a:pt x="1523" y="2379"/>
                  </a:cubicBezTo>
                  <a:lnTo>
                    <a:pt x="1523" y="2379"/>
                  </a:lnTo>
                  <a:cubicBezTo>
                    <a:pt x="1523" y="2379"/>
                    <a:pt x="1523" y="2379"/>
                    <a:pt x="1523" y="2378"/>
                  </a:cubicBezTo>
                  <a:lnTo>
                    <a:pt x="1523" y="2378"/>
                  </a:lnTo>
                  <a:cubicBezTo>
                    <a:pt x="1524" y="2380"/>
                    <a:pt x="1525" y="2382"/>
                    <a:pt x="1526" y="2384"/>
                  </a:cubicBezTo>
                  <a:lnTo>
                    <a:pt x="1526" y="2384"/>
                  </a:lnTo>
                  <a:cubicBezTo>
                    <a:pt x="1526" y="2384"/>
                    <a:pt x="1527" y="2384"/>
                    <a:pt x="1528" y="2383"/>
                  </a:cubicBezTo>
                  <a:lnTo>
                    <a:pt x="1528" y="2383"/>
                  </a:lnTo>
                  <a:cubicBezTo>
                    <a:pt x="1530" y="2387"/>
                    <a:pt x="1533" y="2391"/>
                    <a:pt x="1531" y="2391"/>
                  </a:cubicBezTo>
                  <a:cubicBezTo>
                    <a:pt x="1531" y="2391"/>
                    <a:pt x="1531" y="2391"/>
                    <a:pt x="1531" y="2391"/>
                  </a:cubicBezTo>
                  <a:cubicBezTo>
                    <a:pt x="1529" y="2391"/>
                    <a:pt x="1527" y="2388"/>
                    <a:pt x="1526" y="2384"/>
                  </a:cubicBezTo>
                  <a:lnTo>
                    <a:pt x="1526" y="2384"/>
                  </a:lnTo>
                  <a:cubicBezTo>
                    <a:pt x="1525" y="2384"/>
                    <a:pt x="1524" y="2384"/>
                    <a:pt x="1524" y="2385"/>
                  </a:cubicBezTo>
                  <a:lnTo>
                    <a:pt x="1524" y="2385"/>
                  </a:lnTo>
                  <a:cubicBezTo>
                    <a:pt x="1523" y="2383"/>
                    <a:pt x="1523" y="2381"/>
                    <a:pt x="1523" y="2379"/>
                  </a:cubicBezTo>
                  <a:lnTo>
                    <a:pt x="1523" y="2379"/>
                  </a:lnTo>
                  <a:cubicBezTo>
                    <a:pt x="1520" y="2382"/>
                    <a:pt x="1517" y="2384"/>
                    <a:pt x="1518" y="2387"/>
                  </a:cubicBezTo>
                  <a:lnTo>
                    <a:pt x="1518" y="2387"/>
                  </a:lnTo>
                  <a:cubicBezTo>
                    <a:pt x="1518" y="2386"/>
                    <a:pt x="1520" y="2385"/>
                    <a:pt x="1524" y="2385"/>
                  </a:cubicBezTo>
                  <a:lnTo>
                    <a:pt x="1524" y="2385"/>
                  </a:lnTo>
                  <a:cubicBezTo>
                    <a:pt x="1526" y="2393"/>
                    <a:pt x="1529" y="2402"/>
                    <a:pt x="1531" y="2413"/>
                  </a:cubicBezTo>
                  <a:cubicBezTo>
                    <a:pt x="1518" y="2386"/>
                    <a:pt x="1495" y="2377"/>
                    <a:pt x="1470" y="2368"/>
                  </a:cubicBezTo>
                  <a:lnTo>
                    <a:pt x="1470" y="2368"/>
                  </a:lnTo>
                  <a:cubicBezTo>
                    <a:pt x="1481" y="2374"/>
                    <a:pt x="1506" y="2390"/>
                    <a:pt x="1508" y="2406"/>
                  </a:cubicBezTo>
                  <a:cubicBezTo>
                    <a:pt x="1500" y="2394"/>
                    <a:pt x="1492" y="2393"/>
                    <a:pt x="1479" y="2390"/>
                  </a:cubicBezTo>
                  <a:lnTo>
                    <a:pt x="1479" y="2390"/>
                  </a:lnTo>
                  <a:cubicBezTo>
                    <a:pt x="1492" y="2393"/>
                    <a:pt x="1499" y="2406"/>
                    <a:pt x="1506" y="2416"/>
                  </a:cubicBezTo>
                  <a:cubicBezTo>
                    <a:pt x="1496" y="2409"/>
                    <a:pt x="1489" y="2405"/>
                    <a:pt x="1474" y="2402"/>
                  </a:cubicBezTo>
                  <a:lnTo>
                    <a:pt x="1474" y="2402"/>
                  </a:lnTo>
                  <a:cubicBezTo>
                    <a:pt x="1478" y="2405"/>
                    <a:pt x="1483" y="2410"/>
                    <a:pt x="1487" y="2414"/>
                  </a:cubicBezTo>
                  <a:lnTo>
                    <a:pt x="1487" y="2414"/>
                  </a:lnTo>
                  <a:cubicBezTo>
                    <a:pt x="1484" y="2412"/>
                    <a:pt x="1480" y="2411"/>
                    <a:pt x="1477" y="2410"/>
                  </a:cubicBezTo>
                  <a:lnTo>
                    <a:pt x="1477" y="2410"/>
                  </a:lnTo>
                  <a:cubicBezTo>
                    <a:pt x="1480" y="2413"/>
                    <a:pt x="1483" y="2418"/>
                    <a:pt x="1486" y="2421"/>
                  </a:cubicBezTo>
                  <a:cubicBezTo>
                    <a:pt x="1492" y="2427"/>
                    <a:pt x="1493" y="2430"/>
                    <a:pt x="1493" y="2430"/>
                  </a:cubicBezTo>
                  <a:cubicBezTo>
                    <a:pt x="1491" y="2430"/>
                    <a:pt x="1477" y="2418"/>
                    <a:pt x="1470" y="2415"/>
                  </a:cubicBezTo>
                  <a:lnTo>
                    <a:pt x="1470" y="2415"/>
                  </a:lnTo>
                  <a:cubicBezTo>
                    <a:pt x="1474" y="2420"/>
                    <a:pt x="1478" y="2427"/>
                    <a:pt x="1483" y="2432"/>
                  </a:cubicBezTo>
                  <a:lnTo>
                    <a:pt x="1483" y="2432"/>
                  </a:lnTo>
                  <a:cubicBezTo>
                    <a:pt x="1478" y="2428"/>
                    <a:pt x="1472" y="2423"/>
                    <a:pt x="1468" y="2423"/>
                  </a:cubicBezTo>
                  <a:cubicBezTo>
                    <a:pt x="1468" y="2423"/>
                    <a:pt x="1467" y="2423"/>
                    <a:pt x="1467" y="2423"/>
                  </a:cubicBezTo>
                  <a:cubicBezTo>
                    <a:pt x="1465" y="2423"/>
                    <a:pt x="1477" y="2439"/>
                    <a:pt x="1479" y="2441"/>
                  </a:cubicBezTo>
                  <a:cubicBezTo>
                    <a:pt x="1474" y="2437"/>
                    <a:pt x="1468" y="2432"/>
                    <a:pt x="1463" y="2431"/>
                  </a:cubicBezTo>
                  <a:lnTo>
                    <a:pt x="1463" y="2431"/>
                  </a:lnTo>
                  <a:cubicBezTo>
                    <a:pt x="1464" y="2432"/>
                    <a:pt x="1476" y="2451"/>
                    <a:pt x="1474" y="2451"/>
                  </a:cubicBezTo>
                  <a:cubicBezTo>
                    <a:pt x="1474" y="2451"/>
                    <a:pt x="1474" y="2451"/>
                    <a:pt x="1474" y="2451"/>
                  </a:cubicBezTo>
                  <a:cubicBezTo>
                    <a:pt x="1473" y="2451"/>
                    <a:pt x="1470" y="2448"/>
                    <a:pt x="1468" y="2448"/>
                  </a:cubicBezTo>
                  <a:cubicBezTo>
                    <a:pt x="1463" y="2444"/>
                    <a:pt x="1457" y="2442"/>
                    <a:pt x="1448" y="2441"/>
                  </a:cubicBezTo>
                  <a:lnTo>
                    <a:pt x="1448" y="2441"/>
                  </a:lnTo>
                  <a:cubicBezTo>
                    <a:pt x="1454" y="2444"/>
                    <a:pt x="1465" y="2456"/>
                    <a:pt x="1468" y="2461"/>
                  </a:cubicBezTo>
                  <a:cubicBezTo>
                    <a:pt x="1470" y="2464"/>
                    <a:pt x="1471" y="2470"/>
                    <a:pt x="1472" y="2471"/>
                  </a:cubicBezTo>
                  <a:lnTo>
                    <a:pt x="1472" y="2471"/>
                  </a:lnTo>
                  <a:cubicBezTo>
                    <a:pt x="1458" y="2463"/>
                    <a:pt x="1443" y="2463"/>
                    <a:pt x="1428" y="2458"/>
                  </a:cubicBezTo>
                  <a:lnTo>
                    <a:pt x="1428" y="2458"/>
                  </a:lnTo>
                  <a:cubicBezTo>
                    <a:pt x="1435" y="2464"/>
                    <a:pt x="1448" y="2470"/>
                    <a:pt x="1454" y="2477"/>
                  </a:cubicBezTo>
                  <a:cubicBezTo>
                    <a:pt x="1446" y="2476"/>
                    <a:pt x="1440" y="2473"/>
                    <a:pt x="1432" y="2473"/>
                  </a:cubicBezTo>
                  <a:cubicBezTo>
                    <a:pt x="1430" y="2473"/>
                    <a:pt x="1429" y="2473"/>
                    <a:pt x="1428" y="2473"/>
                  </a:cubicBezTo>
                  <a:cubicBezTo>
                    <a:pt x="1435" y="2477"/>
                    <a:pt x="1441" y="2482"/>
                    <a:pt x="1448" y="2486"/>
                  </a:cubicBezTo>
                  <a:cubicBezTo>
                    <a:pt x="1440" y="2485"/>
                    <a:pt x="1433" y="2481"/>
                    <a:pt x="1425" y="2481"/>
                  </a:cubicBezTo>
                  <a:cubicBezTo>
                    <a:pt x="1423" y="2481"/>
                    <a:pt x="1422" y="2482"/>
                    <a:pt x="1420" y="2482"/>
                  </a:cubicBezTo>
                  <a:cubicBezTo>
                    <a:pt x="1428" y="2484"/>
                    <a:pt x="1439" y="2494"/>
                    <a:pt x="1449" y="2494"/>
                  </a:cubicBezTo>
                  <a:cubicBezTo>
                    <a:pt x="1449" y="2494"/>
                    <a:pt x="1449" y="2494"/>
                    <a:pt x="1450" y="2493"/>
                  </a:cubicBezTo>
                  <a:lnTo>
                    <a:pt x="1450" y="2493"/>
                  </a:lnTo>
                  <a:cubicBezTo>
                    <a:pt x="1447" y="2494"/>
                    <a:pt x="1445" y="2494"/>
                    <a:pt x="1442" y="2494"/>
                  </a:cubicBezTo>
                  <a:cubicBezTo>
                    <a:pt x="1434" y="2494"/>
                    <a:pt x="1425" y="2493"/>
                    <a:pt x="1417" y="2493"/>
                  </a:cubicBezTo>
                  <a:cubicBezTo>
                    <a:pt x="1413" y="2493"/>
                    <a:pt x="1410" y="2493"/>
                    <a:pt x="1407" y="2493"/>
                  </a:cubicBezTo>
                  <a:cubicBezTo>
                    <a:pt x="1415" y="2496"/>
                    <a:pt x="1426" y="2499"/>
                    <a:pt x="1436" y="2499"/>
                  </a:cubicBezTo>
                  <a:cubicBezTo>
                    <a:pt x="1437" y="2499"/>
                    <a:pt x="1439" y="2499"/>
                    <a:pt x="1441" y="2499"/>
                  </a:cubicBezTo>
                  <a:lnTo>
                    <a:pt x="1441" y="2499"/>
                  </a:lnTo>
                  <a:cubicBezTo>
                    <a:pt x="1431" y="2501"/>
                    <a:pt x="1419" y="2499"/>
                    <a:pt x="1409" y="2504"/>
                  </a:cubicBezTo>
                  <a:cubicBezTo>
                    <a:pt x="1419" y="2505"/>
                    <a:pt x="1447" y="2513"/>
                    <a:pt x="1432" y="2513"/>
                  </a:cubicBezTo>
                  <a:cubicBezTo>
                    <a:pt x="1430" y="2513"/>
                    <a:pt x="1427" y="2513"/>
                    <a:pt x="1423" y="2512"/>
                  </a:cubicBezTo>
                  <a:lnTo>
                    <a:pt x="1416" y="2512"/>
                  </a:lnTo>
                  <a:cubicBezTo>
                    <a:pt x="1422" y="2513"/>
                    <a:pt x="1429" y="2517"/>
                    <a:pt x="1433" y="2518"/>
                  </a:cubicBezTo>
                  <a:cubicBezTo>
                    <a:pt x="1430" y="2518"/>
                    <a:pt x="1427" y="2517"/>
                    <a:pt x="1423" y="2517"/>
                  </a:cubicBezTo>
                  <a:cubicBezTo>
                    <a:pt x="1418" y="2517"/>
                    <a:pt x="1412" y="2518"/>
                    <a:pt x="1406" y="2520"/>
                  </a:cubicBezTo>
                  <a:cubicBezTo>
                    <a:pt x="1414" y="2521"/>
                    <a:pt x="1423" y="2523"/>
                    <a:pt x="1432" y="2524"/>
                  </a:cubicBezTo>
                  <a:cubicBezTo>
                    <a:pt x="1426" y="2525"/>
                    <a:pt x="1419" y="2525"/>
                    <a:pt x="1413" y="2527"/>
                  </a:cubicBezTo>
                  <a:cubicBezTo>
                    <a:pt x="1419" y="2528"/>
                    <a:pt x="1425" y="2528"/>
                    <a:pt x="1429" y="2531"/>
                  </a:cubicBezTo>
                  <a:cubicBezTo>
                    <a:pt x="1425" y="2531"/>
                    <a:pt x="1419" y="2531"/>
                    <a:pt x="1414" y="2533"/>
                  </a:cubicBezTo>
                  <a:cubicBezTo>
                    <a:pt x="1423" y="2540"/>
                    <a:pt x="1428" y="2539"/>
                    <a:pt x="1410" y="2540"/>
                  </a:cubicBezTo>
                  <a:cubicBezTo>
                    <a:pt x="1416" y="2543"/>
                    <a:pt x="1420" y="2543"/>
                    <a:pt x="1425" y="2546"/>
                  </a:cubicBezTo>
                  <a:cubicBezTo>
                    <a:pt x="1410" y="2547"/>
                    <a:pt x="1406" y="2547"/>
                    <a:pt x="1422" y="2552"/>
                  </a:cubicBezTo>
                  <a:cubicBezTo>
                    <a:pt x="1431" y="2553"/>
                    <a:pt x="1413" y="2555"/>
                    <a:pt x="1410" y="2556"/>
                  </a:cubicBezTo>
                  <a:cubicBezTo>
                    <a:pt x="1420" y="2560"/>
                    <a:pt x="1425" y="2562"/>
                    <a:pt x="1410" y="2566"/>
                  </a:cubicBezTo>
                  <a:cubicBezTo>
                    <a:pt x="1414" y="2568"/>
                    <a:pt x="1419" y="2568"/>
                    <a:pt x="1420" y="2569"/>
                  </a:cubicBezTo>
                  <a:cubicBezTo>
                    <a:pt x="1417" y="2571"/>
                    <a:pt x="1414" y="2571"/>
                    <a:pt x="1410" y="2571"/>
                  </a:cubicBezTo>
                  <a:cubicBezTo>
                    <a:pt x="1413" y="2572"/>
                    <a:pt x="1420" y="2573"/>
                    <a:pt x="1422" y="2576"/>
                  </a:cubicBezTo>
                  <a:cubicBezTo>
                    <a:pt x="1423" y="2579"/>
                    <a:pt x="1407" y="2578"/>
                    <a:pt x="1417" y="2582"/>
                  </a:cubicBezTo>
                  <a:lnTo>
                    <a:pt x="1412" y="2582"/>
                  </a:lnTo>
                  <a:cubicBezTo>
                    <a:pt x="1413" y="2584"/>
                    <a:pt x="1417" y="2588"/>
                    <a:pt x="1416" y="2588"/>
                  </a:cubicBezTo>
                  <a:cubicBezTo>
                    <a:pt x="1412" y="2591"/>
                    <a:pt x="1406" y="2592"/>
                    <a:pt x="1409" y="2598"/>
                  </a:cubicBezTo>
                  <a:cubicBezTo>
                    <a:pt x="1410" y="2600"/>
                    <a:pt x="1413" y="2603"/>
                    <a:pt x="1412" y="2604"/>
                  </a:cubicBezTo>
                  <a:cubicBezTo>
                    <a:pt x="1412" y="2607"/>
                    <a:pt x="1404" y="2604"/>
                    <a:pt x="1410" y="2608"/>
                  </a:cubicBezTo>
                  <a:cubicBezTo>
                    <a:pt x="1407" y="2613"/>
                    <a:pt x="1404" y="2611"/>
                    <a:pt x="1409" y="2617"/>
                  </a:cubicBezTo>
                  <a:cubicBezTo>
                    <a:pt x="1401" y="2649"/>
                    <a:pt x="1382" y="2740"/>
                    <a:pt x="1387" y="2777"/>
                  </a:cubicBezTo>
                  <a:cubicBezTo>
                    <a:pt x="1391" y="2815"/>
                    <a:pt x="1410" y="2871"/>
                    <a:pt x="1413" y="2871"/>
                  </a:cubicBezTo>
                  <a:cubicBezTo>
                    <a:pt x="1416" y="2871"/>
                    <a:pt x="1403" y="2882"/>
                    <a:pt x="1397" y="2888"/>
                  </a:cubicBezTo>
                  <a:cubicBezTo>
                    <a:pt x="1381" y="2898"/>
                    <a:pt x="1349" y="2920"/>
                    <a:pt x="1374" y="2974"/>
                  </a:cubicBezTo>
                  <a:cubicBezTo>
                    <a:pt x="1398" y="3028"/>
                    <a:pt x="1410" y="3037"/>
                    <a:pt x="1420" y="3044"/>
                  </a:cubicBezTo>
                  <a:cubicBezTo>
                    <a:pt x="1425" y="3048"/>
                    <a:pt x="1432" y="3049"/>
                    <a:pt x="1437" y="3049"/>
                  </a:cubicBezTo>
                  <a:cubicBezTo>
                    <a:pt x="1442" y="3049"/>
                    <a:pt x="1446" y="3048"/>
                    <a:pt x="1447" y="3048"/>
                  </a:cubicBezTo>
                  <a:cubicBezTo>
                    <a:pt x="1452" y="3047"/>
                    <a:pt x="1464" y="3045"/>
                    <a:pt x="1467" y="3045"/>
                  </a:cubicBezTo>
                  <a:cubicBezTo>
                    <a:pt x="1470" y="3044"/>
                    <a:pt x="1476" y="3044"/>
                    <a:pt x="1479" y="3044"/>
                  </a:cubicBezTo>
                  <a:cubicBezTo>
                    <a:pt x="1481" y="3051"/>
                    <a:pt x="1486" y="3066"/>
                    <a:pt x="1492" y="3078"/>
                  </a:cubicBezTo>
                  <a:cubicBezTo>
                    <a:pt x="1496" y="3088"/>
                    <a:pt x="1502" y="3096"/>
                    <a:pt x="1505" y="3101"/>
                  </a:cubicBezTo>
                  <a:cubicBezTo>
                    <a:pt x="1511" y="3124"/>
                    <a:pt x="1522" y="3172"/>
                    <a:pt x="1531" y="3214"/>
                  </a:cubicBezTo>
                  <a:cubicBezTo>
                    <a:pt x="1541" y="3255"/>
                    <a:pt x="1567" y="3350"/>
                    <a:pt x="1579" y="3389"/>
                  </a:cubicBezTo>
                  <a:cubicBezTo>
                    <a:pt x="1588" y="3420"/>
                    <a:pt x="1595" y="3431"/>
                    <a:pt x="1599" y="3439"/>
                  </a:cubicBezTo>
                  <a:lnTo>
                    <a:pt x="1599" y="3439"/>
                  </a:lnTo>
                  <a:lnTo>
                    <a:pt x="1598" y="3449"/>
                  </a:lnTo>
                  <a:cubicBezTo>
                    <a:pt x="1586" y="3455"/>
                    <a:pt x="1562" y="3472"/>
                    <a:pt x="1553" y="3484"/>
                  </a:cubicBezTo>
                  <a:cubicBezTo>
                    <a:pt x="1544" y="3497"/>
                    <a:pt x="1538" y="3529"/>
                    <a:pt x="1522" y="3539"/>
                  </a:cubicBezTo>
                  <a:cubicBezTo>
                    <a:pt x="1505" y="3549"/>
                    <a:pt x="1486" y="3554"/>
                    <a:pt x="1471" y="3555"/>
                  </a:cubicBezTo>
                  <a:cubicBezTo>
                    <a:pt x="1457" y="3557"/>
                    <a:pt x="1454" y="3564"/>
                    <a:pt x="1433" y="3577"/>
                  </a:cubicBezTo>
                  <a:cubicBezTo>
                    <a:pt x="1412" y="3592"/>
                    <a:pt x="1355" y="3580"/>
                    <a:pt x="1327" y="3600"/>
                  </a:cubicBezTo>
                  <a:cubicBezTo>
                    <a:pt x="1298" y="3621"/>
                    <a:pt x="1304" y="3622"/>
                    <a:pt x="1273" y="3624"/>
                  </a:cubicBezTo>
                  <a:cubicBezTo>
                    <a:pt x="1243" y="3624"/>
                    <a:pt x="1228" y="3627"/>
                    <a:pt x="1221" y="3627"/>
                  </a:cubicBezTo>
                  <a:cubicBezTo>
                    <a:pt x="1219" y="3631"/>
                    <a:pt x="1218" y="3635"/>
                    <a:pt x="1216" y="3640"/>
                  </a:cubicBezTo>
                  <a:cubicBezTo>
                    <a:pt x="1211" y="3638"/>
                    <a:pt x="1204" y="3638"/>
                    <a:pt x="1197" y="3638"/>
                  </a:cubicBezTo>
                  <a:cubicBezTo>
                    <a:pt x="1182" y="3638"/>
                    <a:pt x="1164" y="3641"/>
                    <a:pt x="1142" y="3646"/>
                  </a:cubicBezTo>
                  <a:cubicBezTo>
                    <a:pt x="1114" y="3660"/>
                    <a:pt x="1059" y="3688"/>
                    <a:pt x="1021" y="3737"/>
                  </a:cubicBezTo>
                  <a:cubicBezTo>
                    <a:pt x="983" y="3785"/>
                    <a:pt x="916" y="3876"/>
                    <a:pt x="894" y="3914"/>
                  </a:cubicBezTo>
                  <a:cubicBezTo>
                    <a:pt x="873" y="3953"/>
                    <a:pt x="829" y="3988"/>
                    <a:pt x="763" y="4042"/>
                  </a:cubicBezTo>
                  <a:cubicBezTo>
                    <a:pt x="696" y="4097"/>
                    <a:pt x="606" y="4161"/>
                    <a:pt x="593" y="4173"/>
                  </a:cubicBezTo>
                  <a:cubicBezTo>
                    <a:pt x="580" y="4185"/>
                    <a:pt x="514" y="4224"/>
                    <a:pt x="506" y="4227"/>
                  </a:cubicBezTo>
                  <a:cubicBezTo>
                    <a:pt x="500" y="4230"/>
                    <a:pt x="476" y="4246"/>
                    <a:pt x="457" y="4260"/>
                  </a:cubicBezTo>
                  <a:cubicBezTo>
                    <a:pt x="469" y="4233"/>
                    <a:pt x="478" y="4206"/>
                    <a:pt x="479" y="4192"/>
                  </a:cubicBezTo>
                  <a:cubicBezTo>
                    <a:pt x="484" y="4167"/>
                    <a:pt x="500" y="4126"/>
                    <a:pt x="508" y="4115"/>
                  </a:cubicBezTo>
                  <a:cubicBezTo>
                    <a:pt x="517" y="4103"/>
                    <a:pt x="516" y="4087"/>
                    <a:pt x="514" y="4087"/>
                  </a:cubicBezTo>
                  <a:lnTo>
                    <a:pt x="497" y="4075"/>
                  </a:lnTo>
                  <a:lnTo>
                    <a:pt x="476" y="4077"/>
                  </a:lnTo>
                  <a:cubicBezTo>
                    <a:pt x="459" y="4091"/>
                    <a:pt x="452" y="4078"/>
                    <a:pt x="425" y="4122"/>
                  </a:cubicBezTo>
                  <a:cubicBezTo>
                    <a:pt x="399" y="4166"/>
                    <a:pt x="385" y="4188"/>
                    <a:pt x="379" y="4198"/>
                  </a:cubicBezTo>
                  <a:cubicBezTo>
                    <a:pt x="373" y="4190"/>
                    <a:pt x="361" y="4177"/>
                    <a:pt x="351" y="4158"/>
                  </a:cubicBezTo>
                  <a:cubicBezTo>
                    <a:pt x="341" y="4138"/>
                    <a:pt x="334" y="4106"/>
                    <a:pt x="339" y="4097"/>
                  </a:cubicBezTo>
                  <a:cubicBezTo>
                    <a:pt x="344" y="4088"/>
                    <a:pt x="360" y="4061"/>
                    <a:pt x="364" y="4049"/>
                  </a:cubicBezTo>
                  <a:cubicBezTo>
                    <a:pt x="370" y="4039"/>
                    <a:pt x="415" y="4000"/>
                    <a:pt x="399" y="3992"/>
                  </a:cubicBezTo>
                  <a:cubicBezTo>
                    <a:pt x="390" y="3989"/>
                    <a:pt x="387" y="3983"/>
                    <a:pt x="379" y="3983"/>
                  </a:cubicBezTo>
                  <a:cubicBezTo>
                    <a:pt x="373" y="3983"/>
                    <a:pt x="365" y="3986"/>
                    <a:pt x="351" y="3994"/>
                  </a:cubicBezTo>
                  <a:cubicBezTo>
                    <a:pt x="316" y="4014"/>
                    <a:pt x="280" y="4035"/>
                    <a:pt x="272" y="4059"/>
                  </a:cubicBezTo>
                  <a:cubicBezTo>
                    <a:pt x="264" y="4086"/>
                    <a:pt x="252" y="4094"/>
                    <a:pt x="245" y="4099"/>
                  </a:cubicBezTo>
                  <a:cubicBezTo>
                    <a:pt x="243" y="4090"/>
                    <a:pt x="237" y="4070"/>
                    <a:pt x="249" y="4049"/>
                  </a:cubicBezTo>
                  <a:cubicBezTo>
                    <a:pt x="258" y="4030"/>
                    <a:pt x="267" y="4021"/>
                    <a:pt x="265" y="4020"/>
                  </a:cubicBezTo>
                  <a:cubicBezTo>
                    <a:pt x="265" y="4010"/>
                    <a:pt x="265" y="3992"/>
                    <a:pt x="252" y="3992"/>
                  </a:cubicBezTo>
                  <a:cubicBezTo>
                    <a:pt x="252" y="3992"/>
                    <a:pt x="251" y="3992"/>
                    <a:pt x="251" y="3992"/>
                  </a:cubicBezTo>
                  <a:cubicBezTo>
                    <a:pt x="236" y="3994"/>
                    <a:pt x="205" y="4005"/>
                    <a:pt x="203" y="4007"/>
                  </a:cubicBezTo>
                  <a:cubicBezTo>
                    <a:pt x="197" y="4007"/>
                    <a:pt x="185" y="4007"/>
                    <a:pt x="178" y="4014"/>
                  </a:cubicBezTo>
                  <a:cubicBezTo>
                    <a:pt x="169" y="4021"/>
                    <a:pt x="152" y="4048"/>
                    <a:pt x="150" y="4052"/>
                  </a:cubicBezTo>
                  <a:cubicBezTo>
                    <a:pt x="149" y="4056"/>
                    <a:pt x="128" y="4061"/>
                    <a:pt x="127" y="4061"/>
                  </a:cubicBezTo>
                  <a:cubicBezTo>
                    <a:pt x="115" y="4062"/>
                    <a:pt x="90" y="4067"/>
                    <a:pt x="87" y="4080"/>
                  </a:cubicBezTo>
                  <a:cubicBezTo>
                    <a:pt x="86" y="4091"/>
                    <a:pt x="101" y="4134"/>
                    <a:pt x="89" y="4163"/>
                  </a:cubicBezTo>
                  <a:cubicBezTo>
                    <a:pt x="77" y="4193"/>
                    <a:pt x="71" y="4209"/>
                    <a:pt x="54" y="4228"/>
                  </a:cubicBezTo>
                  <a:cubicBezTo>
                    <a:pt x="38" y="4246"/>
                    <a:pt x="20" y="4269"/>
                    <a:pt x="15" y="4288"/>
                  </a:cubicBezTo>
                  <a:cubicBezTo>
                    <a:pt x="7" y="4307"/>
                    <a:pt x="0" y="4332"/>
                    <a:pt x="13" y="4343"/>
                  </a:cubicBezTo>
                  <a:cubicBezTo>
                    <a:pt x="28" y="4354"/>
                    <a:pt x="29" y="4352"/>
                    <a:pt x="39" y="4373"/>
                  </a:cubicBezTo>
                  <a:cubicBezTo>
                    <a:pt x="50" y="4394"/>
                    <a:pt x="41" y="4426"/>
                    <a:pt x="63" y="4444"/>
                  </a:cubicBezTo>
                  <a:cubicBezTo>
                    <a:pt x="82" y="4459"/>
                    <a:pt x="78" y="4481"/>
                    <a:pt x="102" y="4481"/>
                  </a:cubicBezTo>
                  <a:cubicBezTo>
                    <a:pt x="106" y="4481"/>
                    <a:pt x="111" y="4480"/>
                    <a:pt x="117" y="4479"/>
                  </a:cubicBezTo>
                  <a:cubicBezTo>
                    <a:pt x="165" y="4536"/>
                    <a:pt x="236" y="4608"/>
                    <a:pt x="300" y="4617"/>
                  </a:cubicBezTo>
                  <a:cubicBezTo>
                    <a:pt x="346" y="4623"/>
                    <a:pt x="417" y="4630"/>
                    <a:pt x="478" y="4630"/>
                  </a:cubicBezTo>
                  <a:cubicBezTo>
                    <a:pt x="520" y="4630"/>
                    <a:pt x="557" y="4627"/>
                    <a:pt x="577" y="4617"/>
                  </a:cubicBezTo>
                  <a:cubicBezTo>
                    <a:pt x="625" y="4592"/>
                    <a:pt x="628" y="4565"/>
                    <a:pt x="676" y="4549"/>
                  </a:cubicBezTo>
                  <a:cubicBezTo>
                    <a:pt x="724" y="4534"/>
                    <a:pt x="819" y="4464"/>
                    <a:pt x="910" y="4409"/>
                  </a:cubicBezTo>
                  <a:cubicBezTo>
                    <a:pt x="1004" y="4355"/>
                    <a:pt x="1079" y="4256"/>
                    <a:pt x="1106" y="4225"/>
                  </a:cubicBezTo>
                  <a:cubicBezTo>
                    <a:pt x="1133" y="4193"/>
                    <a:pt x="1171" y="4167"/>
                    <a:pt x="1177" y="4160"/>
                  </a:cubicBezTo>
                  <a:cubicBezTo>
                    <a:pt x="1183" y="4154"/>
                    <a:pt x="1215" y="4134"/>
                    <a:pt x="1231" y="4123"/>
                  </a:cubicBezTo>
                  <a:lnTo>
                    <a:pt x="1240" y="4118"/>
                  </a:lnTo>
                  <a:cubicBezTo>
                    <a:pt x="1286" y="4186"/>
                    <a:pt x="1266" y="4176"/>
                    <a:pt x="1288" y="4212"/>
                  </a:cubicBezTo>
                  <a:cubicBezTo>
                    <a:pt x="1311" y="4252"/>
                    <a:pt x="1308" y="4275"/>
                    <a:pt x="1305" y="4294"/>
                  </a:cubicBezTo>
                  <a:cubicBezTo>
                    <a:pt x="1304" y="4314"/>
                    <a:pt x="1305" y="4365"/>
                    <a:pt x="1323" y="4407"/>
                  </a:cubicBezTo>
                  <a:cubicBezTo>
                    <a:pt x="1340" y="4448"/>
                    <a:pt x="1343" y="4457"/>
                    <a:pt x="1350" y="4508"/>
                  </a:cubicBezTo>
                  <a:cubicBezTo>
                    <a:pt x="1359" y="4559"/>
                    <a:pt x="1365" y="4582"/>
                    <a:pt x="1384" y="4625"/>
                  </a:cubicBezTo>
                  <a:cubicBezTo>
                    <a:pt x="1403" y="4665"/>
                    <a:pt x="1413" y="4696"/>
                    <a:pt x="1414" y="4718"/>
                  </a:cubicBezTo>
                  <a:cubicBezTo>
                    <a:pt x="1417" y="4740"/>
                    <a:pt x="1404" y="4802"/>
                    <a:pt x="1412" y="4898"/>
                  </a:cubicBezTo>
                  <a:cubicBezTo>
                    <a:pt x="1420" y="4995"/>
                    <a:pt x="1426" y="5142"/>
                    <a:pt x="1423" y="5194"/>
                  </a:cubicBezTo>
                  <a:cubicBezTo>
                    <a:pt x="1420" y="5248"/>
                    <a:pt x="1406" y="5292"/>
                    <a:pt x="1428" y="5359"/>
                  </a:cubicBezTo>
                  <a:cubicBezTo>
                    <a:pt x="1449" y="5427"/>
                    <a:pt x="1473" y="5433"/>
                    <a:pt x="1493" y="5475"/>
                  </a:cubicBezTo>
                  <a:cubicBezTo>
                    <a:pt x="1498" y="5487"/>
                    <a:pt x="1503" y="5497"/>
                    <a:pt x="1508" y="5506"/>
                  </a:cubicBezTo>
                  <a:cubicBezTo>
                    <a:pt x="1519" y="5532"/>
                    <a:pt x="1530" y="5554"/>
                    <a:pt x="1549" y="5558"/>
                  </a:cubicBezTo>
                  <a:cubicBezTo>
                    <a:pt x="1573" y="5566"/>
                    <a:pt x="1597" y="5557"/>
                    <a:pt x="1597" y="5573"/>
                  </a:cubicBezTo>
                  <a:cubicBezTo>
                    <a:pt x="1595" y="5589"/>
                    <a:pt x="1616" y="5596"/>
                    <a:pt x="1639" y="5599"/>
                  </a:cubicBezTo>
                  <a:cubicBezTo>
                    <a:pt x="1664" y="5601"/>
                    <a:pt x="1569" y="5638"/>
                    <a:pt x="1642" y="5640"/>
                  </a:cubicBezTo>
                  <a:cubicBezTo>
                    <a:pt x="1645" y="5640"/>
                    <a:pt x="1649" y="5640"/>
                    <a:pt x="1653" y="5640"/>
                  </a:cubicBezTo>
                  <a:cubicBezTo>
                    <a:pt x="1682" y="5640"/>
                    <a:pt x="1701" y="5635"/>
                    <a:pt x="1710" y="5635"/>
                  </a:cubicBezTo>
                  <a:cubicBezTo>
                    <a:pt x="1720" y="5635"/>
                    <a:pt x="1716" y="5642"/>
                    <a:pt x="1697" y="5669"/>
                  </a:cubicBezTo>
                  <a:cubicBezTo>
                    <a:pt x="1661" y="5723"/>
                    <a:pt x="1646" y="5768"/>
                    <a:pt x="1643" y="5783"/>
                  </a:cubicBezTo>
                  <a:cubicBezTo>
                    <a:pt x="1639" y="5796"/>
                    <a:pt x="1594" y="5826"/>
                    <a:pt x="1605" y="5895"/>
                  </a:cubicBezTo>
                  <a:cubicBezTo>
                    <a:pt x="1617" y="5962"/>
                    <a:pt x="1610" y="6008"/>
                    <a:pt x="1626" y="6081"/>
                  </a:cubicBezTo>
                  <a:cubicBezTo>
                    <a:pt x="1643" y="6153"/>
                    <a:pt x="1645" y="6231"/>
                    <a:pt x="1643" y="6236"/>
                  </a:cubicBezTo>
                  <a:cubicBezTo>
                    <a:pt x="1643" y="6241"/>
                    <a:pt x="1639" y="6403"/>
                    <a:pt x="1636" y="6428"/>
                  </a:cubicBezTo>
                  <a:cubicBezTo>
                    <a:pt x="1633" y="6453"/>
                    <a:pt x="1632" y="6463"/>
                    <a:pt x="1632" y="6467"/>
                  </a:cubicBezTo>
                  <a:cubicBezTo>
                    <a:pt x="1633" y="6464"/>
                    <a:pt x="1634" y="6461"/>
                    <a:pt x="1636" y="6458"/>
                  </a:cubicBezTo>
                  <a:lnTo>
                    <a:pt x="1636" y="6458"/>
                  </a:lnTo>
                  <a:cubicBezTo>
                    <a:pt x="1627" y="6502"/>
                    <a:pt x="1621" y="6547"/>
                    <a:pt x="1607" y="6587"/>
                  </a:cubicBezTo>
                  <a:cubicBezTo>
                    <a:pt x="1601" y="6600"/>
                    <a:pt x="1602" y="6616"/>
                    <a:pt x="1608" y="6632"/>
                  </a:cubicBezTo>
                  <a:cubicBezTo>
                    <a:pt x="1604" y="6708"/>
                    <a:pt x="1597" y="6845"/>
                    <a:pt x="1607" y="6964"/>
                  </a:cubicBezTo>
                  <a:cubicBezTo>
                    <a:pt x="1610" y="6996"/>
                    <a:pt x="1614" y="7028"/>
                    <a:pt x="1617" y="7059"/>
                  </a:cubicBezTo>
                  <a:cubicBezTo>
                    <a:pt x="1621" y="7094"/>
                    <a:pt x="1626" y="7127"/>
                    <a:pt x="1629" y="7159"/>
                  </a:cubicBezTo>
                  <a:cubicBezTo>
                    <a:pt x="1636" y="7207"/>
                    <a:pt x="1642" y="7251"/>
                    <a:pt x="1643" y="7283"/>
                  </a:cubicBezTo>
                  <a:cubicBezTo>
                    <a:pt x="1648" y="7351"/>
                    <a:pt x="1664" y="7494"/>
                    <a:pt x="1678" y="7545"/>
                  </a:cubicBezTo>
                  <a:cubicBezTo>
                    <a:pt x="1694" y="7596"/>
                    <a:pt x="1712" y="7665"/>
                    <a:pt x="1715" y="7697"/>
                  </a:cubicBezTo>
                  <a:cubicBezTo>
                    <a:pt x="1716" y="7704"/>
                    <a:pt x="1716" y="7711"/>
                    <a:pt x="1717" y="7717"/>
                  </a:cubicBezTo>
                  <a:cubicBezTo>
                    <a:pt x="1719" y="7733"/>
                    <a:pt x="1722" y="7740"/>
                    <a:pt x="1722" y="7745"/>
                  </a:cubicBezTo>
                  <a:cubicBezTo>
                    <a:pt x="1726" y="7742"/>
                    <a:pt x="1731" y="7739"/>
                    <a:pt x="1734" y="7736"/>
                  </a:cubicBezTo>
                  <a:lnTo>
                    <a:pt x="1734" y="7736"/>
                  </a:lnTo>
                  <a:cubicBezTo>
                    <a:pt x="1732" y="7758"/>
                    <a:pt x="1742" y="7793"/>
                    <a:pt x="1744" y="7810"/>
                  </a:cubicBezTo>
                  <a:cubicBezTo>
                    <a:pt x="1751" y="7877"/>
                    <a:pt x="1751" y="7943"/>
                    <a:pt x="1793" y="7989"/>
                  </a:cubicBezTo>
                  <a:cubicBezTo>
                    <a:pt x="1847" y="8046"/>
                    <a:pt x="1939" y="8080"/>
                    <a:pt x="2015" y="8119"/>
                  </a:cubicBezTo>
                  <a:cubicBezTo>
                    <a:pt x="2130" y="8180"/>
                    <a:pt x="2232" y="8243"/>
                    <a:pt x="2339" y="8316"/>
                  </a:cubicBezTo>
                  <a:cubicBezTo>
                    <a:pt x="2389" y="8348"/>
                    <a:pt x="2452" y="8357"/>
                    <a:pt x="2506" y="8386"/>
                  </a:cubicBezTo>
                  <a:cubicBezTo>
                    <a:pt x="2586" y="8432"/>
                    <a:pt x="2691" y="8435"/>
                    <a:pt x="2777" y="8476"/>
                  </a:cubicBezTo>
                  <a:cubicBezTo>
                    <a:pt x="2827" y="8501"/>
                    <a:pt x="2876" y="8528"/>
                    <a:pt x="2924" y="8559"/>
                  </a:cubicBezTo>
                  <a:cubicBezTo>
                    <a:pt x="2962" y="8581"/>
                    <a:pt x="3017" y="8598"/>
                    <a:pt x="3040" y="8632"/>
                  </a:cubicBezTo>
                  <a:cubicBezTo>
                    <a:pt x="3056" y="8654"/>
                    <a:pt x="3074" y="8674"/>
                    <a:pt x="3096" y="8692"/>
                  </a:cubicBezTo>
                  <a:cubicBezTo>
                    <a:pt x="3107" y="8703"/>
                    <a:pt x="3113" y="8721"/>
                    <a:pt x="3120" y="8738"/>
                  </a:cubicBezTo>
                  <a:cubicBezTo>
                    <a:pt x="3113" y="8735"/>
                    <a:pt x="3107" y="8731"/>
                    <a:pt x="3103" y="8729"/>
                  </a:cubicBezTo>
                  <a:lnTo>
                    <a:pt x="3059" y="8792"/>
                  </a:lnTo>
                  <a:cubicBezTo>
                    <a:pt x="3049" y="8801"/>
                    <a:pt x="3030" y="8820"/>
                    <a:pt x="3069" y="8846"/>
                  </a:cubicBezTo>
                  <a:cubicBezTo>
                    <a:pt x="3101" y="8869"/>
                    <a:pt x="3103" y="8878"/>
                    <a:pt x="3133" y="8878"/>
                  </a:cubicBezTo>
                  <a:cubicBezTo>
                    <a:pt x="3140" y="8878"/>
                    <a:pt x="3147" y="8877"/>
                    <a:pt x="3157" y="8877"/>
                  </a:cubicBezTo>
                  <a:cubicBezTo>
                    <a:pt x="3163" y="8876"/>
                    <a:pt x="3170" y="8876"/>
                    <a:pt x="3176" y="8876"/>
                  </a:cubicBezTo>
                  <a:cubicBezTo>
                    <a:pt x="3218" y="8876"/>
                    <a:pt x="3255" y="8883"/>
                    <a:pt x="3265" y="8883"/>
                  </a:cubicBezTo>
                  <a:cubicBezTo>
                    <a:pt x="3266" y="8883"/>
                    <a:pt x="3267" y="8883"/>
                    <a:pt x="3267" y="8882"/>
                  </a:cubicBezTo>
                  <a:cubicBezTo>
                    <a:pt x="3273" y="8882"/>
                    <a:pt x="3339" y="8965"/>
                    <a:pt x="3375" y="9009"/>
                  </a:cubicBezTo>
                  <a:cubicBezTo>
                    <a:pt x="3404" y="9041"/>
                    <a:pt x="3470" y="9107"/>
                    <a:pt x="3509" y="9153"/>
                  </a:cubicBezTo>
                  <a:cubicBezTo>
                    <a:pt x="3508" y="9155"/>
                    <a:pt x="3505" y="9156"/>
                    <a:pt x="3505" y="9159"/>
                  </a:cubicBezTo>
                  <a:cubicBezTo>
                    <a:pt x="3500" y="9171"/>
                    <a:pt x="3511" y="9172"/>
                    <a:pt x="3525" y="9172"/>
                  </a:cubicBezTo>
                  <a:cubicBezTo>
                    <a:pt x="3530" y="9178"/>
                    <a:pt x="3534" y="9184"/>
                    <a:pt x="3537" y="9188"/>
                  </a:cubicBezTo>
                  <a:cubicBezTo>
                    <a:pt x="3560" y="9226"/>
                    <a:pt x="3715" y="9404"/>
                    <a:pt x="3748" y="9436"/>
                  </a:cubicBezTo>
                  <a:cubicBezTo>
                    <a:pt x="3766" y="9453"/>
                    <a:pt x="3786" y="9461"/>
                    <a:pt x="3807" y="9461"/>
                  </a:cubicBezTo>
                  <a:cubicBezTo>
                    <a:pt x="3826" y="9461"/>
                    <a:pt x="3846" y="9454"/>
                    <a:pt x="3869" y="9440"/>
                  </a:cubicBezTo>
                  <a:cubicBezTo>
                    <a:pt x="3916" y="9411"/>
                    <a:pt x="4000" y="9302"/>
                    <a:pt x="3942" y="9136"/>
                  </a:cubicBezTo>
                  <a:cubicBezTo>
                    <a:pt x="3885" y="8970"/>
                    <a:pt x="3889" y="8914"/>
                    <a:pt x="3834" y="8855"/>
                  </a:cubicBezTo>
                  <a:cubicBezTo>
                    <a:pt x="3780" y="8798"/>
                    <a:pt x="3745" y="8766"/>
                    <a:pt x="3722" y="8737"/>
                  </a:cubicBezTo>
                  <a:cubicBezTo>
                    <a:pt x="3700" y="8708"/>
                    <a:pt x="3694" y="8689"/>
                    <a:pt x="3693" y="8678"/>
                  </a:cubicBezTo>
                  <a:cubicBezTo>
                    <a:pt x="3691" y="8671"/>
                    <a:pt x="3668" y="8437"/>
                    <a:pt x="3632" y="8361"/>
                  </a:cubicBezTo>
                  <a:cubicBezTo>
                    <a:pt x="3595" y="8285"/>
                    <a:pt x="3533" y="8211"/>
                    <a:pt x="3474" y="8208"/>
                  </a:cubicBezTo>
                  <a:cubicBezTo>
                    <a:pt x="3473" y="8208"/>
                    <a:pt x="3472" y="8208"/>
                    <a:pt x="3471" y="8208"/>
                  </a:cubicBezTo>
                  <a:cubicBezTo>
                    <a:pt x="3411" y="8208"/>
                    <a:pt x="3299" y="8277"/>
                    <a:pt x="3266" y="8311"/>
                  </a:cubicBezTo>
                  <a:cubicBezTo>
                    <a:pt x="3241" y="8338"/>
                    <a:pt x="3228" y="8351"/>
                    <a:pt x="3219" y="8351"/>
                  </a:cubicBezTo>
                  <a:cubicBezTo>
                    <a:pt x="3215" y="8345"/>
                    <a:pt x="3211" y="8342"/>
                    <a:pt x="3206" y="8341"/>
                  </a:cubicBezTo>
                  <a:cubicBezTo>
                    <a:pt x="3204" y="8338"/>
                    <a:pt x="3201" y="8336"/>
                    <a:pt x="3198" y="8336"/>
                  </a:cubicBezTo>
                  <a:cubicBezTo>
                    <a:pt x="3192" y="8336"/>
                    <a:pt x="3186" y="8341"/>
                    <a:pt x="3177" y="8354"/>
                  </a:cubicBezTo>
                  <a:cubicBezTo>
                    <a:pt x="3171" y="8364"/>
                    <a:pt x="3170" y="8365"/>
                    <a:pt x="3174" y="8367"/>
                  </a:cubicBezTo>
                  <a:cubicBezTo>
                    <a:pt x="3168" y="8370"/>
                    <a:pt x="3163" y="8373"/>
                    <a:pt x="3157" y="8377"/>
                  </a:cubicBezTo>
                  <a:cubicBezTo>
                    <a:pt x="3119" y="8345"/>
                    <a:pt x="3069" y="8313"/>
                    <a:pt x="3046" y="8304"/>
                  </a:cubicBezTo>
                  <a:cubicBezTo>
                    <a:pt x="3004" y="8282"/>
                    <a:pt x="2967" y="8236"/>
                    <a:pt x="2937" y="8205"/>
                  </a:cubicBezTo>
                  <a:cubicBezTo>
                    <a:pt x="2846" y="8113"/>
                    <a:pt x="2759" y="8010"/>
                    <a:pt x="2675" y="7909"/>
                  </a:cubicBezTo>
                  <a:cubicBezTo>
                    <a:pt x="2596" y="7816"/>
                    <a:pt x="2497" y="7787"/>
                    <a:pt x="2376" y="7759"/>
                  </a:cubicBezTo>
                  <a:cubicBezTo>
                    <a:pt x="2341" y="7751"/>
                    <a:pt x="2331" y="7727"/>
                    <a:pt x="2302" y="7710"/>
                  </a:cubicBezTo>
                  <a:cubicBezTo>
                    <a:pt x="2271" y="7691"/>
                    <a:pt x="2270" y="7628"/>
                    <a:pt x="2267" y="7580"/>
                  </a:cubicBezTo>
                  <a:cubicBezTo>
                    <a:pt x="2373" y="7518"/>
                    <a:pt x="2565" y="7404"/>
                    <a:pt x="2632" y="7330"/>
                  </a:cubicBezTo>
                  <a:cubicBezTo>
                    <a:pt x="2701" y="7252"/>
                    <a:pt x="2784" y="7139"/>
                    <a:pt x="2798" y="7127"/>
                  </a:cubicBezTo>
                  <a:cubicBezTo>
                    <a:pt x="2798" y="7126"/>
                    <a:pt x="2800" y="7124"/>
                    <a:pt x="2801" y="7124"/>
                  </a:cubicBezTo>
                  <a:cubicBezTo>
                    <a:pt x="2809" y="7118"/>
                    <a:pt x="2827" y="7094"/>
                    <a:pt x="2842" y="7075"/>
                  </a:cubicBezTo>
                  <a:cubicBezTo>
                    <a:pt x="2861" y="7114"/>
                    <a:pt x="2881" y="7162"/>
                    <a:pt x="2886" y="7190"/>
                  </a:cubicBezTo>
                  <a:cubicBezTo>
                    <a:pt x="2892" y="7229"/>
                    <a:pt x="2909" y="7318"/>
                    <a:pt x="2909" y="7319"/>
                  </a:cubicBezTo>
                  <a:cubicBezTo>
                    <a:pt x="2938" y="7416"/>
                    <a:pt x="3010" y="7605"/>
                    <a:pt x="3020" y="7653"/>
                  </a:cubicBezTo>
                  <a:cubicBezTo>
                    <a:pt x="3021" y="7660"/>
                    <a:pt x="3037" y="7668"/>
                    <a:pt x="3037" y="7676"/>
                  </a:cubicBezTo>
                  <a:cubicBezTo>
                    <a:pt x="3037" y="7719"/>
                    <a:pt x="3066" y="7771"/>
                    <a:pt x="3130" y="7771"/>
                  </a:cubicBezTo>
                  <a:cubicBezTo>
                    <a:pt x="3136" y="7771"/>
                    <a:pt x="3143" y="7771"/>
                    <a:pt x="3149" y="7770"/>
                  </a:cubicBezTo>
                  <a:cubicBezTo>
                    <a:pt x="3241" y="7755"/>
                    <a:pt x="3365" y="7660"/>
                    <a:pt x="3393" y="7551"/>
                  </a:cubicBezTo>
                  <a:cubicBezTo>
                    <a:pt x="3422" y="7442"/>
                    <a:pt x="3454" y="7343"/>
                    <a:pt x="3445" y="7260"/>
                  </a:cubicBezTo>
                  <a:cubicBezTo>
                    <a:pt x="3436" y="7175"/>
                    <a:pt x="3416" y="7121"/>
                    <a:pt x="3406" y="7095"/>
                  </a:cubicBezTo>
                  <a:lnTo>
                    <a:pt x="3375" y="7081"/>
                  </a:lnTo>
                  <a:lnTo>
                    <a:pt x="3313" y="6930"/>
                  </a:lnTo>
                  <a:cubicBezTo>
                    <a:pt x="3314" y="6878"/>
                    <a:pt x="3315" y="6772"/>
                    <a:pt x="3301" y="6703"/>
                  </a:cubicBezTo>
                  <a:cubicBezTo>
                    <a:pt x="3288" y="6633"/>
                    <a:pt x="3257" y="6531"/>
                    <a:pt x="3174" y="6499"/>
                  </a:cubicBezTo>
                  <a:cubicBezTo>
                    <a:pt x="3091" y="6469"/>
                    <a:pt x="3056" y="6466"/>
                    <a:pt x="3039" y="6466"/>
                  </a:cubicBezTo>
                  <a:lnTo>
                    <a:pt x="2951" y="6488"/>
                  </a:lnTo>
                  <a:lnTo>
                    <a:pt x="2873" y="6517"/>
                  </a:lnTo>
                  <a:lnTo>
                    <a:pt x="2855" y="6523"/>
                  </a:lnTo>
                  <a:lnTo>
                    <a:pt x="2811" y="6531"/>
                  </a:lnTo>
                  <a:lnTo>
                    <a:pt x="2760" y="6550"/>
                  </a:lnTo>
                  <a:lnTo>
                    <a:pt x="2762" y="6552"/>
                  </a:lnTo>
                  <a:cubicBezTo>
                    <a:pt x="2744" y="6547"/>
                    <a:pt x="2728" y="6542"/>
                    <a:pt x="2715" y="6533"/>
                  </a:cubicBezTo>
                  <a:cubicBezTo>
                    <a:pt x="2701" y="6524"/>
                    <a:pt x="2686" y="6512"/>
                    <a:pt x="2670" y="6501"/>
                  </a:cubicBezTo>
                  <a:cubicBezTo>
                    <a:pt x="2672" y="6477"/>
                    <a:pt x="2675" y="6435"/>
                    <a:pt x="2692" y="6400"/>
                  </a:cubicBezTo>
                  <a:cubicBezTo>
                    <a:pt x="2709" y="6364"/>
                    <a:pt x="2794" y="6310"/>
                    <a:pt x="2860" y="6279"/>
                  </a:cubicBezTo>
                  <a:cubicBezTo>
                    <a:pt x="2924" y="6247"/>
                    <a:pt x="2932" y="6279"/>
                    <a:pt x="2976" y="6144"/>
                  </a:cubicBezTo>
                  <a:cubicBezTo>
                    <a:pt x="3021" y="6008"/>
                    <a:pt x="2978" y="5985"/>
                    <a:pt x="3023" y="5915"/>
                  </a:cubicBezTo>
                  <a:cubicBezTo>
                    <a:pt x="3068" y="5845"/>
                    <a:pt x="3123" y="5829"/>
                    <a:pt x="3113" y="5749"/>
                  </a:cubicBezTo>
                  <a:cubicBezTo>
                    <a:pt x="3104" y="5668"/>
                    <a:pt x="3123" y="5615"/>
                    <a:pt x="3094" y="5564"/>
                  </a:cubicBezTo>
                  <a:cubicBezTo>
                    <a:pt x="3065" y="5513"/>
                    <a:pt x="3036" y="5480"/>
                    <a:pt x="2994" y="5448"/>
                  </a:cubicBezTo>
                  <a:cubicBezTo>
                    <a:pt x="2962" y="5424"/>
                    <a:pt x="2951" y="5413"/>
                    <a:pt x="2951" y="5389"/>
                  </a:cubicBezTo>
                  <a:cubicBezTo>
                    <a:pt x="2951" y="5382"/>
                    <a:pt x="2951" y="5372"/>
                    <a:pt x="2954" y="5362"/>
                  </a:cubicBezTo>
                  <a:cubicBezTo>
                    <a:pt x="2963" y="5315"/>
                    <a:pt x="2979" y="5283"/>
                    <a:pt x="2963" y="5223"/>
                  </a:cubicBezTo>
                  <a:cubicBezTo>
                    <a:pt x="2947" y="5163"/>
                    <a:pt x="2927" y="5130"/>
                    <a:pt x="2903" y="5063"/>
                  </a:cubicBezTo>
                  <a:cubicBezTo>
                    <a:pt x="2880" y="4996"/>
                    <a:pt x="2836" y="4847"/>
                    <a:pt x="2829" y="4782"/>
                  </a:cubicBezTo>
                  <a:cubicBezTo>
                    <a:pt x="2822" y="4716"/>
                    <a:pt x="2804" y="4633"/>
                    <a:pt x="2774" y="4540"/>
                  </a:cubicBezTo>
                  <a:cubicBezTo>
                    <a:pt x="2743" y="4447"/>
                    <a:pt x="2727" y="4375"/>
                    <a:pt x="2714" y="4335"/>
                  </a:cubicBezTo>
                  <a:cubicBezTo>
                    <a:pt x="2701" y="4292"/>
                    <a:pt x="2676" y="4135"/>
                    <a:pt x="2675" y="4058"/>
                  </a:cubicBezTo>
                  <a:cubicBezTo>
                    <a:pt x="2673" y="3982"/>
                    <a:pt x="2682" y="3936"/>
                    <a:pt x="2698" y="3867"/>
                  </a:cubicBezTo>
                  <a:cubicBezTo>
                    <a:pt x="2715" y="3799"/>
                    <a:pt x="2711" y="3727"/>
                    <a:pt x="2676" y="3628"/>
                  </a:cubicBezTo>
                  <a:cubicBezTo>
                    <a:pt x="2640" y="3528"/>
                    <a:pt x="2624" y="3490"/>
                    <a:pt x="2610" y="3464"/>
                  </a:cubicBezTo>
                  <a:cubicBezTo>
                    <a:pt x="2600" y="3446"/>
                    <a:pt x="2589" y="3420"/>
                    <a:pt x="2577" y="3391"/>
                  </a:cubicBezTo>
                  <a:cubicBezTo>
                    <a:pt x="2578" y="3385"/>
                    <a:pt x="2580" y="3379"/>
                    <a:pt x="2583" y="3372"/>
                  </a:cubicBezTo>
                  <a:cubicBezTo>
                    <a:pt x="2583" y="3372"/>
                    <a:pt x="2701" y="3032"/>
                    <a:pt x="2726" y="2917"/>
                  </a:cubicBezTo>
                  <a:cubicBezTo>
                    <a:pt x="2752" y="2802"/>
                    <a:pt x="2798" y="2587"/>
                    <a:pt x="2809" y="2521"/>
                  </a:cubicBezTo>
                  <a:cubicBezTo>
                    <a:pt x="2820" y="2456"/>
                    <a:pt x="2807" y="2405"/>
                    <a:pt x="2810" y="2368"/>
                  </a:cubicBezTo>
                  <a:cubicBezTo>
                    <a:pt x="2814" y="2333"/>
                    <a:pt x="2829" y="2240"/>
                    <a:pt x="2827" y="2222"/>
                  </a:cubicBezTo>
                  <a:cubicBezTo>
                    <a:pt x="2826" y="2205"/>
                    <a:pt x="2835" y="2061"/>
                    <a:pt x="2762" y="1861"/>
                  </a:cubicBezTo>
                  <a:cubicBezTo>
                    <a:pt x="2689" y="1662"/>
                    <a:pt x="2632" y="1466"/>
                    <a:pt x="2626" y="1411"/>
                  </a:cubicBezTo>
                  <a:cubicBezTo>
                    <a:pt x="2621" y="1357"/>
                    <a:pt x="2594" y="1265"/>
                    <a:pt x="2594" y="1264"/>
                  </a:cubicBezTo>
                  <a:lnTo>
                    <a:pt x="2589" y="1235"/>
                  </a:lnTo>
                  <a:cubicBezTo>
                    <a:pt x="2589" y="1233"/>
                    <a:pt x="2573" y="935"/>
                    <a:pt x="2546" y="805"/>
                  </a:cubicBezTo>
                  <a:cubicBezTo>
                    <a:pt x="2520" y="677"/>
                    <a:pt x="2524" y="658"/>
                    <a:pt x="2491" y="601"/>
                  </a:cubicBezTo>
                  <a:cubicBezTo>
                    <a:pt x="2459" y="544"/>
                    <a:pt x="2433" y="509"/>
                    <a:pt x="2420" y="493"/>
                  </a:cubicBezTo>
                  <a:cubicBezTo>
                    <a:pt x="2405" y="493"/>
                    <a:pt x="2376" y="493"/>
                    <a:pt x="2380" y="515"/>
                  </a:cubicBezTo>
                  <a:cubicBezTo>
                    <a:pt x="2385" y="536"/>
                    <a:pt x="2405" y="587"/>
                    <a:pt x="2415" y="613"/>
                  </a:cubicBezTo>
                  <a:lnTo>
                    <a:pt x="2428" y="648"/>
                  </a:lnTo>
                  <a:lnTo>
                    <a:pt x="2439" y="686"/>
                  </a:lnTo>
                  <a:cubicBezTo>
                    <a:pt x="2417" y="655"/>
                    <a:pt x="2374" y="594"/>
                    <a:pt x="2373" y="591"/>
                  </a:cubicBezTo>
                  <a:cubicBezTo>
                    <a:pt x="2370" y="587"/>
                    <a:pt x="2319" y="527"/>
                    <a:pt x="2312" y="521"/>
                  </a:cubicBezTo>
                  <a:cubicBezTo>
                    <a:pt x="2310" y="520"/>
                    <a:pt x="2307" y="518"/>
                    <a:pt x="2306" y="517"/>
                  </a:cubicBezTo>
                  <a:cubicBezTo>
                    <a:pt x="2271" y="252"/>
                    <a:pt x="2061" y="34"/>
                    <a:pt x="1783" y="4"/>
                  </a:cubicBezTo>
                  <a:cubicBezTo>
                    <a:pt x="1761" y="2"/>
                    <a:pt x="1740" y="0"/>
                    <a:pt x="171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0"/>
            <p:cNvSpPr/>
            <p:nvPr/>
          </p:nvSpPr>
          <p:spPr>
            <a:xfrm>
              <a:off x="8119285" y="1553798"/>
              <a:ext cx="98810" cy="103149"/>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31"/>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sp>
        <p:nvSpPr>
          <p:cNvPr id="524" name="Google Shape;524;p31"/>
          <p:cNvSpPr/>
          <p:nvPr/>
        </p:nvSpPr>
        <p:spPr>
          <a:xfrm>
            <a:off x="1533713" y="1501800"/>
            <a:ext cx="1171500" cy="117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1"/>
          <p:cNvSpPr/>
          <p:nvPr/>
        </p:nvSpPr>
        <p:spPr>
          <a:xfrm>
            <a:off x="1533725" y="1501800"/>
            <a:ext cx="1171500" cy="1171500"/>
          </a:xfrm>
          <a:prstGeom prst="pie">
            <a:avLst>
              <a:gd fmla="val 16261269" name="adj1"/>
              <a:gd fmla="val 3973277"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1"/>
          <p:cNvSpPr/>
          <p:nvPr/>
        </p:nvSpPr>
        <p:spPr>
          <a:xfrm>
            <a:off x="3986238" y="3205800"/>
            <a:ext cx="1171500" cy="117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1"/>
          <p:cNvSpPr/>
          <p:nvPr/>
        </p:nvSpPr>
        <p:spPr>
          <a:xfrm>
            <a:off x="3986250" y="3205800"/>
            <a:ext cx="1171500" cy="1171500"/>
          </a:xfrm>
          <a:prstGeom prst="pie">
            <a:avLst>
              <a:gd fmla="val 16261269" name="adj1"/>
              <a:gd fmla="val 15394"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1"/>
          <p:cNvSpPr/>
          <p:nvPr/>
        </p:nvSpPr>
        <p:spPr>
          <a:xfrm>
            <a:off x="6438763" y="1501800"/>
            <a:ext cx="1171500" cy="117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1"/>
          <p:cNvSpPr/>
          <p:nvPr/>
        </p:nvSpPr>
        <p:spPr>
          <a:xfrm>
            <a:off x="6438775" y="1501800"/>
            <a:ext cx="1171500" cy="1171500"/>
          </a:xfrm>
          <a:prstGeom prst="pie">
            <a:avLst>
              <a:gd fmla="val 16261269" name="adj1"/>
              <a:gd fmla="val 1264728"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0" name="Google Shape;530;p31"/>
          <p:cNvGrpSpPr/>
          <p:nvPr/>
        </p:nvGrpSpPr>
        <p:grpSpPr>
          <a:xfrm>
            <a:off x="3699950" y="1570864"/>
            <a:ext cx="1744109" cy="1464515"/>
            <a:chOff x="3699950" y="1570864"/>
            <a:chExt cx="1744109" cy="1464515"/>
          </a:xfrm>
        </p:grpSpPr>
        <p:sp>
          <p:nvSpPr>
            <p:cNvPr id="531" name="Google Shape;531;p31"/>
            <p:cNvSpPr/>
            <p:nvPr/>
          </p:nvSpPr>
          <p:spPr>
            <a:xfrm>
              <a:off x="3986398" y="2557192"/>
              <a:ext cx="1171498"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Bevan"/>
                  <a:ea typeface="Bevan"/>
                  <a:cs typeface="Bevan"/>
                  <a:sym typeface="Bevan"/>
                </a:rPr>
                <a:t>25</a:t>
              </a:r>
              <a:r>
                <a:rPr lang="en" sz="2100">
                  <a:solidFill>
                    <a:schemeClr val="lt1"/>
                  </a:solidFill>
                  <a:latin typeface="Bevan"/>
                  <a:ea typeface="Bevan"/>
                  <a:cs typeface="Bevan"/>
                  <a:sym typeface="Bevan"/>
                </a:rPr>
                <a:t>%</a:t>
              </a:r>
              <a:endParaRPr sz="2100">
                <a:solidFill>
                  <a:schemeClr val="lt1"/>
                </a:solidFill>
                <a:latin typeface="Bevan"/>
                <a:ea typeface="Bevan"/>
                <a:cs typeface="Bevan"/>
                <a:sym typeface="Bevan"/>
              </a:endParaRPr>
            </a:p>
          </p:txBody>
        </p:sp>
        <p:sp>
          <p:nvSpPr>
            <p:cNvPr id="532" name="Google Shape;532;p31"/>
            <p:cNvSpPr txBox="1"/>
            <p:nvPr/>
          </p:nvSpPr>
          <p:spPr>
            <a:xfrm>
              <a:off x="3700159" y="1570864"/>
              <a:ext cx="1743900" cy="3576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SHOT</a:t>
              </a:r>
              <a:endParaRPr sz="2000">
                <a:solidFill>
                  <a:schemeClr val="dk2"/>
                </a:solidFill>
                <a:latin typeface="Dosis SemiBold"/>
                <a:ea typeface="Dosis SemiBold"/>
                <a:cs typeface="Dosis SemiBold"/>
                <a:sym typeface="Dosis SemiBold"/>
              </a:endParaRPr>
            </a:p>
          </p:txBody>
        </p:sp>
        <p:sp>
          <p:nvSpPr>
            <p:cNvPr id="533" name="Google Shape;533;p31"/>
            <p:cNvSpPr txBox="1"/>
            <p:nvPr/>
          </p:nvSpPr>
          <p:spPr>
            <a:xfrm>
              <a:off x="3699950" y="1818785"/>
              <a:ext cx="1743900" cy="694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Earth is the planet that harbors life</a:t>
              </a:r>
              <a:endParaRPr sz="1600">
                <a:solidFill>
                  <a:schemeClr val="lt1"/>
                </a:solidFill>
                <a:latin typeface="Dosis"/>
                <a:ea typeface="Dosis"/>
                <a:cs typeface="Dosis"/>
                <a:sym typeface="Dosis"/>
              </a:endParaRPr>
            </a:p>
          </p:txBody>
        </p:sp>
      </p:grpSp>
      <p:grpSp>
        <p:nvGrpSpPr>
          <p:cNvPr id="534" name="Google Shape;534;p31"/>
          <p:cNvGrpSpPr/>
          <p:nvPr/>
        </p:nvGrpSpPr>
        <p:grpSpPr>
          <a:xfrm>
            <a:off x="6151679" y="2813758"/>
            <a:ext cx="1745122" cy="1570867"/>
            <a:chOff x="6151679" y="2813758"/>
            <a:chExt cx="1745122" cy="1570867"/>
          </a:xfrm>
        </p:grpSpPr>
        <p:sp>
          <p:nvSpPr>
            <p:cNvPr id="535" name="Google Shape;535;p31"/>
            <p:cNvSpPr/>
            <p:nvPr/>
          </p:nvSpPr>
          <p:spPr>
            <a:xfrm>
              <a:off x="6438473" y="2813758"/>
              <a:ext cx="1171498"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Bevan"/>
                  <a:ea typeface="Bevan"/>
                  <a:cs typeface="Bevan"/>
                  <a:sym typeface="Bevan"/>
                </a:rPr>
                <a:t>30</a:t>
              </a:r>
              <a:r>
                <a:rPr lang="en" sz="2100">
                  <a:solidFill>
                    <a:schemeClr val="lt1"/>
                  </a:solidFill>
                  <a:latin typeface="Bevan"/>
                  <a:ea typeface="Bevan"/>
                  <a:cs typeface="Bevan"/>
                  <a:sym typeface="Bevan"/>
                </a:rPr>
                <a:t>%</a:t>
              </a:r>
              <a:endParaRPr sz="2100">
                <a:solidFill>
                  <a:schemeClr val="lt1"/>
                </a:solidFill>
                <a:latin typeface="Bevan"/>
                <a:ea typeface="Bevan"/>
                <a:cs typeface="Bevan"/>
                <a:sym typeface="Bevan"/>
              </a:endParaRPr>
            </a:p>
          </p:txBody>
        </p:sp>
        <p:sp>
          <p:nvSpPr>
            <p:cNvPr id="536" name="Google Shape;536;p31"/>
            <p:cNvSpPr txBox="1"/>
            <p:nvPr/>
          </p:nvSpPr>
          <p:spPr>
            <a:xfrm>
              <a:off x="6151679" y="3463327"/>
              <a:ext cx="1744500" cy="3516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REBOUND</a:t>
              </a:r>
              <a:endParaRPr sz="2000">
                <a:solidFill>
                  <a:schemeClr val="dk2"/>
                </a:solidFill>
                <a:latin typeface="Dosis SemiBold"/>
                <a:ea typeface="Dosis SemiBold"/>
                <a:cs typeface="Dosis SemiBold"/>
                <a:sym typeface="Dosis SemiBold"/>
              </a:endParaRPr>
            </a:p>
          </p:txBody>
        </p:sp>
        <p:sp>
          <p:nvSpPr>
            <p:cNvPr id="537" name="Google Shape;537;p31"/>
            <p:cNvSpPr txBox="1"/>
            <p:nvPr/>
          </p:nvSpPr>
          <p:spPr>
            <a:xfrm>
              <a:off x="6152301" y="3690124"/>
              <a:ext cx="1744500" cy="694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Despite being red, Mars is cold</a:t>
              </a:r>
              <a:endParaRPr sz="1600">
                <a:solidFill>
                  <a:schemeClr val="lt1"/>
                </a:solidFill>
                <a:latin typeface="Dosis"/>
                <a:ea typeface="Dosis"/>
                <a:cs typeface="Dosis"/>
                <a:sym typeface="Dosis"/>
              </a:endParaRPr>
            </a:p>
          </p:txBody>
        </p:sp>
      </p:grpSp>
      <p:grpSp>
        <p:nvGrpSpPr>
          <p:cNvPr id="538" name="Google Shape;538;p31"/>
          <p:cNvGrpSpPr/>
          <p:nvPr/>
        </p:nvGrpSpPr>
        <p:grpSpPr>
          <a:xfrm>
            <a:off x="1246613" y="2813758"/>
            <a:ext cx="1745713" cy="1584436"/>
            <a:chOff x="1246613" y="2813758"/>
            <a:chExt cx="1745713" cy="1584436"/>
          </a:xfrm>
        </p:grpSpPr>
        <p:sp>
          <p:nvSpPr>
            <p:cNvPr id="539" name="Google Shape;539;p31"/>
            <p:cNvSpPr txBox="1"/>
            <p:nvPr/>
          </p:nvSpPr>
          <p:spPr>
            <a:xfrm>
              <a:off x="1246613" y="3454755"/>
              <a:ext cx="1745100" cy="3576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PASS</a:t>
              </a:r>
              <a:endParaRPr sz="2000">
                <a:solidFill>
                  <a:schemeClr val="dk2"/>
                </a:solidFill>
                <a:latin typeface="Dosis SemiBold"/>
                <a:ea typeface="Dosis SemiBold"/>
                <a:cs typeface="Dosis SemiBold"/>
                <a:sym typeface="Dosis SemiBold"/>
              </a:endParaRPr>
            </a:p>
          </p:txBody>
        </p:sp>
        <p:sp>
          <p:nvSpPr>
            <p:cNvPr id="540" name="Google Shape;540;p31"/>
            <p:cNvSpPr txBox="1"/>
            <p:nvPr/>
          </p:nvSpPr>
          <p:spPr>
            <a:xfrm>
              <a:off x="1247225" y="3708193"/>
              <a:ext cx="1745100" cy="6900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Jupiter is the biggest planet</a:t>
              </a:r>
              <a:endParaRPr sz="1600">
                <a:solidFill>
                  <a:schemeClr val="lt1"/>
                </a:solidFill>
                <a:latin typeface="Dosis"/>
                <a:ea typeface="Dosis"/>
                <a:cs typeface="Dosis"/>
                <a:sym typeface="Dosis"/>
              </a:endParaRPr>
            </a:p>
          </p:txBody>
        </p:sp>
        <p:sp>
          <p:nvSpPr>
            <p:cNvPr id="541" name="Google Shape;541;p31"/>
            <p:cNvSpPr/>
            <p:nvPr/>
          </p:nvSpPr>
          <p:spPr>
            <a:xfrm>
              <a:off x="1534023" y="2813758"/>
              <a:ext cx="1171498"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Bevan"/>
                  <a:ea typeface="Bevan"/>
                  <a:cs typeface="Bevan"/>
                  <a:sym typeface="Bevan"/>
                </a:rPr>
                <a:t>45%</a:t>
              </a:r>
              <a:endParaRPr sz="2100">
                <a:solidFill>
                  <a:schemeClr val="lt1"/>
                </a:solidFill>
                <a:latin typeface="Bevan"/>
                <a:ea typeface="Bevan"/>
                <a:cs typeface="Bevan"/>
                <a:sym typeface="Bevan"/>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32"/>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grpSp>
        <p:nvGrpSpPr>
          <p:cNvPr id="547" name="Google Shape;547;p32"/>
          <p:cNvGrpSpPr/>
          <p:nvPr/>
        </p:nvGrpSpPr>
        <p:grpSpPr>
          <a:xfrm>
            <a:off x="941800" y="1235763"/>
            <a:ext cx="3325900" cy="2637925"/>
            <a:chOff x="941800" y="1235763"/>
            <a:chExt cx="3325900" cy="2637925"/>
          </a:xfrm>
        </p:grpSpPr>
        <p:sp>
          <p:nvSpPr>
            <p:cNvPr id="548" name="Google Shape;548;p32"/>
            <p:cNvSpPr txBox="1"/>
            <p:nvPr/>
          </p:nvSpPr>
          <p:spPr>
            <a:xfrm>
              <a:off x="941800" y="1235763"/>
              <a:ext cx="3322200" cy="1547100"/>
            </a:xfrm>
            <a:prstGeom prst="rect">
              <a:avLst/>
            </a:prstGeom>
            <a:noFill/>
            <a:ln cap="flat" cmpd="sng" w="2857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330200" lvl="0" marL="457200" marR="0" rtl="0" algn="l">
                <a:lnSpc>
                  <a:spcPct val="115000"/>
                </a:lnSpc>
                <a:spcBef>
                  <a:spcPts val="0"/>
                </a:spcBef>
                <a:spcAft>
                  <a:spcPts val="0"/>
                </a:spcAft>
                <a:buClr>
                  <a:schemeClr val="lt1"/>
                </a:buClr>
                <a:buSzPts val="1600"/>
                <a:buFont typeface="Dosis"/>
                <a:buChar char="●"/>
              </a:pPr>
              <a:r>
                <a:rPr lang="en" sz="1600">
                  <a:solidFill>
                    <a:schemeClr val="lt1"/>
                  </a:solidFill>
                  <a:latin typeface="Dosis"/>
                  <a:ea typeface="Dosis"/>
                  <a:cs typeface="Dosis"/>
                  <a:sym typeface="Dosis"/>
                </a:rPr>
                <a:t>Jupiter is a gas giant</a:t>
              </a:r>
              <a:endParaRPr sz="1600">
                <a:solidFill>
                  <a:schemeClr val="lt1"/>
                </a:solidFill>
                <a:latin typeface="Dosis"/>
                <a:ea typeface="Dosis"/>
                <a:cs typeface="Dosis"/>
                <a:sym typeface="Dosis"/>
              </a:endParaRPr>
            </a:p>
            <a:p>
              <a:pPr indent="-330200" lvl="0" marL="457200" marR="0" rtl="0" algn="l">
                <a:lnSpc>
                  <a:spcPct val="115000"/>
                </a:lnSpc>
                <a:spcBef>
                  <a:spcPts val="0"/>
                </a:spcBef>
                <a:spcAft>
                  <a:spcPts val="0"/>
                </a:spcAft>
                <a:buClr>
                  <a:schemeClr val="lt1"/>
                </a:buClr>
                <a:buSzPts val="1600"/>
                <a:buFont typeface="Dosis"/>
                <a:buChar char="●"/>
              </a:pPr>
              <a:r>
                <a:rPr lang="en" sz="1600">
                  <a:solidFill>
                    <a:schemeClr val="lt1"/>
                  </a:solidFill>
                  <a:latin typeface="Dosis"/>
                  <a:ea typeface="Dosis"/>
                  <a:cs typeface="Dosis"/>
                  <a:sym typeface="Dosis"/>
                </a:rPr>
                <a:t>Mercury is the smallest planet</a:t>
              </a:r>
              <a:endParaRPr sz="1600">
                <a:solidFill>
                  <a:schemeClr val="lt1"/>
                </a:solidFill>
                <a:latin typeface="Dosis"/>
                <a:ea typeface="Dosis"/>
                <a:cs typeface="Dosis"/>
                <a:sym typeface="Dosis"/>
              </a:endParaRPr>
            </a:p>
            <a:p>
              <a:pPr indent="-330200" lvl="0" marL="457200" marR="0" rtl="0" algn="l">
                <a:lnSpc>
                  <a:spcPct val="115000"/>
                </a:lnSpc>
                <a:spcBef>
                  <a:spcPts val="0"/>
                </a:spcBef>
                <a:spcAft>
                  <a:spcPts val="0"/>
                </a:spcAft>
                <a:buClr>
                  <a:schemeClr val="lt1"/>
                </a:buClr>
                <a:buSzPts val="1600"/>
                <a:buFont typeface="Dosis"/>
                <a:buChar char="●"/>
              </a:pPr>
              <a:r>
                <a:rPr lang="en" sz="1600">
                  <a:solidFill>
                    <a:schemeClr val="lt1"/>
                  </a:solidFill>
                  <a:latin typeface="Dosis"/>
                  <a:ea typeface="Dosis"/>
                  <a:cs typeface="Dosis"/>
                  <a:sym typeface="Dosis"/>
                </a:rPr>
                <a:t>Venus has a beautiful name</a:t>
              </a:r>
              <a:endParaRPr sz="1600">
                <a:solidFill>
                  <a:schemeClr val="lt1"/>
                </a:solidFill>
                <a:latin typeface="Dosis"/>
                <a:ea typeface="Dosis"/>
                <a:cs typeface="Dosis"/>
                <a:sym typeface="Dosis"/>
              </a:endParaRPr>
            </a:p>
            <a:p>
              <a:pPr indent="-330200" lvl="0" marL="457200" marR="0" rtl="0" algn="l">
                <a:lnSpc>
                  <a:spcPct val="115000"/>
                </a:lnSpc>
                <a:spcBef>
                  <a:spcPts val="0"/>
                </a:spcBef>
                <a:spcAft>
                  <a:spcPts val="0"/>
                </a:spcAft>
                <a:buClr>
                  <a:schemeClr val="lt1"/>
                </a:buClr>
                <a:buSzPts val="1600"/>
                <a:buFont typeface="Dosis"/>
                <a:buChar char="●"/>
              </a:pPr>
              <a:r>
                <a:rPr lang="en" sz="1600">
                  <a:solidFill>
                    <a:schemeClr val="lt1"/>
                  </a:solidFill>
                  <a:latin typeface="Dosis"/>
                  <a:ea typeface="Dosis"/>
                  <a:cs typeface="Dosis"/>
                  <a:sym typeface="Dosis"/>
                </a:rPr>
                <a:t>Earth is where we all live on</a:t>
              </a:r>
              <a:endParaRPr sz="1600">
                <a:solidFill>
                  <a:schemeClr val="lt1"/>
                </a:solidFill>
                <a:latin typeface="Dosis"/>
                <a:ea typeface="Dosis"/>
                <a:cs typeface="Dosis"/>
                <a:sym typeface="Dosis"/>
              </a:endParaRPr>
            </a:p>
            <a:p>
              <a:pPr indent="-330200" lvl="0" marL="457200" marR="0" rtl="0" algn="l">
                <a:lnSpc>
                  <a:spcPct val="115000"/>
                </a:lnSpc>
                <a:spcBef>
                  <a:spcPts val="0"/>
                </a:spcBef>
                <a:spcAft>
                  <a:spcPts val="0"/>
                </a:spcAft>
                <a:buClr>
                  <a:schemeClr val="lt1"/>
                </a:buClr>
                <a:buSzPts val="1600"/>
                <a:buFont typeface="Dosis"/>
                <a:buChar char="●"/>
              </a:pPr>
              <a:r>
                <a:rPr lang="en" sz="1600">
                  <a:solidFill>
                    <a:schemeClr val="lt1"/>
                  </a:solidFill>
                  <a:latin typeface="Dosis"/>
                  <a:ea typeface="Dosis"/>
                  <a:cs typeface="Dosis"/>
                  <a:sym typeface="Dosis"/>
                </a:rPr>
                <a:t>Mars is actually a cold place</a:t>
              </a:r>
              <a:endParaRPr sz="1600">
                <a:solidFill>
                  <a:schemeClr val="lt1"/>
                </a:solidFill>
                <a:latin typeface="Dosis"/>
                <a:ea typeface="Dosis"/>
                <a:cs typeface="Dosis"/>
                <a:sym typeface="Dosis"/>
              </a:endParaRPr>
            </a:p>
          </p:txBody>
        </p:sp>
        <p:sp>
          <p:nvSpPr>
            <p:cNvPr id="549" name="Google Shape;549;p32"/>
            <p:cNvSpPr/>
            <p:nvPr/>
          </p:nvSpPr>
          <p:spPr>
            <a:xfrm>
              <a:off x="945500" y="3470188"/>
              <a:ext cx="3322200" cy="403500"/>
            </a:xfrm>
            <a:prstGeom prst="roundRect">
              <a:avLst>
                <a:gd fmla="val 0" name="adj"/>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ZONE DEFENSE</a:t>
              </a:r>
              <a:endParaRPr sz="2000">
                <a:solidFill>
                  <a:schemeClr val="dk2"/>
                </a:solidFill>
                <a:latin typeface="Dosis SemiBold"/>
                <a:ea typeface="Dosis SemiBold"/>
                <a:cs typeface="Dosis SemiBold"/>
                <a:sym typeface="Dosis SemiBold"/>
              </a:endParaRPr>
            </a:p>
          </p:txBody>
        </p:sp>
      </p:grpSp>
      <p:grpSp>
        <p:nvGrpSpPr>
          <p:cNvPr id="550" name="Google Shape;550;p32"/>
          <p:cNvGrpSpPr/>
          <p:nvPr/>
        </p:nvGrpSpPr>
        <p:grpSpPr>
          <a:xfrm>
            <a:off x="4872625" y="1235763"/>
            <a:ext cx="3322225" cy="2637925"/>
            <a:chOff x="4872625" y="1235763"/>
            <a:chExt cx="3322225" cy="2637925"/>
          </a:xfrm>
        </p:grpSpPr>
        <p:sp>
          <p:nvSpPr>
            <p:cNvPr id="551" name="Google Shape;551;p32"/>
            <p:cNvSpPr txBox="1"/>
            <p:nvPr/>
          </p:nvSpPr>
          <p:spPr>
            <a:xfrm>
              <a:off x="4872625" y="1235763"/>
              <a:ext cx="3322200" cy="1547100"/>
            </a:xfrm>
            <a:prstGeom prst="rect">
              <a:avLst/>
            </a:prstGeom>
            <a:noFill/>
            <a:ln cap="flat" cmpd="sng" w="2857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330200" lvl="0" marL="457200" marR="0" rtl="0" algn="l">
                <a:lnSpc>
                  <a:spcPct val="115000"/>
                </a:lnSpc>
                <a:spcBef>
                  <a:spcPts val="0"/>
                </a:spcBef>
                <a:spcAft>
                  <a:spcPts val="0"/>
                </a:spcAft>
                <a:buClr>
                  <a:schemeClr val="lt1"/>
                </a:buClr>
                <a:buSzPts val="1600"/>
                <a:buFont typeface="Dosis"/>
                <a:buChar char="●"/>
              </a:pPr>
              <a:r>
                <a:rPr lang="en" sz="1600">
                  <a:solidFill>
                    <a:schemeClr val="lt1"/>
                  </a:solidFill>
                  <a:latin typeface="Dosis"/>
                  <a:ea typeface="Dosis"/>
                  <a:cs typeface="Dosis"/>
                  <a:sym typeface="Dosis"/>
                </a:rPr>
                <a:t>Pluto is a dwarf planet</a:t>
              </a:r>
              <a:endParaRPr sz="1600">
                <a:solidFill>
                  <a:schemeClr val="lt1"/>
                </a:solidFill>
                <a:latin typeface="Dosis"/>
                <a:ea typeface="Dosis"/>
                <a:cs typeface="Dosis"/>
                <a:sym typeface="Dosis"/>
              </a:endParaRPr>
            </a:p>
            <a:p>
              <a:pPr indent="-330200" lvl="0" marL="457200" marR="0" rtl="0" algn="l">
                <a:lnSpc>
                  <a:spcPct val="115000"/>
                </a:lnSpc>
                <a:spcBef>
                  <a:spcPts val="0"/>
                </a:spcBef>
                <a:spcAft>
                  <a:spcPts val="0"/>
                </a:spcAft>
                <a:buClr>
                  <a:schemeClr val="lt1"/>
                </a:buClr>
                <a:buSzPts val="1600"/>
                <a:buFont typeface="Dosis"/>
                <a:buChar char="●"/>
              </a:pPr>
              <a:r>
                <a:rPr lang="en" sz="1600">
                  <a:solidFill>
                    <a:schemeClr val="lt1"/>
                  </a:solidFill>
                  <a:latin typeface="Dosis"/>
                  <a:ea typeface="Dosis"/>
                  <a:cs typeface="Dosis"/>
                  <a:sym typeface="Dosis"/>
                </a:rPr>
                <a:t>Ceres is in an asteroid belt</a:t>
              </a:r>
              <a:endParaRPr sz="1600">
                <a:solidFill>
                  <a:schemeClr val="lt1"/>
                </a:solidFill>
                <a:latin typeface="Dosis"/>
                <a:ea typeface="Dosis"/>
                <a:cs typeface="Dosis"/>
                <a:sym typeface="Dosis"/>
              </a:endParaRPr>
            </a:p>
            <a:p>
              <a:pPr indent="-330200" lvl="0" marL="457200" marR="0" rtl="0" algn="l">
                <a:lnSpc>
                  <a:spcPct val="115000"/>
                </a:lnSpc>
                <a:spcBef>
                  <a:spcPts val="0"/>
                </a:spcBef>
                <a:spcAft>
                  <a:spcPts val="0"/>
                </a:spcAft>
                <a:buClr>
                  <a:schemeClr val="lt1"/>
                </a:buClr>
                <a:buSzPts val="1600"/>
                <a:buFont typeface="Dosis"/>
                <a:buChar char="●"/>
              </a:pPr>
              <a:r>
                <a:rPr lang="en" sz="1600">
                  <a:solidFill>
                    <a:schemeClr val="lt1"/>
                  </a:solidFill>
                  <a:latin typeface="Dosis"/>
                  <a:ea typeface="Dosis"/>
                  <a:cs typeface="Dosis"/>
                  <a:sym typeface="Dosis"/>
                </a:rPr>
                <a:t>Neptune is far away from us</a:t>
              </a:r>
              <a:endParaRPr sz="1600">
                <a:solidFill>
                  <a:schemeClr val="lt1"/>
                </a:solidFill>
                <a:latin typeface="Dosis"/>
                <a:ea typeface="Dosis"/>
                <a:cs typeface="Dosis"/>
                <a:sym typeface="Dosis"/>
              </a:endParaRPr>
            </a:p>
            <a:p>
              <a:pPr indent="-330200" lvl="0" marL="457200" marR="0" rtl="0" algn="l">
                <a:lnSpc>
                  <a:spcPct val="115000"/>
                </a:lnSpc>
                <a:spcBef>
                  <a:spcPts val="0"/>
                </a:spcBef>
                <a:spcAft>
                  <a:spcPts val="0"/>
                </a:spcAft>
                <a:buClr>
                  <a:schemeClr val="lt1"/>
                </a:buClr>
                <a:buSzPts val="1600"/>
                <a:buFont typeface="Dosis"/>
                <a:buChar char="●"/>
              </a:pPr>
              <a:r>
                <a:rPr lang="en" sz="1600">
                  <a:solidFill>
                    <a:schemeClr val="lt1"/>
                  </a:solidFill>
                  <a:latin typeface="Dosis"/>
                  <a:ea typeface="Dosis"/>
                  <a:cs typeface="Dosis"/>
                  <a:sym typeface="Dosis"/>
                </a:rPr>
                <a:t>The Moon is our satellite</a:t>
              </a:r>
              <a:endParaRPr sz="1600">
                <a:solidFill>
                  <a:schemeClr val="lt1"/>
                </a:solidFill>
                <a:latin typeface="Dosis"/>
                <a:ea typeface="Dosis"/>
                <a:cs typeface="Dosis"/>
                <a:sym typeface="Dosis"/>
              </a:endParaRPr>
            </a:p>
            <a:p>
              <a:pPr indent="-330200" lvl="0" marL="457200" marR="0" rtl="0" algn="l">
                <a:lnSpc>
                  <a:spcPct val="115000"/>
                </a:lnSpc>
                <a:spcBef>
                  <a:spcPts val="0"/>
                </a:spcBef>
                <a:spcAft>
                  <a:spcPts val="0"/>
                </a:spcAft>
                <a:buClr>
                  <a:schemeClr val="lt1"/>
                </a:buClr>
                <a:buSzPts val="1600"/>
                <a:buFont typeface="Dosis"/>
                <a:buChar char="●"/>
              </a:pPr>
              <a:r>
                <a:rPr lang="en" sz="1600">
                  <a:solidFill>
                    <a:schemeClr val="lt1"/>
                  </a:solidFill>
                  <a:latin typeface="Dosis"/>
                  <a:ea typeface="Dosis"/>
                  <a:cs typeface="Dosis"/>
                  <a:sym typeface="Dosis"/>
                </a:rPr>
                <a:t>The Sun is a huge and hot star</a:t>
              </a:r>
              <a:endParaRPr sz="1600">
                <a:solidFill>
                  <a:schemeClr val="lt1"/>
                </a:solidFill>
                <a:latin typeface="Dosis"/>
                <a:ea typeface="Dosis"/>
                <a:cs typeface="Dosis"/>
                <a:sym typeface="Dosis"/>
              </a:endParaRPr>
            </a:p>
          </p:txBody>
        </p:sp>
        <p:sp>
          <p:nvSpPr>
            <p:cNvPr id="552" name="Google Shape;552;p32"/>
            <p:cNvSpPr/>
            <p:nvPr/>
          </p:nvSpPr>
          <p:spPr>
            <a:xfrm>
              <a:off x="4872650" y="3470188"/>
              <a:ext cx="3322200" cy="403500"/>
            </a:xfrm>
            <a:prstGeom prst="roundRect">
              <a:avLst>
                <a:gd fmla="val 0" name="adj"/>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MAN TO MAN</a:t>
              </a:r>
              <a:endParaRPr sz="2000">
                <a:solidFill>
                  <a:schemeClr val="dk2"/>
                </a:solidFill>
                <a:latin typeface="Dosis SemiBold"/>
                <a:ea typeface="Dosis SemiBold"/>
                <a:cs typeface="Dosis SemiBold"/>
                <a:sym typeface="Dosis SemiBold"/>
              </a:endParaRPr>
            </a:p>
          </p:txBody>
        </p:sp>
      </p:grpSp>
      <p:sp>
        <p:nvSpPr>
          <p:cNvPr id="553" name="Google Shape;553;p32"/>
          <p:cNvSpPr/>
          <p:nvPr/>
        </p:nvSpPr>
        <p:spPr>
          <a:xfrm>
            <a:off x="4180091" y="4106500"/>
            <a:ext cx="776400" cy="403500"/>
          </a:xfrm>
          <a:prstGeom prst="roundRect">
            <a:avLst>
              <a:gd fmla="val 0" name="adj"/>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VS</a:t>
            </a:r>
            <a:endParaRPr sz="2100">
              <a:solidFill>
                <a:srgbClr val="7146FF"/>
              </a:solidFill>
              <a:latin typeface="Lilita One"/>
              <a:ea typeface="Lilita One"/>
              <a:cs typeface="Lilita One"/>
              <a:sym typeface="Lilita One"/>
            </a:endParaRPr>
          </a:p>
        </p:txBody>
      </p:sp>
      <p:cxnSp>
        <p:nvCxnSpPr>
          <p:cNvPr id="554" name="Google Shape;554;p32"/>
          <p:cNvCxnSpPr>
            <a:stCxn id="549" idx="2"/>
            <a:endCxn id="553" idx="1"/>
          </p:cNvCxnSpPr>
          <p:nvPr/>
        </p:nvCxnSpPr>
        <p:spPr>
          <a:xfrm flipH="1" rot="-5400000">
            <a:off x="3176000" y="3304288"/>
            <a:ext cx="434700" cy="1573500"/>
          </a:xfrm>
          <a:prstGeom prst="bentConnector2">
            <a:avLst/>
          </a:prstGeom>
          <a:noFill/>
          <a:ln cap="flat" cmpd="sng" w="28575">
            <a:solidFill>
              <a:schemeClr val="lt1"/>
            </a:solidFill>
            <a:prstDash val="solid"/>
            <a:round/>
            <a:headEnd len="med" w="med" type="none"/>
            <a:tailEnd len="med" w="med" type="none"/>
          </a:ln>
        </p:spPr>
      </p:cxnSp>
      <p:cxnSp>
        <p:nvCxnSpPr>
          <p:cNvPr id="555" name="Google Shape;555;p32"/>
          <p:cNvCxnSpPr>
            <a:stCxn id="553" idx="3"/>
            <a:endCxn id="552" idx="2"/>
          </p:cNvCxnSpPr>
          <p:nvPr/>
        </p:nvCxnSpPr>
        <p:spPr>
          <a:xfrm flipH="1" rot="10800000">
            <a:off x="4956491" y="3873550"/>
            <a:ext cx="1577400" cy="434700"/>
          </a:xfrm>
          <a:prstGeom prst="bentConnector2">
            <a:avLst/>
          </a:prstGeom>
          <a:noFill/>
          <a:ln cap="flat" cmpd="sng" w="28575">
            <a:solidFill>
              <a:schemeClr val="lt1"/>
            </a:solidFill>
            <a:prstDash val="solid"/>
            <a:round/>
            <a:headEnd len="med" w="med" type="none"/>
            <a:tailEnd len="med" w="med" type="none"/>
          </a:ln>
        </p:spPr>
      </p:cxnSp>
      <p:sp>
        <p:nvSpPr>
          <p:cNvPr id="556" name="Google Shape;556;p32"/>
          <p:cNvSpPr/>
          <p:nvPr/>
        </p:nvSpPr>
        <p:spPr>
          <a:xfrm>
            <a:off x="2179078" y="2917678"/>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chemeClr val="lt1"/>
              </a:solidFill>
              <a:latin typeface="Bevan"/>
              <a:ea typeface="Bevan"/>
              <a:cs typeface="Bevan"/>
              <a:sym typeface="Bevan"/>
            </a:endParaRPr>
          </a:p>
        </p:txBody>
      </p:sp>
      <p:grpSp>
        <p:nvGrpSpPr>
          <p:cNvPr id="557" name="Google Shape;557;p32"/>
          <p:cNvGrpSpPr/>
          <p:nvPr/>
        </p:nvGrpSpPr>
        <p:grpSpPr>
          <a:xfrm>
            <a:off x="2349071" y="2977350"/>
            <a:ext cx="507656" cy="358834"/>
            <a:chOff x="2079138" y="2776438"/>
            <a:chExt cx="562500" cy="397600"/>
          </a:xfrm>
        </p:grpSpPr>
        <p:sp>
          <p:nvSpPr>
            <p:cNvPr id="558" name="Google Shape;558;p32"/>
            <p:cNvSpPr/>
            <p:nvPr/>
          </p:nvSpPr>
          <p:spPr>
            <a:xfrm>
              <a:off x="2263438" y="2931613"/>
              <a:ext cx="193950" cy="242425"/>
            </a:xfrm>
            <a:custGeom>
              <a:rect b="b" l="l" r="r" t="t"/>
              <a:pathLst>
                <a:path extrusionOk="0" h="9697" w="7758">
                  <a:moveTo>
                    <a:pt x="1401" y="2695"/>
                  </a:moveTo>
                  <a:cubicBezTo>
                    <a:pt x="1480" y="2695"/>
                    <a:pt x="1559" y="2719"/>
                    <a:pt x="1628" y="2768"/>
                  </a:cubicBezTo>
                  <a:cubicBezTo>
                    <a:pt x="2108" y="3112"/>
                    <a:pt x="2661" y="3340"/>
                    <a:pt x="3242" y="3439"/>
                  </a:cubicBezTo>
                  <a:cubicBezTo>
                    <a:pt x="3439" y="3472"/>
                    <a:pt x="3581" y="3650"/>
                    <a:pt x="3564" y="3852"/>
                  </a:cubicBezTo>
                  <a:cubicBezTo>
                    <a:pt x="3548" y="4052"/>
                    <a:pt x="3379" y="4208"/>
                    <a:pt x="3180" y="4208"/>
                  </a:cubicBezTo>
                  <a:lnTo>
                    <a:pt x="3178" y="4208"/>
                  </a:lnTo>
                  <a:cubicBezTo>
                    <a:pt x="3156" y="4208"/>
                    <a:pt x="3134" y="4205"/>
                    <a:pt x="3113" y="4203"/>
                  </a:cubicBezTo>
                  <a:cubicBezTo>
                    <a:pt x="2413" y="4088"/>
                    <a:pt x="1750" y="3811"/>
                    <a:pt x="1174" y="3398"/>
                  </a:cubicBezTo>
                  <a:cubicBezTo>
                    <a:pt x="1000" y="3271"/>
                    <a:pt x="962" y="3028"/>
                    <a:pt x="1087" y="2855"/>
                  </a:cubicBezTo>
                  <a:cubicBezTo>
                    <a:pt x="1162" y="2750"/>
                    <a:pt x="1281" y="2695"/>
                    <a:pt x="1401" y="2695"/>
                  </a:cubicBezTo>
                  <a:close/>
                  <a:moveTo>
                    <a:pt x="6359" y="2695"/>
                  </a:moveTo>
                  <a:cubicBezTo>
                    <a:pt x="6480" y="2695"/>
                    <a:pt x="6598" y="2750"/>
                    <a:pt x="6674" y="2855"/>
                  </a:cubicBezTo>
                  <a:cubicBezTo>
                    <a:pt x="6799" y="3028"/>
                    <a:pt x="6760" y="3271"/>
                    <a:pt x="6587" y="3398"/>
                  </a:cubicBezTo>
                  <a:lnTo>
                    <a:pt x="6585" y="3398"/>
                  </a:lnTo>
                  <a:cubicBezTo>
                    <a:pt x="6008" y="3811"/>
                    <a:pt x="5345" y="4085"/>
                    <a:pt x="4646" y="4203"/>
                  </a:cubicBezTo>
                  <a:cubicBezTo>
                    <a:pt x="4624" y="4205"/>
                    <a:pt x="4603" y="4208"/>
                    <a:pt x="4581" y="4208"/>
                  </a:cubicBezTo>
                  <a:cubicBezTo>
                    <a:pt x="4379" y="4208"/>
                    <a:pt x="4213" y="4052"/>
                    <a:pt x="4196" y="3852"/>
                  </a:cubicBezTo>
                  <a:cubicBezTo>
                    <a:pt x="4180" y="3650"/>
                    <a:pt x="4319" y="3470"/>
                    <a:pt x="4518" y="3436"/>
                  </a:cubicBezTo>
                  <a:cubicBezTo>
                    <a:pt x="5100" y="3340"/>
                    <a:pt x="5653" y="3112"/>
                    <a:pt x="6131" y="2768"/>
                  </a:cubicBezTo>
                  <a:cubicBezTo>
                    <a:pt x="6200" y="2719"/>
                    <a:pt x="6280" y="2695"/>
                    <a:pt x="6359" y="2695"/>
                  </a:cubicBezTo>
                  <a:close/>
                  <a:moveTo>
                    <a:pt x="20" y="0"/>
                  </a:moveTo>
                  <a:cubicBezTo>
                    <a:pt x="87" y="671"/>
                    <a:pt x="328" y="1315"/>
                    <a:pt x="722" y="1865"/>
                  </a:cubicBezTo>
                  <a:cubicBezTo>
                    <a:pt x="847" y="2038"/>
                    <a:pt x="808" y="2281"/>
                    <a:pt x="633" y="2406"/>
                  </a:cubicBezTo>
                  <a:cubicBezTo>
                    <a:pt x="565" y="2455"/>
                    <a:pt x="486" y="2478"/>
                    <a:pt x="408" y="2478"/>
                  </a:cubicBezTo>
                  <a:cubicBezTo>
                    <a:pt x="287" y="2478"/>
                    <a:pt x="168" y="2422"/>
                    <a:pt x="92" y="2317"/>
                  </a:cubicBezTo>
                  <a:cubicBezTo>
                    <a:pt x="59" y="2271"/>
                    <a:pt x="30" y="2223"/>
                    <a:pt x="1" y="2177"/>
                  </a:cubicBezTo>
                  <a:lnTo>
                    <a:pt x="1" y="9696"/>
                  </a:lnTo>
                  <a:lnTo>
                    <a:pt x="7758" y="9696"/>
                  </a:lnTo>
                  <a:lnTo>
                    <a:pt x="7758" y="2177"/>
                  </a:lnTo>
                  <a:cubicBezTo>
                    <a:pt x="7726" y="2223"/>
                    <a:pt x="7698" y="2271"/>
                    <a:pt x="7666" y="2317"/>
                  </a:cubicBezTo>
                  <a:cubicBezTo>
                    <a:pt x="7590" y="2422"/>
                    <a:pt x="7471" y="2478"/>
                    <a:pt x="7350" y="2478"/>
                  </a:cubicBezTo>
                  <a:cubicBezTo>
                    <a:pt x="7272" y="2478"/>
                    <a:pt x="7194" y="2455"/>
                    <a:pt x="7126" y="2406"/>
                  </a:cubicBezTo>
                  <a:cubicBezTo>
                    <a:pt x="6950" y="2281"/>
                    <a:pt x="6912" y="2038"/>
                    <a:pt x="7034" y="1865"/>
                  </a:cubicBezTo>
                  <a:cubicBezTo>
                    <a:pt x="7428" y="1315"/>
                    <a:pt x="7671" y="673"/>
                    <a:pt x="77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32"/>
            <p:cNvSpPr/>
            <p:nvPr/>
          </p:nvSpPr>
          <p:spPr>
            <a:xfrm>
              <a:off x="2263938" y="2824913"/>
              <a:ext cx="192975" cy="87300"/>
            </a:xfrm>
            <a:custGeom>
              <a:rect b="b" l="l" r="r" t="t"/>
              <a:pathLst>
                <a:path extrusionOk="0" h="3492" w="7719">
                  <a:moveTo>
                    <a:pt x="3859" y="0"/>
                  </a:moveTo>
                  <a:cubicBezTo>
                    <a:pt x="1867" y="3"/>
                    <a:pt x="202" y="1510"/>
                    <a:pt x="0" y="3492"/>
                  </a:cubicBezTo>
                  <a:lnTo>
                    <a:pt x="7718" y="3492"/>
                  </a:lnTo>
                  <a:cubicBezTo>
                    <a:pt x="7517" y="1510"/>
                    <a:pt x="5851" y="3"/>
                    <a:pt x="385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32"/>
            <p:cNvSpPr/>
            <p:nvPr/>
          </p:nvSpPr>
          <p:spPr>
            <a:xfrm>
              <a:off x="2079138" y="2776438"/>
              <a:ext cx="562500" cy="397600"/>
            </a:xfrm>
            <a:custGeom>
              <a:rect b="b" l="l" r="r" t="t"/>
              <a:pathLst>
                <a:path extrusionOk="0" h="15904" w="22500">
                  <a:moveTo>
                    <a:pt x="1553" y="12025"/>
                  </a:moveTo>
                  <a:cubicBezTo>
                    <a:pt x="1767" y="12025"/>
                    <a:pt x="1940" y="12198"/>
                    <a:pt x="1940" y="12412"/>
                  </a:cubicBezTo>
                  <a:lnTo>
                    <a:pt x="1940" y="13957"/>
                  </a:lnTo>
                  <a:lnTo>
                    <a:pt x="3105" y="13957"/>
                  </a:lnTo>
                  <a:cubicBezTo>
                    <a:pt x="3319" y="13957"/>
                    <a:pt x="3492" y="14130"/>
                    <a:pt x="3492" y="14344"/>
                  </a:cubicBezTo>
                  <a:cubicBezTo>
                    <a:pt x="3492" y="14557"/>
                    <a:pt x="3319" y="14733"/>
                    <a:pt x="3105" y="14733"/>
                  </a:cubicBezTo>
                  <a:lnTo>
                    <a:pt x="1553" y="14733"/>
                  </a:lnTo>
                  <a:cubicBezTo>
                    <a:pt x="1339" y="14733"/>
                    <a:pt x="1166" y="14560"/>
                    <a:pt x="1166" y="14346"/>
                  </a:cubicBezTo>
                  <a:lnTo>
                    <a:pt x="1166" y="12412"/>
                  </a:lnTo>
                  <a:cubicBezTo>
                    <a:pt x="1166" y="12198"/>
                    <a:pt x="1339" y="12025"/>
                    <a:pt x="1553" y="12025"/>
                  </a:cubicBezTo>
                  <a:close/>
                  <a:moveTo>
                    <a:pt x="11251" y="0"/>
                  </a:moveTo>
                  <a:cubicBezTo>
                    <a:pt x="5037" y="0"/>
                    <a:pt x="1" y="5037"/>
                    <a:pt x="1" y="11249"/>
                  </a:cubicBezTo>
                  <a:lnTo>
                    <a:pt x="1" y="15516"/>
                  </a:lnTo>
                  <a:cubicBezTo>
                    <a:pt x="1" y="15730"/>
                    <a:pt x="176" y="15903"/>
                    <a:pt x="390" y="15903"/>
                  </a:cubicBezTo>
                  <a:lnTo>
                    <a:pt x="6597" y="15903"/>
                  </a:lnTo>
                  <a:lnTo>
                    <a:pt x="6597" y="14351"/>
                  </a:lnTo>
                  <a:lnTo>
                    <a:pt x="5821" y="14351"/>
                  </a:lnTo>
                  <a:cubicBezTo>
                    <a:pt x="5607" y="14351"/>
                    <a:pt x="5431" y="14178"/>
                    <a:pt x="5431" y="13964"/>
                  </a:cubicBezTo>
                  <a:cubicBezTo>
                    <a:pt x="5431" y="13750"/>
                    <a:pt x="5607" y="13577"/>
                    <a:pt x="5821" y="13577"/>
                  </a:cubicBezTo>
                  <a:lnTo>
                    <a:pt x="6597" y="13577"/>
                  </a:lnTo>
                  <a:lnTo>
                    <a:pt x="6597" y="12412"/>
                  </a:lnTo>
                  <a:lnTo>
                    <a:pt x="5821" y="12412"/>
                  </a:lnTo>
                  <a:cubicBezTo>
                    <a:pt x="5607" y="12412"/>
                    <a:pt x="5431" y="12239"/>
                    <a:pt x="5431" y="12025"/>
                  </a:cubicBezTo>
                  <a:cubicBezTo>
                    <a:pt x="5431" y="11811"/>
                    <a:pt x="5607" y="11638"/>
                    <a:pt x="5821" y="11638"/>
                  </a:cubicBezTo>
                  <a:lnTo>
                    <a:pt x="6597" y="11638"/>
                  </a:lnTo>
                  <a:lnTo>
                    <a:pt x="6597" y="10472"/>
                  </a:lnTo>
                  <a:lnTo>
                    <a:pt x="5821" y="10472"/>
                  </a:lnTo>
                  <a:cubicBezTo>
                    <a:pt x="5607" y="10472"/>
                    <a:pt x="5431" y="10299"/>
                    <a:pt x="5431" y="10086"/>
                  </a:cubicBezTo>
                  <a:cubicBezTo>
                    <a:pt x="5431" y="9872"/>
                    <a:pt x="5607" y="9699"/>
                    <a:pt x="5821" y="9699"/>
                  </a:cubicBezTo>
                  <a:lnTo>
                    <a:pt x="6597" y="9699"/>
                  </a:lnTo>
                  <a:lnTo>
                    <a:pt x="6597" y="8533"/>
                  </a:lnTo>
                  <a:lnTo>
                    <a:pt x="5821" y="8533"/>
                  </a:lnTo>
                  <a:cubicBezTo>
                    <a:pt x="5607" y="8533"/>
                    <a:pt x="5431" y="8360"/>
                    <a:pt x="5431" y="8146"/>
                  </a:cubicBezTo>
                  <a:cubicBezTo>
                    <a:pt x="5431" y="7932"/>
                    <a:pt x="5607" y="7759"/>
                    <a:pt x="5821" y="7759"/>
                  </a:cubicBezTo>
                  <a:lnTo>
                    <a:pt x="6597" y="7759"/>
                  </a:lnTo>
                  <a:lnTo>
                    <a:pt x="6597" y="5820"/>
                  </a:lnTo>
                  <a:cubicBezTo>
                    <a:pt x="6597" y="3249"/>
                    <a:pt x="8680" y="1163"/>
                    <a:pt x="11251" y="1163"/>
                  </a:cubicBezTo>
                  <a:cubicBezTo>
                    <a:pt x="13822" y="1163"/>
                    <a:pt x="15906" y="3249"/>
                    <a:pt x="15906" y="5820"/>
                  </a:cubicBezTo>
                  <a:lnTo>
                    <a:pt x="15906" y="7759"/>
                  </a:lnTo>
                  <a:lnTo>
                    <a:pt x="16682" y="7759"/>
                  </a:lnTo>
                  <a:cubicBezTo>
                    <a:pt x="16896" y="7759"/>
                    <a:pt x="17069" y="7932"/>
                    <a:pt x="17069" y="8146"/>
                  </a:cubicBezTo>
                  <a:cubicBezTo>
                    <a:pt x="17069" y="8360"/>
                    <a:pt x="16896" y="8533"/>
                    <a:pt x="16682" y="8533"/>
                  </a:cubicBezTo>
                  <a:lnTo>
                    <a:pt x="15906" y="8533"/>
                  </a:lnTo>
                  <a:lnTo>
                    <a:pt x="15906" y="9699"/>
                  </a:lnTo>
                  <a:lnTo>
                    <a:pt x="16682" y="9699"/>
                  </a:lnTo>
                  <a:cubicBezTo>
                    <a:pt x="16896" y="9699"/>
                    <a:pt x="17069" y="9872"/>
                    <a:pt x="17069" y="10086"/>
                  </a:cubicBezTo>
                  <a:cubicBezTo>
                    <a:pt x="17069" y="10299"/>
                    <a:pt x="16896" y="10472"/>
                    <a:pt x="16682" y="10472"/>
                  </a:cubicBezTo>
                  <a:lnTo>
                    <a:pt x="15906" y="10472"/>
                  </a:lnTo>
                  <a:lnTo>
                    <a:pt x="15906" y="11638"/>
                  </a:lnTo>
                  <a:lnTo>
                    <a:pt x="16682" y="11638"/>
                  </a:lnTo>
                  <a:cubicBezTo>
                    <a:pt x="16896" y="11638"/>
                    <a:pt x="17069" y="11811"/>
                    <a:pt x="17069" y="12025"/>
                  </a:cubicBezTo>
                  <a:cubicBezTo>
                    <a:pt x="17069" y="12239"/>
                    <a:pt x="16896" y="12412"/>
                    <a:pt x="16682" y="12412"/>
                  </a:cubicBezTo>
                  <a:lnTo>
                    <a:pt x="15906" y="12412"/>
                  </a:lnTo>
                  <a:lnTo>
                    <a:pt x="15906" y="13577"/>
                  </a:lnTo>
                  <a:lnTo>
                    <a:pt x="16682" y="13577"/>
                  </a:lnTo>
                  <a:cubicBezTo>
                    <a:pt x="16896" y="13577"/>
                    <a:pt x="17069" y="13750"/>
                    <a:pt x="17069" y="13964"/>
                  </a:cubicBezTo>
                  <a:cubicBezTo>
                    <a:pt x="17069" y="14178"/>
                    <a:pt x="16896" y="14351"/>
                    <a:pt x="16682" y="14351"/>
                  </a:cubicBezTo>
                  <a:lnTo>
                    <a:pt x="15906" y="14351"/>
                  </a:lnTo>
                  <a:lnTo>
                    <a:pt x="15906" y="15903"/>
                  </a:lnTo>
                  <a:lnTo>
                    <a:pt x="22113" y="15903"/>
                  </a:lnTo>
                  <a:cubicBezTo>
                    <a:pt x="22326" y="15903"/>
                    <a:pt x="22499" y="15730"/>
                    <a:pt x="22499" y="15516"/>
                  </a:cubicBezTo>
                  <a:lnTo>
                    <a:pt x="22499" y="11249"/>
                  </a:lnTo>
                  <a:cubicBezTo>
                    <a:pt x="22499" y="5037"/>
                    <a:pt x="17463" y="0"/>
                    <a:pt x="112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1" name="Google Shape;561;p32"/>
          <p:cNvSpPr/>
          <p:nvPr/>
        </p:nvSpPr>
        <p:spPr>
          <a:xfrm>
            <a:off x="6109903" y="2917678"/>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chemeClr val="lt1"/>
              </a:solidFill>
              <a:latin typeface="Bevan"/>
              <a:ea typeface="Bevan"/>
              <a:cs typeface="Bevan"/>
              <a:sym typeface="Bevan"/>
            </a:endParaRPr>
          </a:p>
        </p:txBody>
      </p:sp>
      <p:grpSp>
        <p:nvGrpSpPr>
          <p:cNvPr id="562" name="Google Shape;562;p32"/>
          <p:cNvGrpSpPr/>
          <p:nvPr/>
        </p:nvGrpSpPr>
        <p:grpSpPr>
          <a:xfrm>
            <a:off x="6355357" y="2964727"/>
            <a:ext cx="356746" cy="384075"/>
            <a:chOff x="3013238" y="4249563"/>
            <a:chExt cx="522475" cy="562500"/>
          </a:xfrm>
        </p:grpSpPr>
        <p:sp>
          <p:nvSpPr>
            <p:cNvPr id="563" name="Google Shape;563;p32"/>
            <p:cNvSpPr/>
            <p:nvPr/>
          </p:nvSpPr>
          <p:spPr>
            <a:xfrm>
              <a:off x="3235563" y="4530838"/>
              <a:ext cx="60650" cy="64525"/>
            </a:xfrm>
            <a:custGeom>
              <a:rect b="b" l="l" r="r" t="t"/>
              <a:pathLst>
                <a:path extrusionOk="0" h="2581" w="2426">
                  <a:moveTo>
                    <a:pt x="1555" y="0"/>
                  </a:moveTo>
                  <a:cubicBezTo>
                    <a:pt x="1022" y="0"/>
                    <a:pt x="493" y="106"/>
                    <a:pt x="1" y="313"/>
                  </a:cubicBezTo>
                  <a:cubicBezTo>
                    <a:pt x="721" y="887"/>
                    <a:pt x="1233" y="1685"/>
                    <a:pt x="1452" y="2581"/>
                  </a:cubicBezTo>
                  <a:cubicBezTo>
                    <a:pt x="1774" y="2562"/>
                    <a:pt x="2098" y="2550"/>
                    <a:pt x="2425" y="2550"/>
                  </a:cubicBezTo>
                  <a:cubicBezTo>
                    <a:pt x="2283" y="1423"/>
                    <a:pt x="1985" y="466"/>
                    <a:pt x="1627" y="3"/>
                  </a:cubicBezTo>
                  <a:cubicBezTo>
                    <a:pt x="1603" y="3"/>
                    <a:pt x="1579" y="0"/>
                    <a:pt x="155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32"/>
            <p:cNvSpPr/>
            <p:nvPr/>
          </p:nvSpPr>
          <p:spPr>
            <a:xfrm>
              <a:off x="3175363" y="4549263"/>
              <a:ext cx="76375" cy="65925"/>
            </a:xfrm>
            <a:custGeom>
              <a:rect b="b" l="l" r="r" t="t"/>
              <a:pathLst>
                <a:path extrusionOk="0" h="2637" w="3055">
                  <a:moveTo>
                    <a:pt x="1649" y="1"/>
                  </a:moveTo>
                  <a:cubicBezTo>
                    <a:pt x="767" y="623"/>
                    <a:pt x="174" y="1572"/>
                    <a:pt x="1" y="2637"/>
                  </a:cubicBezTo>
                  <a:cubicBezTo>
                    <a:pt x="911" y="2281"/>
                    <a:pt x="1863" y="2046"/>
                    <a:pt x="2834" y="1935"/>
                  </a:cubicBezTo>
                  <a:cubicBezTo>
                    <a:pt x="2906" y="1928"/>
                    <a:pt x="2980" y="1923"/>
                    <a:pt x="3055" y="1914"/>
                  </a:cubicBezTo>
                  <a:cubicBezTo>
                    <a:pt x="2824" y="1133"/>
                    <a:pt x="2327" y="455"/>
                    <a:pt x="164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32"/>
            <p:cNvSpPr/>
            <p:nvPr/>
          </p:nvSpPr>
          <p:spPr>
            <a:xfrm>
              <a:off x="3211163" y="4614638"/>
              <a:ext cx="88525" cy="117100"/>
            </a:xfrm>
            <a:custGeom>
              <a:rect b="b" l="l" r="r" t="t"/>
              <a:pathLst>
                <a:path extrusionOk="0" h="4684" w="3541">
                  <a:moveTo>
                    <a:pt x="3444" y="0"/>
                  </a:moveTo>
                  <a:cubicBezTo>
                    <a:pt x="3132" y="0"/>
                    <a:pt x="2827" y="12"/>
                    <a:pt x="2529" y="29"/>
                  </a:cubicBezTo>
                  <a:lnTo>
                    <a:pt x="2529" y="56"/>
                  </a:lnTo>
                  <a:cubicBezTo>
                    <a:pt x="2529" y="1591"/>
                    <a:pt x="1556" y="3002"/>
                    <a:pt x="1" y="3785"/>
                  </a:cubicBezTo>
                  <a:cubicBezTo>
                    <a:pt x="717" y="4367"/>
                    <a:pt x="1608" y="4684"/>
                    <a:pt x="2531" y="4684"/>
                  </a:cubicBezTo>
                  <a:cubicBezTo>
                    <a:pt x="2630" y="4684"/>
                    <a:pt x="2728" y="4676"/>
                    <a:pt x="2827" y="4669"/>
                  </a:cubicBezTo>
                  <a:cubicBezTo>
                    <a:pt x="2836" y="4645"/>
                    <a:pt x="2851" y="4628"/>
                    <a:pt x="2860" y="4602"/>
                  </a:cubicBezTo>
                  <a:cubicBezTo>
                    <a:pt x="3322" y="3405"/>
                    <a:pt x="3540" y="2127"/>
                    <a:pt x="3500" y="844"/>
                  </a:cubicBezTo>
                  <a:cubicBezTo>
                    <a:pt x="3500" y="555"/>
                    <a:pt x="3490" y="277"/>
                    <a:pt x="347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32"/>
            <p:cNvSpPr/>
            <p:nvPr/>
          </p:nvSpPr>
          <p:spPr>
            <a:xfrm>
              <a:off x="3015163" y="4791963"/>
              <a:ext cx="518575" cy="20100"/>
            </a:xfrm>
            <a:custGeom>
              <a:rect b="b" l="l" r="r" t="t"/>
              <a:pathLst>
                <a:path extrusionOk="0" h="804" w="20743">
                  <a:moveTo>
                    <a:pt x="0" y="1"/>
                  </a:moveTo>
                  <a:cubicBezTo>
                    <a:pt x="168" y="481"/>
                    <a:pt x="622" y="801"/>
                    <a:pt x="1129" y="803"/>
                  </a:cubicBezTo>
                  <a:lnTo>
                    <a:pt x="19611" y="803"/>
                  </a:lnTo>
                  <a:cubicBezTo>
                    <a:pt x="20120" y="801"/>
                    <a:pt x="20574" y="481"/>
                    <a:pt x="2074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32"/>
            <p:cNvSpPr/>
            <p:nvPr/>
          </p:nvSpPr>
          <p:spPr>
            <a:xfrm>
              <a:off x="3173988" y="4259363"/>
              <a:ext cx="200900" cy="171050"/>
            </a:xfrm>
            <a:custGeom>
              <a:rect b="b" l="l" r="r" t="t"/>
              <a:pathLst>
                <a:path extrusionOk="0" h="6842" w="8036">
                  <a:moveTo>
                    <a:pt x="32" y="0"/>
                  </a:moveTo>
                  <a:cubicBezTo>
                    <a:pt x="10" y="253"/>
                    <a:pt x="0" y="502"/>
                    <a:pt x="0" y="752"/>
                  </a:cubicBezTo>
                  <a:cubicBezTo>
                    <a:pt x="0" y="4109"/>
                    <a:pt x="1803" y="6841"/>
                    <a:pt x="4018" y="6841"/>
                  </a:cubicBezTo>
                  <a:cubicBezTo>
                    <a:pt x="6234" y="6841"/>
                    <a:pt x="8036" y="4109"/>
                    <a:pt x="8036" y="752"/>
                  </a:cubicBezTo>
                  <a:cubicBezTo>
                    <a:pt x="8036" y="502"/>
                    <a:pt x="8024" y="250"/>
                    <a:pt x="8005" y="0"/>
                  </a:cubicBezTo>
                  <a:cubicBezTo>
                    <a:pt x="7459" y="673"/>
                    <a:pt x="6291" y="1617"/>
                    <a:pt x="4018" y="1617"/>
                  </a:cubicBezTo>
                  <a:cubicBezTo>
                    <a:pt x="1745" y="1617"/>
                    <a:pt x="577" y="673"/>
                    <a:pt x="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32"/>
            <p:cNvSpPr/>
            <p:nvPr/>
          </p:nvSpPr>
          <p:spPr>
            <a:xfrm>
              <a:off x="3477188" y="4288488"/>
              <a:ext cx="57450" cy="219000"/>
            </a:xfrm>
            <a:custGeom>
              <a:rect b="b" l="l" r="r" t="t"/>
              <a:pathLst>
                <a:path extrusionOk="0" h="8760" w="2298">
                  <a:moveTo>
                    <a:pt x="0" y="1"/>
                  </a:moveTo>
                  <a:lnTo>
                    <a:pt x="0" y="1"/>
                  </a:lnTo>
                  <a:cubicBezTo>
                    <a:pt x="154" y="2327"/>
                    <a:pt x="659" y="6832"/>
                    <a:pt x="2297" y="8759"/>
                  </a:cubicBezTo>
                  <a:cubicBezTo>
                    <a:pt x="2086" y="4002"/>
                    <a:pt x="997" y="1399"/>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2"/>
            <p:cNvSpPr/>
            <p:nvPr/>
          </p:nvSpPr>
          <p:spPr>
            <a:xfrm>
              <a:off x="3014188" y="4288013"/>
              <a:ext cx="57525" cy="219525"/>
            </a:xfrm>
            <a:custGeom>
              <a:rect b="b" l="l" r="r" t="t"/>
              <a:pathLst>
                <a:path extrusionOk="0" h="8781" w="2301">
                  <a:moveTo>
                    <a:pt x="2300" y="0"/>
                  </a:moveTo>
                  <a:lnTo>
                    <a:pt x="2300" y="0"/>
                  </a:lnTo>
                  <a:cubicBezTo>
                    <a:pt x="1291" y="1404"/>
                    <a:pt x="210" y="4009"/>
                    <a:pt x="1" y="8781"/>
                  </a:cubicBezTo>
                  <a:cubicBezTo>
                    <a:pt x="1647" y="6846"/>
                    <a:pt x="2149" y="2319"/>
                    <a:pt x="230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2"/>
            <p:cNvSpPr/>
            <p:nvPr/>
          </p:nvSpPr>
          <p:spPr>
            <a:xfrm>
              <a:off x="3133788" y="4249563"/>
              <a:ext cx="281300" cy="221050"/>
            </a:xfrm>
            <a:custGeom>
              <a:rect b="b" l="l" r="r" t="t"/>
              <a:pathLst>
                <a:path extrusionOk="0" h="8842" w="11252">
                  <a:moveTo>
                    <a:pt x="71" y="1"/>
                  </a:moveTo>
                  <a:cubicBezTo>
                    <a:pt x="25" y="380"/>
                    <a:pt x="3" y="762"/>
                    <a:pt x="1" y="1147"/>
                  </a:cubicBezTo>
                  <a:cubicBezTo>
                    <a:pt x="1" y="5460"/>
                    <a:pt x="2471" y="8841"/>
                    <a:pt x="5626" y="8841"/>
                  </a:cubicBezTo>
                  <a:cubicBezTo>
                    <a:pt x="8781" y="8841"/>
                    <a:pt x="11252" y="5460"/>
                    <a:pt x="11252" y="1147"/>
                  </a:cubicBezTo>
                  <a:cubicBezTo>
                    <a:pt x="11249" y="762"/>
                    <a:pt x="11225" y="380"/>
                    <a:pt x="11182" y="1"/>
                  </a:cubicBezTo>
                  <a:lnTo>
                    <a:pt x="10372" y="1"/>
                  </a:lnTo>
                  <a:cubicBezTo>
                    <a:pt x="10420" y="380"/>
                    <a:pt x="10444" y="762"/>
                    <a:pt x="10447" y="1144"/>
                  </a:cubicBezTo>
                  <a:cubicBezTo>
                    <a:pt x="10447" y="4946"/>
                    <a:pt x="8284" y="8036"/>
                    <a:pt x="5626" y="8036"/>
                  </a:cubicBezTo>
                  <a:cubicBezTo>
                    <a:pt x="2966" y="8036"/>
                    <a:pt x="803" y="4946"/>
                    <a:pt x="803" y="1144"/>
                  </a:cubicBezTo>
                  <a:cubicBezTo>
                    <a:pt x="806" y="762"/>
                    <a:pt x="832" y="380"/>
                    <a:pt x="87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32"/>
            <p:cNvSpPr/>
            <p:nvPr/>
          </p:nvSpPr>
          <p:spPr>
            <a:xfrm>
              <a:off x="3174338" y="4617088"/>
              <a:ext cx="80050" cy="77050"/>
            </a:xfrm>
            <a:custGeom>
              <a:rect b="b" l="l" r="r" t="t"/>
              <a:pathLst>
                <a:path extrusionOk="0" h="3082" w="3202">
                  <a:moveTo>
                    <a:pt x="3202" y="1"/>
                  </a:moveTo>
                  <a:cubicBezTo>
                    <a:pt x="3127" y="8"/>
                    <a:pt x="3050" y="13"/>
                    <a:pt x="2978" y="22"/>
                  </a:cubicBezTo>
                  <a:cubicBezTo>
                    <a:pt x="1950" y="131"/>
                    <a:pt x="945" y="402"/>
                    <a:pt x="1" y="825"/>
                  </a:cubicBezTo>
                  <a:cubicBezTo>
                    <a:pt x="54" y="1649"/>
                    <a:pt x="359" y="2437"/>
                    <a:pt x="878" y="3081"/>
                  </a:cubicBezTo>
                  <a:cubicBezTo>
                    <a:pt x="2281" y="2469"/>
                    <a:pt x="3178" y="1286"/>
                    <a:pt x="32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32"/>
            <p:cNvSpPr/>
            <p:nvPr/>
          </p:nvSpPr>
          <p:spPr>
            <a:xfrm>
              <a:off x="3301463" y="4534613"/>
              <a:ext cx="44050" cy="61900"/>
            </a:xfrm>
            <a:custGeom>
              <a:rect b="b" l="l" r="r" t="t"/>
              <a:pathLst>
                <a:path extrusionOk="0" h="2476" w="1762">
                  <a:moveTo>
                    <a:pt x="1" y="1"/>
                  </a:moveTo>
                  <a:lnTo>
                    <a:pt x="1" y="1"/>
                  </a:lnTo>
                  <a:cubicBezTo>
                    <a:pt x="320" y="772"/>
                    <a:pt x="520" y="1589"/>
                    <a:pt x="596" y="2420"/>
                  </a:cubicBezTo>
                  <a:cubicBezTo>
                    <a:pt x="861" y="2432"/>
                    <a:pt x="1118" y="2452"/>
                    <a:pt x="1370" y="2476"/>
                  </a:cubicBezTo>
                  <a:cubicBezTo>
                    <a:pt x="1421" y="1973"/>
                    <a:pt x="1553" y="1486"/>
                    <a:pt x="1762" y="1029"/>
                  </a:cubicBezTo>
                  <a:cubicBezTo>
                    <a:pt x="1272" y="541"/>
                    <a:pt x="666" y="186"/>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32"/>
            <p:cNvSpPr/>
            <p:nvPr/>
          </p:nvSpPr>
          <p:spPr>
            <a:xfrm>
              <a:off x="3013238" y="4250588"/>
              <a:ext cx="522475" cy="521350"/>
            </a:xfrm>
            <a:custGeom>
              <a:rect b="b" l="l" r="r" t="t"/>
              <a:pathLst>
                <a:path extrusionOk="0" h="20854" w="20899">
                  <a:moveTo>
                    <a:pt x="16876" y="8396"/>
                  </a:moveTo>
                  <a:cubicBezTo>
                    <a:pt x="17542" y="8396"/>
                    <a:pt x="18082" y="8937"/>
                    <a:pt x="18082" y="9603"/>
                  </a:cubicBezTo>
                  <a:lnTo>
                    <a:pt x="18082" y="10004"/>
                  </a:lnTo>
                  <a:cubicBezTo>
                    <a:pt x="18082" y="10670"/>
                    <a:pt x="17542" y="11210"/>
                    <a:pt x="16876" y="11210"/>
                  </a:cubicBezTo>
                  <a:lnTo>
                    <a:pt x="15670" y="11210"/>
                  </a:lnTo>
                  <a:cubicBezTo>
                    <a:pt x="15004" y="11210"/>
                    <a:pt x="14466" y="10670"/>
                    <a:pt x="14466" y="10004"/>
                  </a:cubicBezTo>
                  <a:lnTo>
                    <a:pt x="14466" y="9603"/>
                  </a:lnTo>
                  <a:cubicBezTo>
                    <a:pt x="14466" y="8937"/>
                    <a:pt x="15004" y="8396"/>
                    <a:pt x="15670" y="8396"/>
                  </a:cubicBezTo>
                  <a:close/>
                  <a:moveTo>
                    <a:pt x="10448" y="10405"/>
                  </a:moveTo>
                  <a:cubicBezTo>
                    <a:pt x="13111" y="10405"/>
                    <a:pt x="15269" y="12565"/>
                    <a:pt x="15269" y="15228"/>
                  </a:cubicBezTo>
                  <a:cubicBezTo>
                    <a:pt x="15266" y="17888"/>
                    <a:pt x="13111" y="20046"/>
                    <a:pt x="10448" y="20048"/>
                  </a:cubicBezTo>
                  <a:cubicBezTo>
                    <a:pt x="7786" y="20048"/>
                    <a:pt x="5628" y="17890"/>
                    <a:pt x="5628" y="15228"/>
                  </a:cubicBezTo>
                  <a:cubicBezTo>
                    <a:pt x="5628" y="12565"/>
                    <a:pt x="7786" y="10405"/>
                    <a:pt x="10448" y="10405"/>
                  </a:cubicBezTo>
                  <a:close/>
                  <a:moveTo>
                    <a:pt x="4083" y="0"/>
                  </a:moveTo>
                  <a:cubicBezTo>
                    <a:pt x="3566" y="128"/>
                    <a:pt x="3196" y="577"/>
                    <a:pt x="3167" y="1106"/>
                  </a:cubicBezTo>
                  <a:cubicBezTo>
                    <a:pt x="3011" y="3994"/>
                    <a:pt x="2444" y="9139"/>
                    <a:pt x="353" y="11129"/>
                  </a:cubicBezTo>
                  <a:cubicBezTo>
                    <a:pt x="125" y="11352"/>
                    <a:pt x="0" y="11660"/>
                    <a:pt x="3" y="11979"/>
                  </a:cubicBezTo>
                  <a:lnTo>
                    <a:pt x="3" y="20853"/>
                  </a:lnTo>
                  <a:lnTo>
                    <a:pt x="20894" y="20853"/>
                  </a:lnTo>
                  <a:lnTo>
                    <a:pt x="20894" y="11979"/>
                  </a:lnTo>
                  <a:cubicBezTo>
                    <a:pt x="20899" y="11660"/>
                    <a:pt x="20771" y="11352"/>
                    <a:pt x="20543" y="11129"/>
                  </a:cubicBezTo>
                  <a:cubicBezTo>
                    <a:pt x="18455" y="9136"/>
                    <a:pt x="17885" y="3994"/>
                    <a:pt x="17732" y="1106"/>
                  </a:cubicBezTo>
                  <a:cubicBezTo>
                    <a:pt x="17703" y="575"/>
                    <a:pt x="17330" y="128"/>
                    <a:pt x="16816" y="0"/>
                  </a:cubicBezTo>
                  <a:lnTo>
                    <a:pt x="16816" y="0"/>
                  </a:lnTo>
                  <a:cubicBezTo>
                    <a:pt x="16855" y="368"/>
                    <a:pt x="16874" y="736"/>
                    <a:pt x="16876" y="1106"/>
                  </a:cubicBezTo>
                  <a:cubicBezTo>
                    <a:pt x="16876" y="5871"/>
                    <a:pt x="14053" y="9603"/>
                    <a:pt x="10448" y="9603"/>
                  </a:cubicBezTo>
                  <a:cubicBezTo>
                    <a:pt x="6844" y="9603"/>
                    <a:pt x="4020" y="5871"/>
                    <a:pt x="4020" y="1106"/>
                  </a:cubicBezTo>
                  <a:cubicBezTo>
                    <a:pt x="4023" y="736"/>
                    <a:pt x="4042" y="368"/>
                    <a:pt x="408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32"/>
            <p:cNvSpPr/>
            <p:nvPr/>
          </p:nvSpPr>
          <p:spPr>
            <a:xfrm>
              <a:off x="3394938" y="4480613"/>
              <a:ext cx="50250" cy="30175"/>
            </a:xfrm>
            <a:custGeom>
              <a:rect b="b" l="l" r="r" t="t"/>
              <a:pathLst>
                <a:path extrusionOk="0" h="1207" w="2010">
                  <a:moveTo>
                    <a:pt x="404" y="0"/>
                  </a:moveTo>
                  <a:cubicBezTo>
                    <a:pt x="181" y="0"/>
                    <a:pt x="1" y="181"/>
                    <a:pt x="1" y="402"/>
                  </a:cubicBezTo>
                  <a:lnTo>
                    <a:pt x="1" y="803"/>
                  </a:lnTo>
                  <a:cubicBezTo>
                    <a:pt x="1" y="1026"/>
                    <a:pt x="181" y="1207"/>
                    <a:pt x="404" y="1207"/>
                  </a:cubicBezTo>
                  <a:lnTo>
                    <a:pt x="1608" y="1207"/>
                  </a:lnTo>
                  <a:cubicBezTo>
                    <a:pt x="1832" y="1207"/>
                    <a:pt x="2009" y="1026"/>
                    <a:pt x="2009" y="803"/>
                  </a:cubicBezTo>
                  <a:lnTo>
                    <a:pt x="2009" y="402"/>
                  </a:lnTo>
                  <a:cubicBezTo>
                    <a:pt x="2009" y="181"/>
                    <a:pt x="1832" y="0"/>
                    <a:pt x="160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2"/>
            <p:cNvSpPr/>
            <p:nvPr/>
          </p:nvSpPr>
          <p:spPr>
            <a:xfrm>
              <a:off x="3355588" y="4578588"/>
              <a:ext cx="14675" cy="22675"/>
            </a:xfrm>
            <a:custGeom>
              <a:rect b="b" l="l" r="r" t="t"/>
              <a:pathLst>
                <a:path extrusionOk="0" h="907" w="587">
                  <a:moveTo>
                    <a:pt x="169" y="1"/>
                  </a:moveTo>
                  <a:cubicBezTo>
                    <a:pt x="85" y="262"/>
                    <a:pt x="27" y="534"/>
                    <a:pt x="1" y="808"/>
                  </a:cubicBezTo>
                  <a:cubicBezTo>
                    <a:pt x="198" y="837"/>
                    <a:pt x="397" y="868"/>
                    <a:pt x="587" y="906"/>
                  </a:cubicBezTo>
                  <a:cubicBezTo>
                    <a:pt x="486" y="587"/>
                    <a:pt x="347" y="284"/>
                    <a:pt x="1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2"/>
            <p:cNvSpPr/>
            <p:nvPr/>
          </p:nvSpPr>
          <p:spPr>
            <a:xfrm>
              <a:off x="3355163" y="4619013"/>
              <a:ext cx="19725" cy="44425"/>
            </a:xfrm>
            <a:custGeom>
              <a:rect b="b" l="l" r="r" t="t"/>
              <a:pathLst>
                <a:path extrusionOk="0" h="1777" w="789">
                  <a:moveTo>
                    <a:pt x="1" y="1"/>
                  </a:moveTo>
                  <a:lnTo>
                    <a:pt x="1" y="1"/>
                  </a:lnTo>
                  <a:cubicBezTo>
                    <a:pt x="27" y="633"/>
                    <a:pt x="227" y="1248"/>
                    <a:pt x="575" y="1777"/>
                  </a:cubicBezTo>
                  <a:cubicBezTo>
                    <a:pt x="717" y="1363"/>
                    <a:pt x="789" y="928"/>
                    <a:pt x="789" y="491"/>
                  </a:cubicBezTo>
                  <a:cubicBezTo>
                    <a:pt x="789" y="373"/>
                    <a:pt x="782" y="260"/>
                    <a:pt x="772" y="145"/>
                  </a:cubicBezTo>
                  <a:cubicBezTo>
                    <a:pt x="522" y="90"/>
                    <a:pt x="265" y="42"/>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32"/>
            <p:cNvSpPr/>
            <p:nvPr/>
          </p:nvSpPr>
          <p:spPr>
            <a:xfrm>
              <a:off x="3305488" y="4615163"/>
              <a:ext cx="54700" cy="111525"/>
            </a:xfrm>
            <a:custGeom>
              <a:rect b="b" l="l" r="r" t="t"/>
              <a:pathLst>
                <a:path extrusionOk="0" h="4461" w="2188">
                  <a:moveTo>
                    <a:pt x="505" y="1"/>
                  </a:moveTo>
                  <a:lnTo>
                    <a:pt x="505" y="1"/>
                  </a:lnTo>
                  <a:cubicBezTo>
                    <a:pt x="520" y="265"/>
                    <a:pt x="532" y="537"/>
                    <a:pt x="532" y="820"/>
                  </a:cubicBezTo>
                  <a:cubicBezTo>
                    <a:pt x="553" y="2056"/>
                    <a:pt x="375" y="3286"/>
                    <a:pt x="1" y="4461"/>
                  </a:cubicBezTo>
                  <a:cubicBezTo>
                    <a:pt x="911" y="4163"/>
                    <a:pt x="1687" y="3545"/>
                    <a:pt x="2187" y="2726"/>
                  </a:cubicBezTo>
                  <a:cubicBezTo>
                    <a:pt x="1538" y="1986"/>
                    <a:pt x="1183" y="1037"/>
                    <a:pt x="1178" y="54"/>
                  </a:cubicBezTo>
                  <a:cubicBezTo>
                    <a:pt x="957" y="35"/>
                    <a:pt x="733" y="15"/>
                    <a:pt x="5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grpSp>
        <p:nvGrpSpPr>
          <p:cNvPr id="582" name="Google Shape;582;p33"/>
          <p:cNvGrpSpPr/>
          <p:nvPr/>
        </p:nvGrpSpPr>
        <p:grpSpPr>
          <a:xfrm flipH="1">
            <a:off x="713318" y="2922893"/>
            <a:ext cx="1151476" cy="1651355"/>
            <a:chOff x="4423208" y="1636618"/>
            <a:chExt cx="394328" cy="565533"/>
          </a:xfrm>
        </p:grpSpPr>
        <p:sp>
          <p:nvSpPr>
            <p:cNvPr id="583" name="Google Shape;583;p33"/>
            <p:cNvSpPr/>
            <p:nvPr/>
          </p:nvSpPr>
          <p:spPr>
            <a:xfrm>
              <a:off x="4423208" y="1636618"/>
              <a:ext cx="394328" cy="565533"/>
            </a:xfrm>
            <a:custGeom>
              <a:rect b="b" l="l" r="r" t="t"/>
              <a:pathLst>
                <a:path extrusionOk="0" h="7429" w="5180">
                  <a:moveTo>
                    <a:pt x="2840" y="1"/>
                  </a:moveTo>
                  <a:cubicBezTo>
                    <a:pt x="2740" y="1"/>
                    <a:pt x="2588" y="41"/>
                    <a:pt x="2419" y="103"/>
                  </a:cubicBezTo>
                  <a:cubicBezTo>
                    <a:pt x="2206" y="181"/>
                    <a:pt x="2238" y="588"/>
                    <a:pt x="2247" y="622"/>
                  </a:cubicBezTo>
                  <a:cubicBezTo>
                    <a:pt x="2257" y="657"/>
                    <a:pt x="2266" y="752"/>
                    <a:pt x="2266" y="800"/>
                  </a:cubicBezTo>
                  <a:cubicBezTo>
                    <a:pt x="2266" y="848"/>
                    <a:pt x="2320" y="899"/>
                    <a:pt x="2319" y="937"/>
                  </a:cubicBezTo>
                  <a:cubicBezTo>
                    <a:pt x="2316" y="976"/>
                    <a:pt x="2375" y="972"/>
                    <a:pt x="2389" y="976"/>
                  </a:cubicBezTo>
                  <a:cubicBezTo>
                    <a:pt x="2403" y="980"/>
                    <a:pt x="2389" y="1041"/>
                    <a:pt x="2375" y="1041"/>
                  </a:cubicBezTo>
                  <a:cubicBezTo>
                    <a:pt x="2361" y="1041"/>
                    <a:pt x="2355" y="1053"/>
                    <a:pt x="2316" y="1066"/>
                  </a:cubicBezTo>
                  <a:cubicBezTo>
                    <a:pt x="2302" y="1071"/>
                    <a:pt x="2287" y="1072"/>
                    <a:pt x="2271" y="1072"/>
                  </a:cubicBezTo>
                  <a:cubicBezTo>
                    <a:pt x="2265" y="1072"/>
                    <a:pt x="2258" y="1072"/>
                    <a:pt x="2252" y="1072"/>
                  </a:cubicBezTo>
                  <a:cubicBezTo>
                    <a:pt x="2229" y="1072"/>
                    <a:pt x="2207" y="1074"/>
                    <a:pt x="2189" y="1087"/>
                  </a:cubicBezTo>
                  <a:cubicBezTo>
                    <a:pt x="2153" y="1114"/>
                    <a:pt x="2157" y="1145"/>
                    <a:pt x="2129" y="1162"/>
                  </a:cubicBezTo>
                  <a:cubicBezTo>
                    <a:pt x="2102" y="1181"/>
                    <a:pt x="2037" y="1251"/>
                    <a:pt x="2033" y="1267"/>
                  </a:cubicBezTo>
                  <a:cubicBezTo>
                    <a:pt x="2029" y="1283"/>
                    <a:pt x="1952" y="1324"/>
                    <a:pt x="1870" y="1375"/>
                  </a:cubicBezTo>
                  <a:cubicBezTo>
                    <a:pt x="1787" y="1425"/>
                    <a:pt x="1694" y="1566"/>
                    <a:pt x="1672" y="1646"/>
                  </a:cubicBezTo>
                  <a:cubicBezTo>
                    <a:pt x="1649" y="1725"/>
                    <a:pt x="1685" y="1929"/>
                    <a:pt x="1685" y="1950"/>
                  </a:cubicBezTo>
                  <a:cubicBezTo>
                    <a:pt x="1685" y="1974"/>
                    <a:pt x="1660" y="2016"/>
                    <a:pt x="1637" y="2068"/>
                  </a:cubicBezTo>
                  <a:cubicBezTo>
                    <a:pt x="1615" y="2121"/>
                    <a:pt x="1548" y="2240"/>
                    <a:pt x="1532" y="2269"/>
                  </a:cubicBezTo>
                  <a:cubicBezTo>
                    <a:pt x="1516" y="2299"/>
                    <a:pt x="1450" y="2331"/>
                    <a:pt x="1407" y="2357"/>
                  </a:cubicBezTo>
                  <a:cubicBezTo>
                    <a:pt x="1364" y="2382"/>
                    <a:pt x="1293" y="2475"/>
                    <a:pt x="1228" y="2555"/>
                  </a:cubicBezTo>
                  <a:cubicBezTo>
                    <a:pt x="1161" y="2634"/>
                    <a:pt x="946" y="2851"/>
                    <a:pt x="910" y="2883"/>
                  </a:cubicBezTo>
                  <a:cubicBezTo>
                    <a:pt x="874" y="2915"/>
                    <a:pt x="793" y="2980"/>
                    <a:pt x="792" y="2999"/>
                  </a:cubicBezTo>
                  <a:cubicBezTo>
                    <a:pt x="789" y="3017"/>
                    <a:pt x="763" y="3026"/>
                    <a:pt x="731" y="3047"/>
                  </a:cubicBezTo>
                  <a:cubicBezTo>
                    <a:pt x="699" y="3068"/>
                    <a:pt x="721" y="3110"/>
                    <a:pt x="712" y="3129"/>
                  </a:cubicBezTo>
                  <a:cubicBezTo>
                    <a:pt x="703" y="3148"/>
                    <a:pt x="671" y="3211"/>
                    <a:pt x="642" y="3245"/>
                  </a:cubicBezTo>
                  <a:cubicBezTo>
                    <a:pt x="611" y="3279"/>
                    <a:pt x="601" y="3346"/>
                    <a:pt x="601" y="3379"/>
                  </a:cubicBezTo>
                  <a:cubicBezTo>
                    <a:pt x="601" y="3414"/>
                    <a:pt x="595" y="3497"/>
                    <a:pt x="591" y="3516"/>
                  </a:cubicBezTo>
                  <a:cubicBezTo>
                    <a:pt x="587" y="3534"/>
                    <a:pt x="627" y="3541"/>
                    <a:pt x="646" y="3562"/>
                  </a:cubicBezTo>
                  <a:cubicBezTo>
                    <a:pt x="664" y="3582"/>
                    <a:pt x="651" y="3613"/>
                    <a:pt x="651" y="3650"/>
                  </a:cubicBezTo>
                  <a:cubicBezTo>
                    <a:pt x="651" y="3690"/>
                    <a:pt x="680" y="3703"/>
                    <a:pt x="694" y="3703"/>
                  </a:cubicBezTo>
                  <a:cubicBezTo>
                    <a:pt x="707" y="3703"/>
                    <a:pt x="716" y="3710"/>
                    <a:pt x="740" y="3726"/>
                  </a:cubicBezTo>
                  <a:cubicBezTo>
                    <a:pt x="746" y="3730"/>
                    <a:pt x="752" y="3732"/>
                    <a:pt x="758" y="3732"/>
                  </a:cubicBezTo>
                  <a:cubicBezTo>
                    <a:pt x="769" y="3732"/>
                    <a:pt x="779" y="3727"/>
                    <a:pt x="785" y="3723"/>
                  </a:cubicBezTo>
                  <a:cubicBezTo>
                    <a:pt x="865" y="3851"/>
                    <a:pt x="1008" y="3936"/>
                    <a:pt x="1169" y="3936"/>
                  </a:cubicBezTo>
                  <a:cubicBezTo>
                    <a:pt x="1421" y="3936"/>
                    <a:pt x="1625" y="3732"/>
                    <a:pt x="1625" y="3480"/>
                  </a:cubicBezTo>
                  <a:cubicBezTo>
                    <a:pt x="1625" y="3264"/>
                    <a:pt x="1477" y="3084"/>
                    <a:pt x="1276" y="3036"/>
                  </a:cubicBezTo>
                  <a:cubicBezTo>
                    <a:pt x="1279" y="3030"/>
                    <a:pt x="1280" y="3027"/>
                    <a:pt x="1280" y="3027"/>
                  </a:cubicBezTo>
                  <a:cubicBezTo>
                    <a:pt x="1264" y="3027"/>
                    <a:pt x="1245" y="2999"/>
                    <a:pt x="1265" y="2976"/>
                  </a:cubicBezTo>
                  <a:cubicBezTo>
                    <a:pt x="1286" y="2954"/>
                    <a:pt x="1427" y="2875"/>
                    <a:pt x="1474" y="2849"/>
                  </a:cubicBezTo>
                  <a:cubicBezTo>
                    <a:pt x="1519" y="2822"/>
                    <a:pt x="1641" y="2714"/>
                    <a:pt x="1665" y="2692"/>
                  </a:cubicBezTo>
                  <a:cubicBezTo>
                    <a:pt x="1688" y="2669"/>
                    <a:pt x="1704" y="2656"/>
                    <a:pt x="1724" y="2637"/>
                  </a:cubicBezTo>
                  <a:cubicBezTo>
                    <a:pt x="1745" y="2619"/>
                    <a:pt x="1806" y="2562"/>
                    <a:pt x="1850" y="2526"/>
                  </a:cubicBezTo>
                  <a:cubicBezTo>
                    <a:pt x="1893" y="2489"/>
                    <a:pt x="1978" y="2269"/>
                    <a:pt x="1994" y="2223"/>
                  </a:cubicBezTo>
                  <a:cubicBezTo>
                    <a:pt x="2004" y="2189"/>
                    <a:pt x="2012" y="2165"/>
                    <a:pt x="2021" y="2165"/>
                  </a:cubicBezTo>
                  <a:cubicBezTo>
                    <a:pt x="2024" y="2165"/>
                    <a:pt x="2028" y="2170"/>
                    <a:pt x="2032" y="2179"/>
                  </a:cubicBezTo>
                  <a:cubicBezTo>
                    <a:pt x="2045" y="2211"/>
                    <a:pt x="2125" y="2338"/>
                    <a:pt x="2153" y="2361"/>
                  </a:cubicBezTo>
                  <a:cubicBezTo>
                    <a:pt x="2180" y="2385"/>
                    <a:pt x="2243" y="2463"/>
                    <a:pt x="2265" y="2535"/>
                  </a:cubicBezTo>
                  <a:cubicBezTo>
                    <a:pt x="2285" y="2605"/>
                    <a:pt x="2253" y="2765"/>
                    <a:pt x="2225" y="2826"/>
                  </a:cubicBezTo>
                  <a:cubicBezTo>
                    <a:pt x="2198" y="2887"/>
                    <a:pt x="2266" y="2956"/>
                    <a:pt x="2278" y="3012"/>
                  </a:cubicBezTo>
                  <a:cubicBezTo>
                    <a:pt x="2289" y="3069"/>
                    <a:pt x="2278" y="3120"/>
                    <a:pt x="2234" y="3149"/>
                  </a:cubicBezTo>
                  <a:cubicBezTo>
                    <a:pt x="2192" y="3178"/>
                    <a:pt x="2244" y="3314"/>
                    <a:pt x="2246" y="3342"/>
                  </a:cubicBezTo>
                  <a:cubicBezTo>
                    <a:pt x="2249" y="3368"/>
                    <a:pt x="2234" y="3375"/>
                    <a:pt x="2176" y="3410"/>
                  </a:cubicBezTo>
                  <a:cubicBezTo>
                    <a:pt x="2116" y="3444"/>
                    <a:pt x="2048" y="3576"/>
                    <a:pt x="2011" y="3613"/>
                  </a:cubicBezTo>
                  <a:cubicBezTo>
                    <a:pt x="1975" y="3649"/>
                    <a:pt x="1991" y="3808"/>
                    <a:pt x="1986" y="3856"/>
                  </a:cubicBezTo>
                  <a:cubicBezTo>
                    <a:pt x="1982" y="3904"/>
                    <a:pt x="1952" y="3917"/>
                    <a:pt x="1909" y="3965"/>
                  </a:cubicBezTo>
                  <a:cubicBezTo>
                    <a:pt x="1866" y="4013"/>
                    <a:pt x="1765" y="4271"/>
                    <a:pt x="1732" y="4325"/>
                  </a:cubicBezTo>
                  <a:cubicBezTo>
                    <a:pt x="1697" y="4380"/>
                    <a:pt x="1681" y="4497"/>
                    <a:pt x="1681" y="4504"/>
                  </a:cubicBezTo>
                  <a:cubicBezTo>
                    <a:pt x="1681" y="4510"/>
                    <a:pt x="1663" y="4538"/>
                    <a:pt x="1653" y="4574"/>
                  </a:cubicBezTo>
                  <a:cubicBezTo>
                    <a:pt x="1644" y="4610"/>
                    <a:pt x="1560" y="4752"/>
                    <a:pt x="1538" y="4775"/>
                  </a:cubicBezTo>
                  <a:cubicBezTo>
                    <a:pt x="1514" y="4797"/>
                    <a:pt x="1449" y="4937"/>
                    <a:pt x="1418" y="4993"/>
                  </a:cubicBezTo>
                  <a:cubicBezTo>
                    <a:pt x="1389" y="5050"/>
                    <a:pt x="1236" y="5232"/>
                    <a:pt x="1184" y="5305"/>
                  </a:cubicBezTo>
                  <a:cubicBezTo>
                    <a:pt x="1131" y="5378"/>
                    <a:pt x="993" y="5732"/>
                    <a:pt x="957" y="5811"/>
                  </a:cubicBezTo>
                  <a:cubicBezTo>
                    <a:pt x="920" y="5891"/>
                    <a:pt x="840" y="6191"/>
                    <a:pt x="833" y="6191"/>
                  </a:cubicBezTo>
                  <a:cubicBezTo>
                    <a:pt x="827" y="6191"/>
                    <a:pt x="817" y="6201"/>
                    <a:pt x="817" y="6201"/>
                  </a:cubicBezTo>
                  <a:cubicBezTo>
                    <a:pt x="817" y="6201"/>
                    <a:pt x="764" y="6335"/>
                    <a:pt x="731" y="6360"/>
                  </a:cubicBezTo>
                  <a:cubicBezTo>
                    <a:pt x="696" y="6385"/>
                    <a:pt x="671" y="6465"/>
                    <a:pt x="664" y="6484"/>
                  </a:cubicBezTo>
                  <a:cubicBezTo>
                    <a:pt x="658" y="6501"/>
                    <a:pt x="601" y="6500"/>
                    <a:pt x="582" y="6501"/>
                  </a:cubicBezTo>
                  <a:cubicBezTo>
                    <a:pt x="565" y="6504"/>
                    <a:pt x="571" y="6536"/>
                    <a:pt x="565" y="6557"/>
                  </a:cubicBezTo>
                  <a:cubicBezTo>
                    <a:pt x="557" y="6577"/>
                    <a:pt x="533" y="6610"/>
                    <a:pt x="521" y="6618"/>
                  </a:cubicBezTo>
                  <a:cubicBezTo>
                    <a:pt x="509" y="6624"/>
                    <a:pt x="509" y="6691"/>
                    <a:pt x="505" y="6718"/>
                  </a:cubicBezTo>
                  <a:cubicBezTo>
                    <a:pt x="501" y="6744"/>
                    <a:pt x="352" y="6864"/>
                    <a:pt x="332" y="6886"/>
                  </a:cubicBezTo>
                  <a:cubicBezTo>
                    <a:pt x="311" y="6909"/>
                    <a:pt x="206" y="6970"/>
                    <a:pt x="163" y="7017"/>
                  </a:cubicBezTo>
                  <a:cubicBezTo>
                    <a:pt x="120" y="7062"/>
                    <a:pt x="1" y="7211"/>
                    <a:pt x="20" y="7313"/>
                  </a:cubicBezTo>
                  <a:cubicBezTo>
                    <a:pt x="35" y="7399"/>
                    <a:pt x="239" y="7429"/>
                    <a:pt x="352" y="7429"/>
                  </a:cubicBezTo>
                  <a:cubicBezTo>
                    <a:pt x="373" y="7429"/>
                    <a:pt x="390" y="7428"/>
                    <a:pt x="403" y="7426"/>
                  </a:cubicBezTo>
                  <a:cubicBezTo>
                    <a:pt x="486" y="7415"/>
                    <a:pt x="591" y="7199"/>
                    <a:pt x="606" y="7183"/>
                  </a:cubicBezTo>
                  <a:cubicBezTo>
                    <a:pt x="613" y="7174"/>
                    <a:pt x="642" y="7171"/>
                    <a:pt x="676" y="7171"/>
                  </a:cubicBezTo>
                  <a:cubicBezTo>
                    <a:pt x="703" y="7171"/>
                    <a:pt x="734" y="7173"/>
                    <a:pt x="760" y="7174"/>
                  </a:cubicBezTo>
                  <a:cubicBezTo>
                    <a:pt x="760" y="7174"/>
                    <a:pt x="761" y="7174"/>
                    <a:pt x="761" y="7174"/>
                  </a:cubicBezTo>
                  <a:cubicBezTo>
                    <a:pt x="821" y="7174"/>
                    <a:pt x="904" y="7059"/>
                    <a:pt x="925" y="7017"/>
                  </a:cubicBezTo>
                  <a:cubicBezTo>
                    <a:pt x="944" y="6975"/>
                    <a:pt x="945" y="6827"/>
                    <a:pt x="949" y="6827"/>
                  </a:cubicBezTo>
                  <a:cubicBezTo>
                    <a:pt x="949" y="6827"/>
                    <a:pt x="949" y="6827"/>
                    <a:pt x="949" y="6827"/>
                  </a:cubicBezTo>
                  <a:cubicBezTo>
                    <a:pt x="950" y="6830"/>
                    <a:pt x="952" y="6832"/>
                    <a:pt x="955" y="6832"/>
                  </a:cubicBezTo>
                  <a:cubicBezTo>
                    <a:pt x="963" y="6832"/>
                    <a:pt x="978" y="6819"/>
                    <a:pt x="989" y="6803"/>
                  </a:cubicBezTo>
                  <a:cubicBezTo>
                    <a:pt x="1002" y="6779"/>
                    <a:pt x="1027" y="6715"/>
                    <a:pt x="1027" y="6715"/>
                  </a:cubicBezTo>
                  <a:cubicBezTo>
                    <a:pt x="1027" y="6715"/>
                    <a:pt x="973" y="6682"/>
                    <a:pt x="961" y="6675"/>
                  </a:cubicBezTo>
                  <a:cubicBezTo>
                    <a:pt x="949" y="6669"/>
                    <a:pt x="984" y="6574"/>
                    <a:pt x="1005" y="6558"/>
                  </a:cubicBezTo>
                  <a:cubicBezTo>
                    <a:pt x="1025" y="6542"/>
                    <a:pt x="1021" y="6513"/>
                    <a:pt x="1027" y="6492"/>
                  </a:cubicBezTo>
                  <a:cubicBezTo>
                    <a:pt x="1034" y="6472"/>
                    <a:pt x="1127" y="6328"/>
                    <a:pt x="1136" y="6315"/>
                  </a:cubicBezTo>
                  <a:cubicBezTo>
                    <a:pt x="1146" y="6302"/>
                    <a:pt x="1131" y="6286"/>
                    <a:pt x="1131" y="6286"/>
                  </a:cubicBezTo>
                  <a:cubicBezTo>
                    <a:pt x="1131" y="6286"/>
                    <a:pt x="1184" y="6238"/>
                    <a:pt x="1204" y="6205"/>
                  </a:cubicBezTo>
                  <a:cubicBezTo>
                    <a:pt x="1225" y="6173"/>
                    <a:pt x="1394" y="6009"/>
                    <a:pt x="1474" y="5932"/>
                  </a:cubicBezTo>
                  <a:cubicBezTo>
                    <a:pt x="1554" y="5854"/>
                    <a:pt x="1651" y="5570"/>
                    <a:pt x="1679" y="5487"/>
                  </a:cubicBezTo>
                  <a:cubicBezTo>
                    <a:pt x="1705" y="5406"/>
                    <a:pt x="1772" y="5285"/>
                    <a:pt x="1788" y="5272"/>
                  </a:cubicBezTo>
                  <a:cubicBezTo>
                    <a:pt x="1804" y="5257"/>
                    <a:pt x="1911" y="5123"/>
                    <a:pt x="1947" y="5078"/>
                  </a:cubicBezTo>
                  <a:cubicBezTo>
                    <a:pt x="1984" y="5031"/>
                    <a:pt x="2088" y="4934"/>
                    <a:pt x="2154" y="4861"/>
                  </a:cubicBezTo>
                  <a:cubicBezTo>
                    <a:pt x="2220" y="4789"/>
                    <a:pt x="2340" y="4674"/>
                    <a:pt x="2362" y="4674"/>
                  </a:cubicBezTo>
                  <a:cubicBezTo>
                    <a:pt x="2362" y="4674"/>
                    <a:pt x="2362" y="4674"/>
                    <a:pt x="2362" y="4674"/>
                  </a:cubicBezTo>
                  <a:cubicBezTo>
                    <a:pt x="2366" y="4675"/>
                    <a:pt x="2371" y="4675"/>
                    <a:pt x="2378" y="4675"/>
                  </a:cubicBezTo>
                  <a:cubicBezTo>
                    <a:pt x="2401" y="4675"/>
                    <a:pt x="2438" y="4670"/>
                    <a:pt x="2476" y="4640"/>
                  </a:cubicBezTo>
                  <a:cubicBezTo>
                    <a:pt x="2524" y="4602"/>
                    <a:pt x="2572" y="4578"/>
                    <a:pt x="2576" y="4555"/>
                  </a:cubicBezTo>
                  <a:cubicBezTo>
                    <a:pt x="2581" y="4533"/>
                    <a:pt x="2652" y="4517"/>
                    <a:pt x="2689" y="4510"/>
                  </a:cubicBezTo>
                  <a:cubicBezTo>
                    <a:pt x="2725" y="4504"/>
                    <a:pt x="2871" y="4399"/>
                    <a:pt x="2891" y="4373"/>
                  </a:cubicBezTo>
                  <a:cubicBezTo>
                    <a:pt x="2906" y="4355"/>
                    <a:pt x="2937" y="4331"/>
                    <a:pt x="2958" y="4331"/>
                  </a:cubicBezTo>
                  <a:cubicBezTo>
                    <a:pt x="2965" y="4331"/>
                    <a:pt x="2971" y="4334"/>
                    <a:pt x="2976" y="4341"/>
                  </a:cubicBezTo>
                  <a:cubicBezTo>
                    <a:pt x="2992" y="4369"/>
                    <a:pt x="3162" y="4519"/>
                    <a:pt x="3185" y="4546"/>
                  </a:cubicBezTo>
                  <a:cubicBezTo>
                    <a:pt x="3207" y="4574"/>
                    <a:pt x="3247" y="4690"/>
                    <a:pt x="3247" y="4739"/>
                  </a:cubicBezTo>
                  <a:cubicBezTo>
                    <a:pt x="3247" y="4787"/>
                    <a:pt x="3365" y="4918"/>
                    <a:pt x="3365" y="4918"/>
                  </a:cubicBezTo>
                  <a:cubicBezTo>
                    <a:pt x="3365" y="4918"/>
                    <a:pt x="3383" y="5052"/>
                    <a:pt x="3388" y="5110"/>
                  </a:cubicBezTo>
                  <a:cubicBezTo>
                    <a:pt x="3392" y="5167"/>
                    <a:pt x="3478" y="5248"/>
                    <a:pt x="3501" y="5302"/>
                  </a:cubicBezTo>
                  <a:cubicBezTo>
                    <a:pt x="3525" y="5358"/>
                    <a:pt x="3670" y="5499"/>
                    <a:pt x="3735" y="5560"/>
                  </a:cubicBezTo>
                  <a:cubicBezTo>
                    <a:pt x="3797" y="5623"/>
                    <a:pt x="3839" y="5715"/>
                    <a:pt x="3861" y="5768"/>
                  </a:cubicBezTo>
                  <a:cubicBezTo>
                    <a:pt x="3885" y="5821"/>
                    <a:pt x="3922" y="5914"/>
                    <a:pt x="3954" y="5956"/>
                  </a:cubicBezTo>
                  <a:cubicBezTo>
                    <a:pt x="3987" y="6000"/>
                    <a:pt x="4139" y="6157"/>
                    <a:pt x="4190" y="6208"/>
                  </a:cubicBezTo>
                  <a:cubicBezTo>
                    <a:pt x="4240" y="6258"/>
                    <a:pt x="4300" y="6342"/>
                    <a:pt x="4306" y="6351"/>
                  </a:cubicBezTo>
                  <a:cubicBezTo>
                    <a:pt x="4313" y="6360"/>
                    <a:pt x="4349" y="6404"/>
                    <a:pt x="4345" y="6412"/>
                  </a:cubicBezTo>
                  <a:cubicBezTo>
                    <a:pt x="4341" y="6423"/>
                    <a:pt x="4362" y="6443"/>
                    <a:pt x="4374" y="6465"/>
                  </a:cubicBezTo>
                  <a:cubicBezTo>
                    <a:pt x="4386" y="6488"/>
                    <a:pt x="4441" y="6577"/>
                    <a:pt x="4442" y="6605"/>
                  </a:cubicBezTo>
                  <a:cubicBezTo>
                    <a:pt x="4445" y="6632"/>
                    <a:pt x="4451" y="6648"/>
                    <a:pt x="4461" y="6670"/>
                  </a:cubicBezTo>
                  <a:cubicBezTo>
                    <a:pt x="4470" y="6693"/>
                    <a:pt x="4463" y="6693"/>
                    <a:pt x="4450" y="6714"/>
                  </a:cubicBezTo>
                  <a:cubicBezTo>
                    <a:pt x="4435" y="6734"/>
                    <a:pt x="4426" y="6746"/>
                    <a:pt x="4426" y="6759"/>
                  </a:cubicBezTo>
                  <a:cubicBezTo>
                    <a:pt x="4426" y="6774"/>
                    <a:pt x="4475" y="6860"/>
                    <a:pt x="4475" y="6887"/>
                  </a:cubicBezTo>
                  <a:cubicBezTo>
                    <a:pt x="4475" y="6913"/>
                    <a:pt x="4539" y="6932"/>
                    <a:pt x="4550" y="6960"/>
                  </a:cubicBezTo>
                  <a:cubicBezTo>
                    <a:pt x="4560" y="6988"/>
                    <a:pt x="4593" y="7030"/>
                    <a:pt x="4609" y="7046"/>
                  </a:cubicBezTo>
                  <a:cubicBezTo>
                    <a:pt x="4625" y="7062"/>
                    <a:pt x="4652" y="7103"/>
                    <a:pt x="4671" y="7125"/>
                  </a:cubicBezTo>
                  <a:cubicBezTo>
                    <a:pt x="4689" y="7145"/>
                    <a:pt x="4687" y="7177"/>
                    <a:pt x="4676" y="7222"/>
                  </a:cubicBezTo>
                  <a:cubicBezTo>
                    <a:pt x="4664" y="7267"/>
                    <a:pt x="4712" y="7311"/>
                    <a:pt x="4708" y="7349"/>
                  </a:cubicBezTo>
                  <a:cubicBezTo>
                    <a:pt x="4703" y="7388"/>
                    <a:pt x="4732" y="7401"/>
                    <a:pt x="4754" y="7401"/>
                  </a:cubicBezTo>
                  <a:cubicBezTo>
                    <a:pt x="4778" y="7401"/>
                    <a:pt x="5037" y="7263"/>
                    <a:pt x="5089" y="7228"/>
                  </a:cubicBezTo>
                  <a:cubicBezTo>
                    <a:pt x="5140" y="7195"/>
                    <a:pt x="5180" y="7149"/>
                    <a:pt x="5164" y="7077"/>
                  </a:cubicBezTo>
                  <a:cubicBezTo>
                    <a:pt x="5148" y="7004"/>
                    <a:pt x="5066" y="6947"/>
                    <a:pt x="5054" y="6912"/>
                  </a:cubicBezTo>
                  <a:cubicBezTo>
                    <a:pt x="5043" y="6878"/>
                    <a:pt x="4948" y="6758"/>
                    <a:pt x="4929" y="6755"/>
                  </a:cubicBezTo>
                  <a:cubicBezTo>
                    <a:pt x="4912" y="6753"/>
                    <a:pt x="4885" y="6680"/>
                    <a:pt x="4856" y="6631"/>
                  </a:cubicBezTo>
                  <a:cubicBezTo>
                    <a:pt x="4827" y="6584"/>
                    <a:pt x="4812" y="6584"/>
                    <a:pt x="4799" y="6584"/>
                  </a:cubicBezTo>
                  <a:cubicBezTo>
                    <a:pt x="4786" y="6584"/>
                    <a:pt x="4779" y="6552"/>
                    <a:pt x="4780" y="6542"/>
                  </a:cubicBezTo>
                  <a:cubicBezTo>
                    <a:pt x="4783" y="6533"/>
                    <a:pt x="4756" y="6506"/>
                    <a:pt x="4743" y="6506"/>
                  </a:cubicBezTo>
                  <a:cubicBezTo>
                    <a:pt x="4729" y="6506"/>
                    <a:pt x="4718" y="6436"/>
                    <a:pt x="4706" y="6411"/>
                  </a:cubicBezTo>
                  <a:cubicBezTo>
                    <a:pt x="4694" y="6386"/>
                    <a:pt x="4641" y="6246"/>
                    <a:pt x="4635" y="6230"/>
                  </a:cubicBezTo>
                  <a:cubicBezTo>
                    <a:pt x="4633" y="6224"/>
                    <a:pt x="4630" y="6222"/>
                    <a:pt x="4627" y="6222"/>
                  </a:cubicBezTo>
                  <a:cubicBezTo>
                    <a:pt x="4622" y="6222"/>
                    <a:pt x="4617" y="6227"/>
                    <a:pt x="4617" y="6227"/>
                  </a:cubicBezTo>
                  <a:cubicBezTo>
                    <a:pt x="4617" y="6227"/>
                    <a:pt x="4585" y="6156"/>
                    <a:pt x="4568" y="6093"/>
                  </a:cubicBezTo>
                  <a:cubicBezTo>
                    <a:pt x="4549" y="6032"/>
                    <a:pt x="4476" y="5790"/>
                    <a:pt x="4399" y="5624"/>
                  </a:cubicBezTo>
                  <a:cubicBezTo>
                    <a:pt x="4320" y="5458"/>
                    <a:pt x="4182" y="5334"/>
                    <a:pt x="4116" y="5285"/>
                  </a:cubicBezTo>
                  <a:cubicBezTo>
                    <a:pt x="4049" y="5234"/>
                    <a:pt x="4029" y="5189"/>
                    <a:pt x="3979" y="5103"/>
                  </a:cubicBezTo>
                  <a:cubicBezTo>
                    <a:pt x="3930" y="5015"/>
                    <a:pt x="3963" y="4988"/>
                    <a:pt x="3963" y="4988"/>
                  </a:cubicBezTo>
                  <a:cubicBezTo>
                    <a:pt x="3963" y="4988"/>
                    <a:pt x="4007" y="4988"/>
                    <a:pt x="4016" y="4979"/>
                  </a:cubicBezTo>
                  <a:cubicBezTo>
                    <a:pt x="4024" y="4970"/>
                    <a:pt x="4016" y="4954"/>
                    <a:pt x="4033" y="4910"/>
                  </a:cubicBezTo>
                  <a:cubicBezTo>
                    <a:pt x="4052" y="4867"/>
                    <a:pt x="4109" y="4865"/>
                    <a:pt x="4113" y="4842"/>
                  </a:cubicBezTo>
                  <a:cubicBezTo>
                    <a:pt x="4118" y="4820"/>
                    <a:pt x="4081" y="4514"/>
                    <a:pt x="4068" y="4437"/>
                  </a:cubicBezTo>
                  <a:cubicBezTo>
                    <a:pt x="4055" y="4360"/>
                    <a:pt x="4027" y="4175"/>
                    <a:pt x="4020" y="4152"/>
                  </a:cubicBezTo>
                  <a:cubicBezTo>
                    <a:pt x="4013" y="4130"/>
                    <a:pt x="4003" y="4054"/>
                    <a:pt x="4008" y="4015"/>
                  </a:cubicBezTo>
                  <a:cubicBezTo>
                    <a:pt x="4016" y="3977"/>
                    <a:pt x="3984" y="3827"/>
                    <a:pt x="3984" y="3827"/>
                  </a:cubicBezTo>
                  <a:cubicBezTo>
                    <a:pt x="3984" y="3827"/>
                    <a:pt x="3956" y="3748"/>
                    <a:pt x="3970" y="3715"/>
                  </a:cubicBezTo>
                  <a:cubicBezTo>
                    <a:pt x="3984" y="3680"/>
                    <a:pt x="3984" y="3534"/>
                    <a:pt x="3984" y="3502"/>
                  </a:cubicBezTo>
                  <a:cubicBezTo>
                    <a:pt x="3984" y="3471"/>
                    <a:pt x="4004" y="3412"/>
                    <a:pt x="4024" y="3345"/>
                  </a:cubicBezTo>
                  <a:cubicBezTo>
                    <a:pt x="4045" y="3279"/>
                    <a:pt x="4107" y="3162"/>
                    <a:pt x="4107" y="3162"/>
                  </a:cubicBezTo>
                  <a:lnTo>
                    <a:pt x="4125" y="3162"/>
                  </a:lnTo>
                  <a:cubicBezTo>
                    <a:pt x="4125" y="3162"/>
                    <a:pt x="4137" y="3113"/>
                    <a:pt x="4154" y="3093"/>
                  </a:cubicBezTo>
                  <a:cubicBezTo>
                    <a:pt x="4173" y="3072"/>
                    <a:pt x="4189" y="2903"/>
                    <a:pt x="4205" y="2867"/>
                  </a:cubicBezTo>
                  <a:cubicBezTo>
                    <a:pt x="4221" y="2830"/>
                    <a:pt x="4193" y="2743"/>
                    <a:pt x="4193" y="2743"/>
                  </a:cubicBezTo>
                  <a:cubicBezTo>
                    <a:pt x="4193" y="2743"/>
                    <a:pt x="4185" y="2689"/>
                    <a:pt x="4177" y="2637"/>
                  </a:cubicBezTo>
                  <a:cubicBezTo>
                    <a:pt x="4170" y="2584"/>
                    <a:pt x="4129" y="2443"/>
                    <a:pt x="4116" y="2411"/>
                  </a:cubicBezTo>
                  <a:cubicBezTo>
                    <a:pt x="4102" y="2379"/>
                    <a:pt x="4040" y="2201"/>
                    <a:pt x="4023" y="2133"/>
                  </a:cubicBezTo>
                  <a:cubicBezTo>
                    <a:pt x="4004" y="2064"/>
                    <a:pt x="3931" y="1910"/>
                    <a:pt x="3918" y="1881"/>
                  </a:cubicBezTo>
                  <a:cubicBezTo>
                    <a:pt x="3903" y="1850"/>
                    <a:pt x="3799" y="1567"/>
                    <a:pt x="3730" y="1441"/>
                  </a:cubicBezTo>
                  <a:cubicBezTo>
                    <a:pt x="3663" y="1312"/>
                    <a:pt x="3469" y="1180"/>
                    <a:pt x="3475" y="1180"/>
                  </a:cubicBezTo>
                  <a:cubicBezTo>
                    <a:pt x="3483" y="1180"/>
                    <a:pt x="3475" y="1164"/>
                    <a:pt x="3466" y="1146"/>
                  </a:cubicBezTo>
                  <a:cubicBezTo>
                    <a:pt x="3458" y="1127"/>
                    <a:pt x="3348" y="1094"/>
                    <a:pt x="3308" y="1069"/>
                  </a:cubicBezTo>
                  <a:cubicBezTo>
                    <a:pt x="3265" y="1044"/>
                    <a:pt x="3075" y="1008"/>
                    <a:pt x="3075" y="1008"/>
                  </a:cubicBezTo>
                  <a:lnTo>
                    <a:pt x="3070" y="1008"/>
                  </a:lnTo>
                  <a:cubicBezTo>
                    <a:pt x="3083" y="1001"/>
                    <a:pt x="3066" y="937"/>
                    <a:pt x="3050" y="921"/>
                  </a:cubicBezTo>
                  <a:cubicBezTo>
                    <a:pt x="3034" y="905"/>
                    <a:pt x="3050" y="859"/>
                    <a:pt x="3062" y="848"/>
                  </a:cubicBezTo>
                  <a:cubicBezTo>
                    <a:pt x="3073" y="836"/>
                    <a:pt x="3086" y="819"/>
                    <a:pt x="3086" y="794"/>
                  </a:cubicBezTo>
                  <a:cubicBezTo>
                    <a:pt x="3086" y="768"/>
                    <a:pt x="3095" y="714"/>
                    <a:pt x="3095" y="714"/>
                  </a:cubicBezTo>
                  <a:cubicBezTo>
                    <a:pt x="3095" y="714"/>
                    <a:pt x="3118" y="709"/>
                    <a:pt x="3139" y="679"/>
                  </a:cubicBezTo>
                  <a:cubicBezTo>
                    <a:pt x="3159" y="650"/>
                    <a:pt x="3099" y="581"/>
                    <a:pt x="3083" y="552"/>
                  </a:cubicBezTo>
                  <a:cubicBezTo>
                    <a:pt x="3067" y="521"/>
                    <a:pt x="3073" y="500"/>
                    <a:pt x="3089" y="484"/>
                  </a:cubicBezTo>
                  <a:cubicBezTo>
                    <a:pt x="3104" y="468"/>
                    <a:pt x="3098" y="396"/>
                    <a:pt x="3079" y="360"/>
                  </a:cubicBezTo>
                  <a:cubicBezTo>
                    <a:pt x="3062" y="323"/>
                    <a:pt x="3037" y="271"/>
                    <a:pt x="3063" y="271"/>
                  </a:cubicBezTo>
                  <a:cubicBezTo>
                    <a:pt x="3091" y="271"/>
                    <a:pt x="3098" y="224"/>
                    <a:pt x="3114" y="192"/>
                  </a:cubicBezTo>
                  <a:cubicBezTo>
                    <a:pt x="3130" y="160"/>
                    <a:pt x="2997" y="36"/>
                    <a:pt x="2906" y="9"/>
                  </a:cubicBezTo>
                  <a:cubicBezTo>
                    <a:pt x="2888" y="3"/>
                    <a:pt x="2866" y="1"/>
                    <a:pt x="284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33"/>
            <p:cNvSpPr/>
            <p:nvPr/>
          </p:nvSpPr>
          <p:spPr>
            <a:xfrm>
              <a:off x="4467560" y="1867823"/>
              <a:ext cx="98810" cy="103149"/>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5" name="Google Shape;585;p33"/>
          <p:cNvGrpSpPr/>
          <p:nvPr/>
        </p:nvGrpSpPr>
        <p:grpSpPr>
          <a:xfrm flipH="1">
            <a:off x="7118767" y="1189000"/>
            <a:ext cx="1304768" cy="1498807"/>
            <a:chOff x="2400850" y="1636847"/>
            <a:chExt cx="491920" cy="565076"/>
          </a:xfrm>
        </p:grpSpPr>
        <p:sp>
          <p:nvSpPr>
            <p:cNvPr id="586" name="Google Shape;586;p33"/>
            <p:cNvSpPr/>
            <p:nvPr/>
          </p:nvSpPr>
          <p:spPr>
            <a:xfrm>
              <a:off x="2400850" y="1636847"/>
              <a:ext cx="491920" cy="565076"/>
            </a:xfrm>
            <a:custGeom>
              <a:rect b="b" l="l" r="r" t="t"/>
              <a:pathLst>
                <a:path extrusionOk="0" h="7423" w="6462">
                  <a:moveTo>
                    <a:pt x="3257" y="4128"/>
                  </a:moveTo>
                  <a:cubicBezTo>
                    <a:pt x="3257" y="4128"/>
                    <a:pt x="3428" y="4361"/>
                    <a:pt x="3463" y="4385"/>
                  </a:cubicBezTo>
                  <a:cubicBezTo>
                    <a:pt x="3498" y="4410"/>
                    <a:pt x="3498" y="4438"/>
                    <a:pt x="3498" y="4438"/>
                  </a:cubicBezTo>
                  <a:cubicBezTo>
                    <a:pt x="3498" y="4438"/>
                    <a:pt x="3487" y="4442"/>
                    <a:pt x="3474" y="4442"/>
                  </a:cubicBezTo>
                  <a:cubicBezTo>
                    <a:pt x="3467" y="4442"/>
                    <a:pt x="3460" y="4441"/>
                    <a:pt x="3454" y="4438"/>
                  </a:cubicBezTo>
                  <a:cubicBezTo>
                    <a:pt x="3433" y="4429"/>
                    <a:pt x="3410" y="4388"/>
                    <a:pt x="3391" y="4385"/>
                  </a:cubicBezTo>
                  <a:cubicBezTo>
                    <a:pt x="3372" y="4383"/>
                    <a:pt x="3348" y="4377"/>
                    <a:pt x="3345" y="4358"/>
                  </a:cubicBezTo>
                  <a:cubicBezTo>
                    <a:pt x="3342" y="4339"/>
                    <a:pt x="3342" y="4311"/>
                    <a:pt x="3313" y="4289"/>
                  </a:cubicBezTo>
                  <a:cubicBezTo>
                    <a:pt x="3285" y="4267"/>
                    <a:pt x="3230" y="4174"/>
                    <a:pt x="3230" y="4174"/>
                  </a:cubicBezTo>
                  <a:lnTo>
                    <a:pt x="3257" y="4128"/>
                  </a:lnTo>
                  <a:close/>
                  <a:moveTo>
                    <a:pt x="3713" y="1"/>
                  </a:moveTo>
                  <a:cubicBezTo>
                    <a:pt x="3697" y="1"/>
                    <a:pt x="3680" y="2"/>
                    <a:pt x="3662" y="4"/>
                  </a:cubicBezTo>
                  <a:cubicBezTo>
                    <a:pt x="3348" y="42"/>
                    <a:pt x="3243" y="200"/>
                    <a:pt x="3212" y="329"/>
                  </a:cubicBezTo>
                  <a:cubicBezTo>
                    <a:pt x="3180" y="455"/>
                    <a:pt x="3246" y="707"/>
                    <a:pt x="3246" y="707"/>
                  </a:cubicBezTo>
                  <a:cubicBezTo>
                    <a:pt x="3246" y="707"/>
                    <a:pt x="3248" y="712"/>
                    <a:pt x="3243" y="712"/>
                  </a:cubicBezTo>
                  <a:cubicBezTo>
                    <a:pt x="3240" y="712"/>
                    <a:pt x="3235" y="711"/>
                    <a:pt x="3227" y="707"/>
                  </a:cubicBezTo>
                  <a:cubicBezTo>
                    <a:pt x="3220" y="705"/>
                    <a:pt x="3213" y="704"/>
                    <a:pt x="3206" y="704"/>
                  </a:cubicBezTo>
                  <a:cubicBezTo>
                    <a:pt x="3186" y="704"/>
                    <a:pt x="3165" y="714"/>
                    <a:pt x="3155" y="742"/>
                  </a:cubicBezTo>
                  <a:cubicBezTo>
                    <a:pt x="3142" y="779"/>
                    <a:pt x="3161" y="860"/>
                    <a:pt x="3183" y="875"/>
                  </a:cubicBezTo>
                  <a:cubicBezTo>
                    <a:pt x="3205" y="891"/>
                    <a:pt x="3224" y="964"/>
                    <a:pt x="3264" y="983"/>
                  </a:cubicBezTo>
                  <a:cubicBezTo>
                    <a:pt x="3274" y="987"/>
                    <a:pt x="3282" y="989"/>
                    <a:pt x="3289" y="989"/>
                  </a:cubicBezTo>
                  <a:cubicBezTo>
                    <a:pt x="3305" y="989"/>
                    <a:pt x="3313" y="980"/>
                    <a:pt x="3321" y="980"/>
                  </a:cubicBezTo>
                  <a:cubicBezTo>
                    <a:pt x="3323" y="980"/>
                    <a:pt x="3325" y="981"/>
                    <a:pt x="3327" y="983"/>
                  </a:cubicBezTo>
                  <a:cubicBezTo>
                    <a:pt x="3339" y="990"/>
                    <a:pt x="3342" y="1019"/>
                    <a:pt x="3317" y="1019"/>
                  </a:cubicBezTo>
                  <a:cubicBezTo>
                    <a:pt x="3292" y="1019"/>
                    <a:pt x="3031" y="1104"/>
                    <a:pt x="2963" y="1122"/>
                  </a:cubicBezTo>
                  <a:cubicBezTo>
                    <a:pt x="2893" y="1140"/>
                    <a:pt x="2776" y="1265"/>
                    <a:pt x="2701" y="1323"/>
                  </a:cubicBezTo>
                  <a:cubicBezTo>
                    <a:pt x="2626" y="1383"/>
                    <a:pt x="2262" y="1744"/>
                    <a:pt x="2262" y="1788"/>
                  </a:cubicBezTo>
                  <a:cubicBezTo>
                    <a:pt x="2262" y="1830"/>
                    <a:pt x="2374" y="2084"/>
                    <a:pt x="2393" y="2104"/>
                  </a:cubicBezTo>
                  <a:cubicBezTo>
                    <a:pt x="2412" y="2128"/>
                    <a:pt x="2399" y="2183"/>
                    <a:pt x="2393" y="2273"/>
                  </a:cubicBezTo>
                  <a:cubicBezTo>
                    <a:pt x="2386" y="2364"/>
                    <a:pt x="2290" y="2476"/>
                    <a:pt x="2268" y="2531"/>
                  </a:cubicBezTo>
                  <a:cubicBezTo>
                    <a:pt x="2246" y="2588"/>
                    <a:pt x="2265" y="2771"/>
                    <a:pt x="2219" y="2780"/>
                  </a:cubicBezTo>
                  <a:cubicBezTo>
                    <a:pt x="2172" y="2789"/>
                    <a:pt x="2085" y="2939"/>
                    <a:pt x="2073" y="2983"/>
                  </a:cubicBezTo>
                  <a:cubicBezTo>
                    <a:pt x="2060" y="3026"/>
                    <a:pt x="2010" y="3114"/>
                    <a:pt x="1951" y="3147"/>
                  </a:cubicBezTo>
                  <a:cubicBezTo>
                    <a:pt x="1892" y="3182"/>
                    <a:pt x="1863" y="3358"/>
                    <a:pt x="1830" y="3396"/>
                  </a:cubicBezTo>
                  <a:cubicBezTo>
                    <a:pt x="1795" y="3434"/>
                    <a:pt x="1830" y="3558"/>
                    <a:pt x="1798" y="3577"/>
                  </a:cubicBezTo>
                  <a:cubicBezTo>
                    <a:pt x="1767" y="3596"/>
                    <a:pt x="1680" y="3727"/>
                    <a:pt x="1677" y="3775"/>
                  </a:cubicBezTo>
                  <a:cubicBezTo>
                    <a:pt x="1674" y="3826"/>
                    <a:pt x="1639" y="3883"/>
                    <a:pt x="1589" y="3932"/>
                  </a:cubicBezTo>
                  <a:cubicBezTo>
                    <a:pt x="1541" y="3982"/>
                    <a:pt x="1484" y="4147"/>
                    <a:pt x="1463" y="4193"/>
                  </a:cubicBezTo>
                  <a:cubicBezTo>
                    <a:pt x="1441" y="4240"/>
                    <a:pt x="1317" y="4429"/>
                    <a:pt x="1294" y="4452"/>
                  </a:cubicBezTo>
                  <a:cubicBezTo>
                    <a:pt x="1273" y="4473"/>
                    <a:pt x="1279" y="4538"/>
                    <a:pt x="1279" y="4538"/>
                  </a:cubicBezTo>
                  <a:cubicBezTo>
                    <a:pt x="1279" y="4538"/>
                    <a:pt x="1247" y="4579"/>
                    <a:pt x="1195" y="4623"/>
                  </a:cubicBezTo>
                  <a:cubicBezTo>
                    <a:pt x="1142" y="4667"/>
                    <a:pt x="1068" y="4798"/>
                    <a:pt x="1055" y="4818"/>
                  </a:cubicBezTo>
                  <a:cubicBezTo>
                    <a:pt x="1042" y="4841"/>
                    <a:pt x="934" y="4955"/>
                    <a:pt x="893" y="5053"/>
                  </a:cubicBezTo>
                  <a:cubicBezTo>
                    <a:pt x="852" y="5149"/>
                    <a:pt x="743" y="5373"/>
                    <a:pt x="724" y="5423"/>
                  </a:cubicBezTo>
                  <a:cubicBezTo>
                    <a:pt x="707" y="5472"/>
                    <a:pt x="693" y="5478"/>
                    <a:pt x="683" y="5478"/>
                  </a:cubicBezTo>
                  <a:cubicBezTo>
                    <a:pt x="677" y="5478"/>
                    <a:pt x="663" y="5475"/>
                    <a:pt x="642" y="5475"/>
                  </a:cubicBezTo>
                  <a:cubicBezTo>
                    <a:pt x="632" y="5475"/>
                    <a:pt x="620" y="5476"/>
                    <a:pt x="606" y="5478"/>
                  </a:cubicBezTo>
                  <a:cubicBezTo>
                    <a:pt x="567" y="5484"/>
                    <a:pt x="510" y="5587"/>
                    <a:pt x="495" y="5624"/>
                  </a:cubicBezTo>
                  <a:cubicBezTo>
                    <a:pt x="478" y="5662"/>
                    <a:pt x="438" y="5694"/>
                    <a:pt x="428" y="5724"/>
                  </a:cubicBezTo>
                  <a:cubicBezTo>
                    <a:pt x="420" y="5755"/>
                    <a:pt x="318" y="5836"/>
                    <a:pt x="293" y="5871"/>
                  </a:cubicBezTo>
                  <a:cubicBezTo>
                    <a:pt x="267" y="5905"/>
                    <a:pt x="227" y="6023"/>
                    <a:pt x="186" y="6029"/>
                  </a:cubicBezTo>
                  <a:cubicBezTo>
                    <a:pt x="146" y="6034"/>
                    <a:pt x="118" y="6097"/>
                    <a:pt x="58" y="6209"/>
                  </a:cubicBezTo>
                  <a:cubicBezTo>
                    <a:pt x="0" y="6321"/>
                    <a:pt x="31" y="6431"/>
                    <a:pt x="58" y="6471"/>
                  </a:cubicBezTo>
                  <a:cubicBezTo>
                    <a:pt x="69" y="6486"/>
                    <a:pt x="116" y="6493"/>
                    <a:pt x="178" y="6493"/>
                  </a:cubicBezTo>
                  <a:cubicBezTo>
                    <a:pt x="288" y="6493"/>
                    <a:pt x="446" y="6471"/>
                    <a:pt x="532" y="6428"/>
                  </a:cubicBezTo>
                  <a:cubicBezTo>
                    <a:pt x="666" y="6359"/>
                    <a:pt x="709" y="6206"/>
                    <a:pt x="709" y="6182"/>
                  </a:cubicBezTo>
                  <a:cubicBezTo>
                    <a:pt x="709" y="6157"/>
                    <a:pt x="862" y="6066"/>
                    <a:pt x="896" y="6026"/>
                  </a:cubicBezTo>
                  <a:cubicBezTo>
                    <a:pt x="929" y="5986"/>
                    <a:pt x="912" y="5948"/>
                    <a:pt x="921" y="5924"/>
                  </a:cubicBezTo>
                  <a:cubicBezTo>
                    <a:pt x="929" y="5899"/>
                    <a:pt x="961" y="5790"/>
                    <a:pt x="964" y="5724"/>
                  </a:cubicBezTo>
                  <a:cubicBezTo>
                    <a:pt x="967" y="5659"/>
                    <a:pt x="942" y="5603"/>
                    <a:pt x="942" y="5587"/>
                  </a:cubicBezTo>
                  <a:cubicBezTo>
                    <a:pt x="942" y="5573"/>
                    <a:pt x="1074" y="5439"/>
                    <a:pt x="1157" y="5360"/>
                  </a:cubicBezTo>
                  <a:cubicBezTo>
                    <a:pt x="1241" y="5283"/>
                    <a:pt x="1272" y="5245"/>
                    <a:pt x="1288" y="5227"/>
                  </a:cubicBezTo>
                  <a:cubicBezTo>
                    <a:pt x="1304" y="5208"/>
                    <a:pt x="1381" y="5174"/>
                    <a:pt x="1438" y="5139"/>
                  </a:cubicBezTo>
                  <a:cubicBezTo>
                    <a:pt x="1493" y="5105"/>
                    <a:pt x="1578" y="4987"/>
                    <a:pt x="1617" y="4919"/>
                  </a:cubicBezTo>
                  <a:cubicBezTo>
                    <a:pt x="1658" y="4850"/>
                    <a:pt x="1687" y="4801"/>
                    <a:pt x="1706" y="4774"/>
                  </a:cubicBezTo>
                  <a:cubicBezTo>
                    <a:pt x="1720" y="4754"/>
                    <a:pt x="1752" y="4709"/>
                    <a:pt x="1774" y="4709"/>
                  </a:cubicBezTo>
                  <a:cubicBezTo>
                    <a:pt x="1778" y="4709"/>
                    <a:pt x="1783" y="4711"/>
                    <a:pt x="1786" y="4716"/>
                  </a:cubicBezTo>
                  <a:cubicBezTo>
                    <a:pt x="1805" y="4744"/>
                    <a:pt x="2003" y="4774"/>
                    <a:pt x="2093" y="4804"/>
                  </a:cubicBezTo>
                  <a:cubicBezTo>
                    <a:pt x="2184" y="4831"/>
                    <a:pt x="2523" y="4933"/>
                    <a:pt x="2580" y="4968"/>
                  </a:cubicBezTo>
                  <a:cubicBezTo>
                    <a:pt x="2585" y="4971"/>
                    <a:pt x="2590" y="4973"/>
                    <a:pt x="2595" y="4973"/>
                  </a:cubicBezTo>
                  <a:cubicBezTo>
                    <a:pt x="2651" y="4973"/>
                    <a:pt x="2733" y="4821"/>
                    <a:pt x="2775" y="4774"/>
                  </a:cubicBezTo>
                  <a:cubicBezTo>
                    <a:pt x="2822" y="4725"/>
                    <a:pt x="2966" y="4518"/>
                    <a:pt x="2996" y="4518"/>
                  </a:cubicBezTo>
                  <a:cubicBezTo>
                    <a:pt x="3027" y="4518"/>
                    <a:pt x="3024" y="4535"/>
                    <a:pt x="3043" y="4573"/>
                  </a:cubicBezTo>
                  <a:cubicBezTo>
                    <a:pt x="3062" y="4610"/>
                    <a:pt x="3096" y="4760"/>
                    <a:pt x="3096" y="4792"/>
                  </a:cubicBezTo>
                  <a:cubicBezTo>
                    <a:pt x="3096" y="4822"/>
                    <a:pt x="3152" y="4847"/>
                    <a:pt x="3171" y="4850"/>
                  </a:cubicBezTo>
                  <a:cubicBezTo>
                    <a:pt x="3189" y="4853"/>
                    <a:pt x="3243" y="4878"/>
                    <a:pt x="3273" y="4924"/>
                  </a:cubicBezTo>
                  <a:cubicBezTo>
                    <a:pt x="3304" y="4971"/>
                    <a:pt x="3372" y="4980"/>
                    <a:pt x="3410" y="4993"/>
                  </a:cubicBezTo>
                  <a:cubicBezTo>
                    <a:pt x="3416" y="4995"/>
                    <a:pt x="3422" y="4996"/>
                    <a:pt x="3428" y="4996"/>
                  </a:cubicBezTo>
                  <a:cubicBezTo>
                    <a:pt x="3458" y="4996"/>
                    <a:pt x="3487" y="4971"/>
                    <a:pt x="3487" y="4971"/>
                  </a:cubicBezTo>
                  <a:cubicBezTo>
                    <a:pt x="3487" y="4971"/>
                    <a:pt x="3547" y="4993"/>
                    <a:pt x="3584" y="5018"/>
                  </a:cubicBezTo>
                  <a:cubicBezTo>
                    <a:pt x="3601" y="5029"/>
                    <a:pt x="3615" y="5032"/>
                    <a:pt x="3625" y="5032"/>
                  </a:cubicBezTo>
                  <a:cubicBezTo>
                    <a:pt x="3637" y="5032"/>
                    <a:pt x="3643" y="5028"/>
                    <a:pt x="3643" y="5028"/>
                  </a:cubicBezTo>
                  <a:cubicBezTo>
                    <a:pt x="3643" y="5028"/>
                    <a:pt x="3684" y="5089"/>
                    <a:pt x="3709" y="5118"/>
                  </a:cubicBezTo>
                  <a:cubicBezTo>
                    <a:pt x="3716" y="5127"/>
                    <a:pt x="3724" y="5130"/>
                    <a:pt x="3731" y="5130"/>
                  </a:cubicBezTo>
                  <a:cubicBezTo>
                    <a:pt x="3746" y="5130"/>
                    <a:pt x="3758" y="5112"/>
                    <a:pt x="3758" y="5095"/>
                  </a:cubicBezTo>
                  <a:cubicBezTo>
                    <a:pt x="3758" y="5070"/>
                    <a:pt x="3681" y="4943"/>
                    <a:pt x="3652" y="4908"/>
                  </a:cubicBezTo>
                  <a:cubicBezTo>
                    <a:pt x="3626" y="4875"/>
                    <a:pt x="3581" y="4785"/>
                    <a:pt x="3553" y="4754"/>
                  </a:cubicBezTo>
                  <a:cubicBezTo>
                    <a:pt x="3525" y="4722"/>
                    <a:pt x="3512" y="4683"/>
                    <a:pt x="3498" y="4667"/>
                  </a:cubicBezTo>
                  <a:cubicBezTo>
                    <a:pt x="3485" y="4654"/>
                    <a:pt x="3489" y="4623"/>
                    <a:pt x="3500" y="4623"/>
                  </a:cubicBezTo>
                  <a:cubicBezTo>
                    <a:pt x="3503" y="4623"/>
                    <a:pt x="3506" y="4624"/>
                    <a:pt x="3509" y="4629"/>
                  </a:cubicBezTo>
                  <a:cubicBezTo>
                    <a:pt x="3528" y="4651"/>
                    <a:pt x="3559" y="4684"/>
                    <a:pt x="3608" y="4719"/>
                  </a:cubicBezTo>
                  <a:cubicBezTo>
                    <a:pt x="3659" y="4754"/>
                    <a:pt x="3741" y="4755"/>
                    <a:pt x="3741" y="4755"/>
                  </a:cubicBezTo>
                  <a:cubicBezTo>
                    <a:pt x="3741" y="4755"/>
                    <a:pt x="3783" y="4822"/>
                    <a:pt x="3812" y="4847"/>
                  </a:cubicBezTo>
                  <a:cubicBezTo>
                    <a:pt x="3821" y="4856"/>
                    <a:pt x="3830" y="4859"/>
                    <a:pt x="3839" y="4859"/>
                  </a:cubicBezTo>
                  <a:cubicBezTo>
                    <a:pt x="3856" y="4859"/>
                    <a:pt x="3873" y="4847"/>
                    <a:pt x="3889" y="4841"/>
                  </a:cubicBezTo>
                  <a:cubicBezTo>
                    <a:pt x="3914" y="4831"/>
                    <a:pt x="4042" y="4629"/>
                    <a:pt x="4051" y="4588"/>
                  </a:cubicBezTo>
                  <a:cubicBezTo>
                    <a:pt x="4061" y="4549"/>
                    <a:pt x="4144" y="4517"/>
                    <a:pt x="4191" y="4511"/>
                  </a:cubicBezTo>
                  <a:cubicBezTo>
                    <a:pt x="4201" y="4509"/>
                    <a:pt x="4210" y="4509"/>
                    <a:pt x="4217" y="4509"/>
                  </a:cubicBezTo>
                  <a:cubicBezTo>
                    <a:pt x="4242" y="4509"/>
                    <a:pt x="4249" y="4518"/>
                    <a:pt x="4254" y="4543"/>
                  </a:cubicBezTo>
                  <a:cubicBezTo>
                    <a:pt x="4259" y="4573"/>
                    <a:pt x="4238" y="4658"/>
                    <a:pt x="4238" y="4684"/>
                  </a:cubicBezTo>
                  <a:cubicBezTo>
                    <a:pt x="4238" y="4691"/>
                    <a:pt x="4241" y="4694"/>
                    <a:pt x="4247" y="4694"/>
                  </a:cubicBezTo>
                  <a:cubicBezTo>
                    <a:pt x="4265" y="4694"/>
                    <a:pt x="4303" y="4664"/>
                    <a:pt x="4303" y="4648"/>
                  </a:cubicBezTo>
                  <a:cubicBezTo>
                    <a:pt x="4303" y="4626"/>
                    <a:pt x="4344" y="4505"/>
                    <a:pt x="4344" y="4505"/>
                  </a:cubicBezTo>
                  <a:cubicBezTo>
                    <a:pt x="4344" y="4505"/>
                    <a:pt x="4383" y="4549"/>
                    <a:pt x="4388" y="4573"/>
                  </a:cubicBezTo>
                  <a:cubicBezTo>
                    <a:pt x="4391" y="4598"/>
                    <a:pt x="4396" y="4694"/>
                    <a:pt x="4393" y="4725"/>
                  </a:cubicBezTo>
                  <a:cubicBezTo>
                    <a:pt x="4391" y="4755"/>
                    <a:pt x="4402" y="4804"/>
                    <a:pt x="4434" y="4804"/>
                  </a:cubicBezTo>
                  <a:cubicBezTo>
                    <a:pt x="4465" y="4804"/>
                    <a:pt x="4465" y="4769"/>
                    <a:pt x="4465" y="4741"/>
                  </a:cubicBezTo>
                  <a:cubicBezTo>
                    <a:pt x="4465" y="4713"/>
                    <a:pt x="4453" y="4629"/>
                    <a:pt x="4453" y="4629"/>
                  </a:cubicBezTo>
                  <a:lnTo>
                    <a:pt x="4453" y="4629"/>
                  </a:lnTo>
                  <a:lnTo>
                    <a:pt x="4478" y="4653"/>
                  </a:lnTo>
                  <a:cubicBezTo>
                    <a:pt x="4478" y="4653"/>
                    <a:pt x="4492" y="4703"/>
                    <a:pt x="4500" y="4735"/>
                  </a:cubicBezTo>
                  <a:cubicBezTo>
                    <a:pt x="4506" y="4766"/>
                    <a:pt x="4522" y="4779"/>
                    <a:pt x="4539" y="4782"/>
                  </a:cubicBezTo>
                  <a:cubicBezTo>
                    <a:pt x="4540" y="4782"/>
                    <a:pt x="4541" y="4782"/>
                    <a:pt x="4542" y="4782"/>
                  </a:cubicBezTo>
                  <a:cubicBezTo>
                    <a:pt x="4559" y="4782"/>
                    <a:pt x="4564" y="4760"/>
                    <a:pt x="4564" y="4760"/>
                  </a:cubicBezTo>
                  <a:cubicBezTo>
                    <a:pt x="4564" y="4760"/>
                    <a:pt x="4643" y="4859"/>
                    <a:pt x="4643" y="4889"/>
                  </a:cubicBezTo>
                  <a:cubicBezTo>
                    <a:pt x="4643" y="4920"/>
                    <a:pt x="4689" y="5037"/>
                    <a:pt x="4717" y="5102"/>
                  </a:cubicBezTo>
                  <a:cubicBezTo>
                    <a:pt x="4746" y="5168"/>
                    <a:pt x="4864" y="5407"/>
                    <a:pt x="4911" y="5447"/>
                  </a:cubicBezTo>
                  <a:cubicBezTo>
                    <a:pt x="4957" y="5488"/>
                    <a:pt x="5110" y="5711"/>
                    <a:pt x="5152" y="5779"/>
                  </a:cubicBezTo>
                  <a:cubicBezTo>
                    <a:pt x="5196" y="5848"/>
                    <a:pt x="5401" y="6184"/>
                    <a:pt x="5423" y="6209"/>
                  </a:cubicBezTo>
                  <a:cubicBezTo>
                    <a:pt x="5445" y="6234"/>
                    <a:pt x="5495" y="6343"/>
                    <a:pt x="5514" y="6365"/>
                  </a:cubicBezTo>
                  <a:cubicBezTo>
                    <a:pt x="5533" y="6387"/>
                    <a:pt x="5489" y="6403"/>
                    <a:pt x="5470" y="6418"/>
                  </a:cubicBezTo>
                  <a:cubicBezTo>
                    <a:pt x="5451" y="6434"/>
                    <a:pt x="5527" y="6452"/>
                    <a:pt x="5546" y="6480"/>
                  </a:cubicBezTo>
                  <a:cubicBezTo>
                    <a:pt x="5563" y="6508"/>
                    <a:pt x="5528" y="6514"/>
                    <a:pt x="5528" y="6562"/>
                  </a:cubicBezTo>
                  <a:cubicBezTo>
                    <a:pt x="5528" y="6608"/>
                    <a:pt x="5557" y="6686"/>
                    <a:pt x="5572" y="6723"/>
                  </a:cubicBezTo>
                  <a:cubicBezTo>
                    <a:pt x="5588" y="6761"/>
                    <a:pt x="5579" y="6834"/>
                    <a:pt x="5579" y="6878"/>
                  </a:cubicBezTo>
                  <a:cubicBezTo>
                    <a:pt x="5579" y="6923"/>
                    <a:pt x="5694" y="7003"/>
                    <a:pt x="5735" y="7025"/>
                  </a:cubicBezTo>
                  <a:cubicBezTo>
                    <a:pt x="5776" y="7047"/>
                    <a:pt x="5796" y="7239"/>
                    <a:pt x="5840" y="7321"/>
                  </a:cubicBezTo>
                  <a:cubicBezTo>
                    <a:pt x="5885" y="7402"/>
                    <a:pt x="6127" y="7417"/>
                    <a:pt x="6127" y="7417"/>
                  </a:cubicBezTo>
                  <a:cubicBezTo>
                    <a:pt x="6127" y="7417"/>
                    <a:pt x="6133" y="7417"/>
                    <a:pt x="6294" y="7423"/>
                  </a:cubicBezTo>
                  <a:cubicBezTo>
                    <a:pt x="6300" y="7423"/>
                    <a:pt x="6304" y="7423"/>
                    <a:pt x="6309" y="7423"/>
                  </a:cubicBezTo>
                  <a:cubicBezTo>
                    <a:pt x="6456" y="7423"/>
                    <a:pt x="6462" y="7337"/>
                    <a:pt x="6453" y="7223"/>
                  </a:cubicBezTo>
                  <a:cubicBezTo>
                    <a:pt x="6443" y="7105"/>
                    <a:pt x="6351" y="7015"/>
                    <a:pt x="6329" y="6968"/>
                  </a:cubicBezTo>
                  <a:cubicBezTo>
                    <a:pt x="6306" y="6922"/>
                    <a:pt x="6166" y="6707"/>
                    <a:pt x="6146" y="6675"/>
                  </a:cubicBezTo>
                  <a:cubicBezTo>
                    <a:pt x="6123" y="6643"/>
                    <a:pt x="6092" y="6573"/>
                    <a:pt x="6098" y="6489"/>
                  </a:cubicBezTo>
                  <a:cubicBezTo>
                    <a:pt x="6105" y="6406"/>
                    <a:pt x="6018" y="6381"/>
                    <a:pt x="5971" y="6374"/>
                  </a:cubicBezTo>
                  <a:cubicBezTo>
                    <a:pt x="5924" y="6368"/>
                    <a:pt x="5869" y="6362"/>
                    <a:pt x="5866" y="6330"/>
                  </a:cubicBezTo>
                  <a:cubicBezTo>
                    <a:pt x="5862" y="6300"/>
                    <a:pt x="5809" y="6324"/>
                    <a:pt x="5790" y="6275"/>
                  </a:cubicBezTo>
                  <a:cubicBezTo>
                    <a:pt x="5771" y="6225"/>
                    <a:pt x="5604" y="5801"/>
                    <a:pt x="5547" y="5667"/>
                  </a:cubicBezTo>
                  <a:cubicBezTo>
                    <a:pt x="5492" y="5533"/>
                    <a:pt x="5323" y="5121"/>
                    <a:pt x="5265" y="5012"/>
                  </a:cubicBezTo>
                  <a:cubicBezTo>
                    <a:pt x="5206" y="4903"/>
                    <a:pt x="5053" y="4604"/>
                    <a:pt x="4997" y="4442"/>
                  </a:cubicBezTo>
                  <a:cubicBezTo>
                    <a:pt x="4941" y="4279"/>
                    <a:pt x="4779" y="4125"/>
                    <a:pt x="4766" y="4125"/>
                  </a:cubicBezTo>
                  <a:cubicBezTo>
                    <a:pt x="4755" y="4125"/>
                    <a:pt x="4758" y="4081"/>
                    <a:pt x="4758" y="4062"/>
                  </a:cubicBezTo>
                  <a:cubicBezTo>
                    <a:pt x="4758" y="4043"/>
                    <a:pt x="4723" y="3983"/>
                    <a:pt x="4689" y="3947"/>
                  </a:cubicBezTo>
                  <a:cubicBezTo>
                    <a:pt x="4656" y="3909"/>
                    <a:pt x="4558" y="3753"/>
                    <a:pt x="4533" y="3739"/>
                  </a:cubicBezTo>
                  <a:cubicBezTo>
                    <a:pt x="4509" y="3723"/>
                    <a:pt x="4456" y="3629"/>
                    <a:pt x="4456" y="3629"/>
                  </a:cubicBezTo>
                  <a:cubicBezTo>
                    <a:pt x="4456" y="3629"/>
                    <a:pt x="4443" y="3495"/>
                    <a:pt x="4443" y="3421"/>
                  </a:cubicBezTo>
                  <a:cubicBezTo>
                    <a:pt x="4443" y="3347"/>
                    <a:pt x="4421" y="2978"/>
                    <a:pt x="4412" y="2879"/>
                  </a:cubicBezTo>
                  <a:cubicBezTo>
                    <a:pt x="4402" y="2780"/>
                    <a:pt x="4316" y="2484"/>
                    <a:pt x="4309" y="2447"/>
                  </a:cubicBezTo>
                  <a:cubicBezTo>
                    <a:pt x="4303" y="2409"/>
                    <a:pt x="4337" y="2142"/>
                    <a:pt x="4337" y="2120"/>
                  </a:cubicBezTo>
                  <a:cubicBezTo>
                    <a:pt x="4337" y="2098"/>
                    <a:pt x="4341" y="2014"/>
                    <a:pt x="4377" y="1948"/>
                  </a:cubicBezTo>
                  <a:cubicBezTo>
                    <a:pt x="4415" y="1884"/>
                    <a:pt x="4446" y="1747"/>
                    <a:pt x="4446" y="1718"/>
                  </a:cubicBezTo>
                  <a:cubicBezTo>
                    <a:pt x="4446" y="1691"/>
                    <a:pt x="4452" y="1578"/>
                    <a:pt x="4479" y="1564"/>
                  </a:cubicBezTo>
                  <a:cubicBezTo>
                    <a:pt x="4509" y="1548"/>
                    <a:pt x="4490" y="1539"/>
                    <a:pt x="4490" y="1495"/>
                  </a:cubicBezTo>
                  <a:cubicBezTo>
                    <a:pt x="4490" y="1450"/>
                    <a:pt x="4281" y="1271"/>
                    <a:pt x="4229" y="1227"/>
                  </a:cubicBezTo>
                  <a:cubicBezTo>
                    <a:pt x="4176" y="1184"/>
                    <a:pt x="4032" y="1082"/>
                    <a:pt x="4023" y="1082"/>
                  </a:cubicBezTo>
                  <a:cubicBezTo>
                    <a:pt x="4013" y="1082"/>
                    <a:pt x="4026" y="1035"/>
                    <a:pt x="4044" y="1007"/>
                  </a:cubicBezTo>
                  <a:cubicBezTo>
                    <a:pt x="4063" y="978"/>
                    <a:pt x="4048" y="975"/>
                    <a:pt x="4067" y="975"/>
                  </a:cubicBezTo>
                  <a:cubicBezTo>
                    <a:pt x="4086" y="975"/>
                    <a:pt x="4117" y="935"/>
                    <a:pt x="4128" y="900"/>
                  </a:cubicBezTo>
                  <a:cubicBezTo>
                    <a:pt x="4141" y="866"/>
                    <a:pt x="4146" y="735"/>
                    <a:pt x="4157" y="699"/>
                  </a:cubicBezTo>
                  <a:cubicBezTo>
                    <a:pt x="4169" y="661"/>
                    <a:pt x="4089" y="661"/>
                    <a:pt x="4089" y="661"/>
                  </a:cubicBezTo>
                  <a:cubicBezTo>
                    <a:pt x="4089" y="661"/>
                    <a:pt x="4111" y="527"/>
                    <a:pt x="4102" y="400"/>
                  </a:cubicBezTo>
                  <a:cubicBezTo>
                    <a:pt x="4092" y="279"/>
                    <a:pt x="3989" y="1"/>
                    <a:pt x="37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3"/>
            <p:cNvSpPr/>
            <p:nvPr/>
          </p:nvSpPr>
          <p:spPr>
            <a:xfrm>
              <a:off x="2655410" y="1867810"/>
              <a:ext cx="98810" cy="103149"/>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88" name="Google Shape;588;p33"/>
          <p:cNvCxnSpPr>
            <a:stCxn id="589" idx="0"/>
            <a:endCxn id="590" idx="0"/>
          </p:cNvCxnSpPr>
          <p:nvPr/>
        </p:nvCxnSpPr>
        <p:spPr>
          <a:xfrm rot="-5400000">
            <a:off x="1882175" y="2568525"/>
            <a:ext cx="766800" cy="1348200"/>
          </a:xfrm>
          <a:prstGeom prst="curvedConnector3">
            <a:avLst>
              <a:gd fmla="val 155539" name="adj1"/>
            </a:avLst>
          </a:prstGeom>
          <a:noFill/>
          <a:ln cap="flat" cmpd="sng" w="28575">
            <a:solidFill>
              <a:schemeClr val="lt1"/>
            </a:solidFill>
            <a:prstDash val="lgDash"/>
            <a:round/>
            <a:headEnd len="med" w="med" type="none"/>
            <a:tailEnd len="med" w="med" type="none"/>
          </a:ln>
        </p:spPr>
      </p:cxnSp>
      <p:cxnSp>
        <p:nvCxnSpPr>
          <p:cNvPr id="591" name="Google Shape;591;p33"/>
          <p:cNvCxnSpPr>
            <a:stCxn id="590" idx="0"/>
            <a:endCxn id="592" idx="0"/>
          </p:cNvCxnSpPr>
          <p:nvPr/>
        </p:nvCxnSpPr>
        <p:spPr>
          <a:xfrm rot="-5400000">
            <a:off x="3179150" y="1466350"/>
            <a:ext cx="1153200" cy="1632300"/>
          </a:xfrm>
          <a:prstGeom prst="curvedConnector3">
            <a:avLst>
              <a:gd fmla="val 132594" name="adj1"/>
            </a:avLst>
          </a:prstGeom>
          <a:noFill/>
          <a:ln cap="flat" cmpd="sng" w="28575">
            <a:solidFill>
              <a:schemeClr val="lt1"/>
            </a:solidFill>
            <a:prstDash val="lgDash"/>
            <a:round/>
            <a:headEnd len="med" w="med" type="none"/>
            <a:tailEnd len="med" w="med" type="none"/>
          </a:ln>
        </p:spPr>
      </p:cxnSp>
      <p:cxnSp>
        <p:nvCxnSpPr>
          <p:cNvPr id="593" name="Google Shape;593;p33"/>
          <p:cNvCxnSpPr>
            <a:stCxn id="592" idx="0"/>
            <a:endCxn id="594" idx="0"/>
          </p:cNvCxnSpPr>
          <p:nvPr/>
        </p:nvCxnSpPr>
        <p:spPr>
          <a:xfrm flipH="1" rot="-5400000">
            <a:off x="4811525" y="1466350"/>
            <a:ext cx="1153200" cy="1632300"/>
          </a:xfrm>
          <a:prstGeom prst="curvedConnector3">
            <a:avLst>
              <a:gd fmla="val -32594" name="adj1"/>
            </a:avLst>
          </a:prstGeom>
          <a:noFill/>
          <a:ln cap="flat" cmpd="sng" w="28575">
            <a:solidFill>
              <a:schemeClr val="lt1"/>
            </a:solidFill>
            <a:prstDash val="lgDash"/>
            <a:round/>
            <a:headEnd len="med" w="med" type="none"/>
            <a:tailEnd len="med" w="med" type="none"/>
          </a:ln>
        </p:spPr>
      </p:cxnSp>
      <p:cxnSp>
        <p:nvCxnSpPr>
          <p:cNvPr id="595" name="Google Shape;595;p33"/>
          <p:cNvCxnSpPr>
            <a:stCxn id="594" idx="0"/>
            <a:endCxn id="596" idx="2"/>
          </p:cNvCxnSpPr>
          <p:nvPr/>
        </p:nvCxnSpPr>
        <p:spPr>
          <a:xfrm rot="-5400000">
            <a:off x="6387100" y="1755700"/>
            <a:ext cx="920700" cy="1286100"/>
          </a:xfrm>
          <a:prstGeom prst="curvedConnector2">
            <a:avLst/>
          </a:prstGeom>
          <a:noFill/>
          <a:ln cap="flat" cmpd="sng" w="28575">
            <a:solidFill>
              <a:schemeClr val="lt1"/>
            </a:solidFill>
            <a:prstDash val="lgDash"/>
            <a:round/>
            <a:headEnd len="med" w="med" type="none"/>
            <a:tailEnd len="med" w="med" type="none"/>
          </a:ln>
        </p:spPr>
      </p:cxnSp>
      <p:sp>
        <p:nvSpPr>
          <p:cNvPr id="597" name="Google Shape;597;p33"/>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grpSp>
        <p:nvGrpSpPr>
          <p:cNvPr id="598" name="Google Shape;598;p33"/>
          <p:cNvGrpSpPr/>
          <p:nvPr/>
        </p:nvGrpSpPr>
        <p:grpSpPr>
          <a:xfrm>
            <a:off x="1941050" y="2859100"/>
            <a:ext cx="1997100" cy="1650450"/>
            <a:chOff x="1941050" y="2859100"/>
            <a:chExt cx="1997100" cy="1650450"/>
          </a:xfrm>
        </p:grpSpPr>
        <p:grpSp>
          <p:nvGrpSpPr>
            <p:cNvPr id="599" name="Google Shape;599;p33"/>
            <p:cNvGrpSpPr/>
            <p:nvPr/>
          </p:nvGrpSpPr>
          <p:grpSpPr>
            <a:xfrm>
              <a:off x="1941050" y="2859112"/>
              <a:ext cx="1997100" cy="1650438"/>
              <a:chOff x="713225" y="2859112"/>
              <a:chExt cx="1997100" cy="1650438"/>
            </a:xfrm>
          </p:grpSpPr>
          <p:sp>
            <p:nvSpPr>
              <p:cNvPr id="600" name="Google Shape;600;p33"/>
              <p:cNvSpPr txBox="1"/>
              <p:nvPr/>
            </p:nvSpPr>
            <p:spPr>
              <a:xfrm>
                <a:off x="713225" y="3499075"/>
                <a:ext cx="1997100" cy="403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PASS</a:t>
                </a:r>
                <a:endParaRPr sz="2000">
                  <a:solidFill>
                    <a:schemeClr val="dk2"/>
                  </a:solidFill>
                  <a:latin typeface="Dosis SemiBold"/>
                  <a:ea typeface="Dosis SemiBold"/>
                  <a:cs typeface="Dosis SemiBold"/>
                  <a:sym typeface="Dosis SemiBold"/>
                </a:endParaRPr>
              </a:p>
            </p:txBody>
          </p:sp>
          <p:sp>
            <p:nvSpPr>
              <p:cNvPr id="601" name="Google Shape;601;p33"/>
              <p:cNvSpPr txBox="1"/>
              <p:nvPr/>
            </p:nvSpPr>
            <p:spPr>
              <a:xfrm>
                <a:off x="713225" y="3840250"/>
                <a:ext cx="1997100" cy="669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600">
                    <a:solidFill>
                      <a:schemeClr val="lt1"/>
                    </a:solidFill>
                    <a:latin typeface="Dosis"/>
                    <a:ea typeface="Dosis"/>
                    <a:cs typeface="Dosis"/>
                    <a:sym typeface="Dosis"/>
                  </a:rPr>
                  <a:t>Mercury is the smallest planet of them all</a:t>
                </a:r>
                <a:endParaRPr sz="1600">
                  <a:solidFill>
                    <a:schemeClr val="lt1"/>
                  </a:solidFill>
                  <a:latin typeface="Dosis"/>
                  <a:ea typeface="Dosis"/>
                  <a:cs typeface="Dosis"/>
                  <a:sym typeface="Dosis"/>
                </a:endParaRPr>
              </a:p>
            </p:txBody>
          </p:sp>
          <p:sp>
            <p:nvSpPr>
              <p:cNvPr id="602" name="Google Shape;602;p33"/>
              <p:cNvSpPr/>
              <p:nvPr/>
            </p:nvSpPr>
            <p:spPr>
              <a:xfrm>
                <a:off x="1287964" y="2859112"/>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Bevan"/>
                    <a:ea typeface="Bevan"/>
                    <a:cs typeface="Bevan"/>
                    <a:sym typeface="Bevan"/>
                  </a:rPr>
                  <a:t>01</a:t>
                </a:r>
                <a:endParaRPr sz="2100">
                  <a:solidFill>
                    <a:schemeClr val="lt1"/>
                  </a:solidFill>
                  <a:latin typeface="Bevan"/>
                  <a:ea typeface="Bevan"/>
                  <a:cs typeface="Bevan"/>
                  <a:sym typeface="Bevan"/>
                </a:endParaRPr>
              </a:p>
            </p:txBody>
          </p:sp>
        </p:grpSp>
        <p:sp>
          <p:nvSpPr>
            <p:cNvPr id="590" name="Google Shape;590;p33"/>
            <p:cNvSpPr/>
            <p:nvPr/>
          </p:nvSpPr>
          <p:spPr>
            <a:xfrm>
              <a:off x="2817050" y="2859100"/>
              <a:ext cx="245100" cy="2451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3" name="Google Shape;603;p33"/>
          <p:cNvGrpSpPr/>
          <p:nvPr/>
        </p:nvGrpSpPr>
        <p:grpSpPr>
          <a:xfrm>
            <a:off x="5205850" y="2859100"/>
            <a:ext cx="1997100" cy="1650900"/>
            <a:chOff x="5205850" y="2859100"/>
            <a:chExt cx="1997100" cy="1650900"/>
          </a:xfrm>
        </p:grpSpPr>
        <p:grpSp>
          <p:nvGrpSpPr>
            <p:cNvPr id="604" name="Google Shape;604;p33"/>
            <p:cNvGrpSpPr/>
            <p:nvPr/>
          </p:nvGrpSpPr>
          <p:grpSpPr>
            <a:xfrm>
              <a:off x="5205850" y="2859112"/>
              <a:ext cx="1997100" cy="1650888"/>
              <a:chOff x="6426900" y="2859112"/>
              <a:chExt cx="1997100" cy="1650888"/>
            </a:xfrm>
          </p:grpSpPr>
          <p:sp>
            <p:nvSpPr>
              <p:cNvPr id="605" name="Google Shape;605;p33"/>
              <p:cNvSpPr txBox="1"/>
              <p:nvPr/>
            </p:nvSpPr>
            <p:spPr>
              <a:xfrm>
                <a:off x="6426900" y="3499075"/>
                <a:ext cx="1997100" cy="403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RECEPTION</a:t>
                </a:r>
                <a:endParaRPr sz="2000">
                  <a:solidFill>
                    <a:schemeClr val="dk2"/>
                  </a:solidFill>
                  <a:latin typeface="Dosis SemiBold"/>
                  <a:ea typeface="Dosis SemiBold"/>
                  <a:cs typeface="Dosis SemiBold"/>
                  <a:sym typeface="Dosis SemiBold"/>
                </a:endParaRPr>
              </a:p>
            </p:txBody>
          </p:sp>
          <p:sp>
            <p:nvSpPr>
              <p:cNvPr id="606" name="Google Shape;606;p33"/>
              <p:cNvSpPr txBox="1"/>
              <p:nvPr/>
            </p:nvSpPr>
            <p:spPr>
              <a:xfrm>
                <a:off x="6426900" y="3840700"/>
                <a:ext cx="1997100" cy="669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600">
                    <a:solidFill>
                      <a:schemeClr val="lt1"/>
                    </a:solidFill>
                    <a:latin typeface="Dosis"/>
                    <a:ea typeface="Dosis"/>
                    <a:cs typeface="Dosis"/>
                    <a:sym typeface="Dosis"/>
                  </a:rPr>
                  <a:t>Jupiter was named after a Roman god</a:t>
                </a:r>
                <a:endParaRPr sz="1600">
                  <a:solidFill>
                    <a:schemeClr val="lt1"/>
                  </a:solidFill>
                  <a:latin typeface="Dosis"/>
                  <a:ea typeface="Dosis"/>
                  <a:cs typeface="Dosis"/>
                  <a:sym typeface="Dosis"/>
                </a:endParaRPr>
              </a:p>
            </p:txBody>
          </p:sp>
          <p:sp>
            <p:nvSpPr>
              <p:cNvPr id="607" name="Google Shape;607;p33"/>
              <p:cNvSpPr/>
              <p:nvPr/>
            </p:nvSpPr>
            <p:spPr>
              <a:xfrm>
                <a:off x="7008389" y="2859112"/>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Bevan"/>
                    <a:ea typeface="Bevan"/>
                    <a:cs typeface="Bevan"/>
                    <a:sym typeface="Bevan"/>
                  </a:rPr>
                  <a:t>03</a:t>
                </a:r>
                <a:endParaRPr sz="2100">
                  <a:solidFill>
                    <a:schemeClr val="lt1"/>
                  </a:solidFill>
                  <a:latin typeface="Bevan"/>
                  <a:ea typeface="Bevan"/>
                  <a:cs typeface="Bevan"/>
                  <a:sym typeface="Bevan"/>
                </a:endParaRPr>
              </a:p>
            </p:txBody>
          </p:sp>
        </p:grpSp>
        <p:sp>
          <p:nvSpPr>
            <p:cNvPr id="594" name="Google Shape;594;p33"/>
            <p:cNvSpPr/>
            <p:nvPr/>
          </p:nvSpPr>
          <p:spPr>
            <a:xfrm>
              <a:off x="6081850" y="2859100"/>
              <a:ext cx="245100" cy="2451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8" name="Google Shape;608;p33"/>
          <p:cNvGrpSpPr/>
          <p:nvPr/>
        </p:nvGrpSpPr>
        <p:grpSpPr>
          <a:xfrm>
            <a:off x="3573450" y="1583400"/>
            <a:ext cx="1997100" cy="1651376"/>
            <a:chOff x="3573450" y="1431000"/>
            <a:chExt cx="1997100" cy="1651376"/>
          </a:xfrm>
        </p:grpSpPr>
        <p:grpSp>
          <p:nvGrpSpPr>
            <p:cNvPr id="609" name="Google Shape;609;p33"/>
            <p:cNvGrpSpPr/>
            <p:nvPr/>
          </p:nvGrpSpPr>
          <p:grpSpPr>
            <a:xfrm>
              <a:off x="3573450" y="1431000"/>
              <a:ext cx="1997100" cy="1651376"/>
              <a:chOff x="3573450" y="1431000"/>
              <a:chExt cx="1997100" cy="1651376"/>
            </a:xfrm>
          </p:grpSpPr>
          <p:sp>
            <p:nvSpPr>
              <p:cNvPr id="610" name="Google Shape;610;p33"/>
              <p:cNvSpPr txBox="1"/>
              <p:nvPr/>
            </p:nvSpPr>
            <p:spPr>
              <a:xfrm>
                <a:off x="3573450" y="2071424"/>
                <a:ext cx="1997100" cy="403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ASSIST</a:t>
                </a:r>
                <a:endParaRPr sz="2000">
                  <a:solidFill>
                    <a:schemeClr val="dk2"/>
                  </a:solidFill>
                  <a:latin typeface="Dosis SemiBold"/>
                  <a:ea typeface="Dosis SemiBold"/>
                  <a:cs typeface="Dosis SemiBold"/>
                  <a:sym typeface="Dosis SemiBold"/>
                </a:endParaRPr>
              </a:p>
            </p:txBody>
          </p:sp>
          <p:sp>
            <p:nvSpPr>
              <p:cNvPr id="611" name="Google Shape;611;p33"/>
              <p:cNvSpPr txBox="1"/>
              <p:nvPr/>
            </p:nvSpPr>
            <p:spPr>
              <a:xfrm>
                <a:off x="3573450" y="2413075"/>
                <a:ext cx="1997100" cy="669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600">
                    <a:solidFill>
                      <a:schemeClr val="lt1"/>
                    </a:solidFill>
                    <a:latin typeface="Dosis"/>
                    <a:ea typeface="Dosis"/>
                    <a:cs typeface="Dosis"/>
                    <a:sym typeface="Dosis"/>
                  </a:rPr>
                  <a:t>Venus has a very beautiful name</a:t>
                </a:r>
                <a:endParaRPr sz="1600">
                  <a:solidFill>
                    <a:schemeClr val="lt1"/>
                  </a:solidFill>
                  <a:latin typeface="Dosis"/>
                  <a:ea typeface="Dosis"/>
                  <a:cs typeface="Dosis"/>
                  <a:sym typeface="Dosis"/>
                </a:endParaRPr>
              </a:p>
            </p:txBody>
          </p:sp>
          <p:sp>
            <p:nvSpPr>
              <p:cNvPr id="612" name="Google Shape;612;p33"/>
              <p:cNvSpPr/>
              <p:nvPr/>
            </p:nvSpPr>
            <p:spPr>
              <a:xfrm>
                <a:off x="4148176" y="1431000"/>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Bevan"/>
                    <a:ea typeface="Bevan"/>
                    <a:cs typeface="Bevan"/>
                    <a:sym typeface="Bevan"/>
                  </a:rPr>
                  <a:t>02</a:t>
                </a:r>
                <a:endParaRPr sz="2100">
                  <a:solidFill>
                    <a:schemeClr val="lt1"/>
                  </a:solidFill>
                  <a:latin typeface="Bevan"/>
                  <a:ea typeface="Bevan"/>
                  <a:cs typeface="Bevan"/>
                  <a:sym typeface="Bevan"/>
                </a:endParaRPr>
              </a:p>
            </p:txBody>
          </p:sp>
        </p:grpSp>
        <p:sp>
          <p:nvSpPr>
            <p:cNvPr id="592" name="Google Shape;592;p33"/>
            <p:cNvSpPr/>
            <p:nvPr/>
          </p:nvSpPr>
          <p:spPr>
            <a:xfrm>
              <a:off x="4449425" y="1553500"/>
              <a:ext cx="245100" cy="2451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9" name="Google Shape;589;p33"/>
          <p:cNvSpPr/>
          <p:nvPr/>
        </p:nvSpPr>
        <p:spPr>
          <a:xfrm>
            <a:off x="1468925" y="3626025"/>
            <a:ext cx="245100" cy="2451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3"/>
          <p:cNvSpPr/>
          <p:nvPr/>
        </p:nvSpPr>
        <p:spPr>
          <a:xfrm>
            <a:off x="7490425" y="1815850"/>
            <a:ext cx="245100" cy="2451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34"/>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cxnSp>
        <p:nvCxnSpPr>
          <p:cNvPr id="618" name="Google Shape;618;p34"/>
          <p:cNvCxnSpPr>
            <a:stCxn id="619" idx="3"/>
            <a:endCxn id="620" idx="2"/>
          </p:cNvCxnSpPr>
          <p:nvPr/>
        </p:nvCxnSpPr>
        <p:spPr>
          <a:xfrm flipH="1" rot="10800000">
            <a:off x="2710313" y="1819653"/>
            <a:ext cx="2126400" cy="198300"/>
          </a:xfrm>
          <a:prstGeom prst="bentConnector3">
            <a:avLst>
              <a:gd fmla="val 49999" name="adj1"/>
            </a:avLst>
          </a:prstGeom>
          <a:noFill/>
          <a:ln cap="flat" cmpd="sng" w="28575">
            <a:solidFill>
              <a:schemeClr val="lt1"/>
            </a:solidFill>
            <a:prstDash val="solid"/>
            <a:round/>
            <a:headEnd len="med" w="med" type="none"/>
            <a:tailEnd len="med" w="med" type="none"/>
          </a:ln>
        </p:spPr>
      </p:cxnSp>
      <p:cxnSp>
        <p:nvCxnSpPr>
          <p:cNvPr id="621" name="Google Shape;621;p34"/>
          <p:cNvCxnSpPr>
            <a:stCxn id="622" idx="3"/>
            <a:endCxn id="623" idx="2"/>
          </p:cNvCxnSpPr>
          <p:nvPr/>
        </p:nvCxnSpPr>
        <p:spPr>
          <a:xfrm flipH="1" rot="10800000">
            <a:off x="2710313" y="2954378"/>
            <a:ext cx="1069500" cy="812400"/>
          </a:xfrm>
          <a:prstGeom prst="bentConnector3">
            <a:avLst>
              <a:gd fmla="val 49996" name="adj1"/>
            </a:avLst>
          </a:prstGeom>
          <a:noFill/>
          <a:ln cap="flat" cmpd="sng" w="28575">
            <a:solidFill>
              <a:schemeClr val="lt1"/>
            </a:solidFill>
            <a:prstDash val="solid"/>
            <a:round/>
            <a:headEnd len="med" w="med" type="none"/>
            <a:tailEnd len="med" w="med" type="none"/>
          </a:ln>
        </p:spPr>
      </p:cxnSp>
      <p:cxnSp>
        <p:nvCxnSpPr>
          <p:cNvPr id="624" name="Google Shape;624;p34"/>
          <p:cNvCxnSpPr>
            <a:stCxn id="625" idx="6"/>
            <a:endCxn id="626" idx="1"/>
          </p:cNvCxnSpPr>
          <p:nvPr/>
        </p:nvCxnSpPr>
        <p:spPr>
          <a:xfrm flipH="1" rot="10800000">
            <a:off x="5764588" y="3167050"/>
            <a:ext cx="662400" cy="598200"/>
          </a:xfrm>
          <a:prstGeom prst="bentConnector3">
            <a:avLst>
              <a:gd fmla="val 50005" name="adj1"/>
            </a:avLst>
          </a:prstGeom>
          <a:noFill/>
          <a:ln cap="flat" cmpd="sng" w="28575">
            <a:solidFill>
              <a:schemeClr val="lt1"/>
            </a:solidFill>
            <a:prstDash val="solid"/>
            <a:round/>
            <a:headEnd len="med" w="med" type="none"/>
            <a:tailEnd len="med" w="med" type="none"/>
          </a:ln>
        </p:spPr>
      </p:cxnSp>
      <p:grpSp>
        <p:nvGrpSpPr>
          <p:cNvPr id="627" name="Google Shape;627;p34"/>
          <p:cNvGrpSpPr/>
          <p:nvPr/>
        </p:nvGrpSpPr>
        <p:grpSpPr>
          <a:xfrm>
            <a:off x="713213" y="1266775"/>
            <a:ext cx="1997100" cy="1499297"/>
            <a:chOff x="713213" y="1422812"/>
            <a:chExt cx="1997100" cy="1499297"/>
          </a:xfrm>
        </p:grpSpPr>
        <p:sp>
          <p:nvSpPr>
            <p:cNvPr id="619" name="Google Shape;619;p34"/>
            <p:cNvSpPr txBox="1"/>
            <p:nvPr/>
          </p:nvSpPr>
          <p:spPr>
            <a:xfrm>
              <a:off x="713213" y="1972091"/>
              <a:ext cx="1997100" cy="403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Dosis SemiBold"/>
                  <a:ea typeface="Dosis SemiBold"/>
                  <a:cs typeface="Dosis SemiBold"/>
                  <a:sym typeface="Dosis SemiBold"/>
                </a:rPr>
                <a:t>BOUNCE</a:t>
              </a:r>
              <a:endParaRPr sz="2000">
                <a:solidFill>
                  <a:schemeClr val="dk2"/>
                </a:solidFill>
                <a:latin typeface="Dosis SemiBold"/>
                <a:ea typeface="Dosis SemiBold"/>
                <a:cs typeface="Dosis SemiBold"/>
                <a:sym typeface="Dosis SemiBold"/>
              </a:endParaRPr>
            </a:p>
          </p:txBody>
        </p:sp>
        <p:sp>
          <p:nvSpPr>
            <p:cNvPr id="628" name="Google Shape;628;p34"/>
            <p:cNvSpPr txBox="1"/>
            <p:nvPr/>
          </p:nvSpPr>
          <p:spPr>
            <a:xfrm>
              <a:off x="713213" y="2252810"/>
              <a:ext cx="1997100" cy="66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chemeClr val="lt1"/>
                  </a:solidFill>
                  <a:latin typeface="Dosis"/>
                  <a:ea typeface="Dosis"/>
                  <a:cs typeface="Dosis"/>
                  <a:sym typeface="Dosis"/>
                </a:rPr>
                <a:t>Mercury is the smallest planet of them all</a:t>
              </a:r>
              <a:endParaRPr sz="1600">
                <a:solidFill>
                  <a:schemeClr val="lt1"/>
                </a:solidFill>
                <a:latin typeface="Dosis"/>
                <a:ea typeface="Dosis"/>
                <a:cs typeface="Dosis"/>
                <a:sym typeface="Dosis"/>
              </a:endParaRPr>
            </a:p>
          </p:txBody>
        </p:sp>
        <p:sp>
          <p:nvSpPr>
            <p:cNvPr id="629" name="Google Shape;629;p34"/>
            <p:cNvSpPr/>
            <p:nvPr/>
          </p:nvSpPr>
          <p:spPr>
            <a:xfrm>
              <a:off x="819641" y="1422812"/>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Bevan"/>
                  <a:ea typeface="Bevan"/>
                  <a:cs typeface="Bevan"/>
                  <a:sym typeface="Bevan"/>
                </a:rPr>
                <a:t>01</a:t>
              </a:r>
              <a:endParaRPr sz="2100">
                <a:solidFill>
                  <a:schemeClr val="lt1"/>
                </a:solidFill>
                <a:latin typeface="Bevan"/>
                <a:ea typeface="Bevan"/>
                <a:cs typeface="Bevan"/>
                <a:sym typeface="Bevan"/>
              </a:endParaRPr>
            </a:p>
          </p:txBody>
        </p:sp>
      </p:grpSp>
      <p:grpSp>
        <p:nvGrpSpPr>
          <p:cNvPr id="630" name="Google Shape;630;p34"/>
          <p:cNvGrpSpPr/>
          <p:nvPr/>
        </p:nvGrpSpPr>
        <p:grpSpPr>
          <a:xfrm>
            <a:off x="713213" y="3015137"/>
            <a:ext cx="1997100" cy="1500235"/>
            <a:chOff x="713213" y="3244812"/>
            <a:chExt cx="1997100" cy="1500235"/>
          </a:xfrm>
        </p:grpSpPr>
        <p:sp>
          <p:nvSpPr>
            <p:cNvPr id="631" name="Google Shape;631;p34"/>
            <p:cNvSpPr txBox="1"/>
            <p:nvPr/>
          </p:nvSpPr>
          <p:spPr>
            <a:xfrm>
              <a:off x="713213" y="4075747"/>
              <a:ext cx="1997100" cy="66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chemeClr val="lt1"/>
                  </a:solidFill>
                  <a:latin typeface="Dosis"/>
                  <a:ea typeface="Dosis"/>
                  <a:cs typeface="Dosis"/>
                  <a:sym typeface="Dosis"/>
                </a:rPr>
                <a:t>Venus has a very beautiful name</a:t>
              </a:r>
              <a:endParaRPr sz="1600">
                <a:solidFill>
                  <a:schemeClr val="lt1"/>
                </a:solidFill>
                <a:latin typeface="Dosis"/>
                <a:ea typeface="Dosis"/>
                <a:cs typeface="Dosis"/>
                <a:sym typeface="Dosis"/>
              </a:endParaRPr>
            </a:p>
          </p:txBody>
        </p:sp>
        <p:grpSp>
          <p:nvGrpSpPr>
            <p:cNvPr id="632" name="Google Shape;632;p34"/>
            <p:cNvGrpSpPr/>
            <p:nvPr/>
          </p:nvGrpSpPr>
          <p:grpSpPr>
            <a:xfrm>
              <a:off x="713213" y="3244812"/>
              <a:ext cx="1997100" cy="953541"/>
              <a:chOff x="713213" y="3244812"/>
              <a:chExt cx="1997100" cy="953541"/>
            </a:xfrm>
          </p:grpSpPr>
          <p:sp>
            <p:nvSpPr>
              <p:cNvPr id="622" name="Google Shape;622;p34"/>
              <p:cNvSpPr txBox="1"/>
              <p:nvPr/>
            </p:nvSpPr>
            <p:spPr>
              <a:xfrm>
                <a:off x="713213" y="3794553"/>
                <a:ext cx="1997100" cy="403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Dosis SemiBold"/>
                    <a:ea typeface="Dosis SemiBold"/>
                    <a:cs typeface="Dosis SemiBold"/>
                    <a:sym typeface="Dosis SemiBold"/>
                  </a:rPr>
                  <a:t>LAYUP</a:t>
                </a:r>
                <a:endParaRPr sz="2000">
                  <a:solidFill>
                    <a:schemeClr val="dk2"/>
                  </a:solidFill>
                  <a:latin typeface="Dosis SemiBold"/>
                  <a:ea typeface="Dosis SemiBold"/>
                  <a:cs typeface="Dosis SemiBold"/>
                  <a:sym typeface="Dosis SemiBold"/>
                </a:endParaRPr>
              </a:p>
            </p:txBody>
          </p:sp>
          <p:sp>
            <p:nvSpPr>
              <p:cNvPr id="633" name="Google Shape;633;p34"/>
              <p:cNvSpPr/>
              <p:nvPr/>
            </p:nvSpPr>
            <p:spPr>
              <a:xfrm>
                <a:off x="819641" y="3244812"/>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Bevan"/>
                    <a:ea typeface="Bevan"/>
                    <a:cs typeface="Bevan"/>
                    <a:sym typeface="Bevan"/>
                  </a:rPr>
                  <a:t>02</a:t>
                </a:r>
                <a:endParaRPr sz="2100">
                  <a:solidFill>
                    <a:schemeClr val="lt1"/>
                  </a:solidFill>
                  <a:latin typeface="Bevan"/>
                  <a:ea typeface="Bevan"/>
                  <a:cs typeface="Bevan"/>
                  <a:sym typeface="Bevan"/>
                </a:endParaRPr>
              </a:p>
            </p:txBody>
          </p:sp>
        </p:grpSp>
      </p:grpSp>
      <p:grpSp>
        <p:nvGrpSpPr>
          <p:cNvPr id="634" name="Google Shape;634;p34"/>
          <p:cNvGrpSpPr/>
          <p:nvPr/>
        </p:nvGrpSpPr>
        <p:grpSpPr>
          <a:xfrm>
            <a:off x="6427050" y="2415887"/>
            <a:ext cx="1997100" cy="1499748"/>
            <a:chOff x="6427050" y="2415887"/>
            <a:chExt cx="1997100" cy="1499748"/>
          </a:xfrm>
        </p:grpSpPr>
        <p:sp>
          <p:nvSpPr>
            <p:cNvPr id="626" name="Google Shape;626;p34"/>
            <p:cNvSpPr txBox="1"/>
            <p:nvPr/>
          </p:nvSpPr>
          <p:spPr>
            <a:xfrm>
              <a:off x="6427050" y="2965166"/>
              <a:ext cx="1997100" cy="4038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2000">
                  <a:solidFill>
                    <a:schemeClr val="dk2"/>
                  </a:solidFill>
                  <a:latin typeface="Dosis SemiBold"/>
                  <a:ea typeface="Dosis SemiBold"/>
                  <a:cs typeface="Dosis SemiBold"/>
                  <a:sym typeface="Dosis SemiBold"/>
                </a:rPr>
                <a:t>DUNK</a:t>
              </a:r>
              <a:endParaRPr sz="2000">
                <a:solidFill>
                  <a:schemeClr val="dk2"/>
                </a:solidFill>
                <a:latin typeface="Dosis SemiBold"/>
                <a:ea typeface="Dosis SemiBold"/>
                <a:cs typeface="Dosis SemiBold"/>
                <a:sym typeface="Dosis SemiBold"/>
              </a:endParaRPr>
            </a:p>
          </p:txBody>
        </p:sp>
        <p:sp>
          <p:nvSpPr>
            <p:cNvPr id="635" name="Google Shape;635;p34"/>
            <p:cNvSpPr txBox="1"/>
            <p:nvPr/>
          </p:nvSpPr>
          <p:spPr>
            <a:xfrm>
              <a:off x="6427050" y="3246335"/>
              <a:ext cx="1997100" cy="6693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 sz="1600">
                  <a:solidFill>
                    <a:schemeClr val="lt1"/>
                  </a:solidFill>
                  <a:latin typeface="Dosis"/>
                  <a:ea typeface="Dosis"/>
                  <a:cs typeface="Dosis"/>
                  <a:sym typeface="Dosis"/>
                </a:rPr>
                <a:t>Jupiter was named after a Roman god</a:t>
              </a:r>
              <a:endParaRPr sz="1600">
                <a:solidFill>
                  <a:schemeClr val="lt1"/>
                </a:solidFill>
                <a:latin typeface="Dosis"/>
                <a:ea typeface="Dosis"/>
                <a:cs typeface="Dosis"/>
                <a:sym typeface="Dosis"/>
              </a:endParaRPr>
            </a:p>
          </p:txBody>
        </p:sp>
        <p:sp>
          <p:nvSpPr>
            <p:cNvPr id="636" name="Google Shape;636;p34"/>
            <p:cNvSpPr/>
            <p:nvPr/>
          </p:nvSpPr>
          <p:spPr>
            <a:xfrm>
              <a:off x="7469385" y="2415887"/>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Bevan"/>
                  <a:ea typeface="Bevan"/>
                  <a:cs typeface="Bevan"/>
                  <a:sym typeface="Bevan"/>
                </a:rPr>
                <a:t>03</a:t>
              </a:r>
              <a:endParaRPr sz="2100">
                <a:solidFill>
                  <a:schemeClr val="lt1"/>
                </a:solidFill>
                <a:latin typeface="Bevan"/>
                <a:ea typeface="Bevan"/>
                <a:cs typeface="Bevan"/>
                <a:sym typeface="Bevan"/>
              </a:endParaRPr>
            </a:p>
          </p:txBody>
        </p:sp>
      </p:grpSp>
      <p:grpSp>
        <p:nvGrpSpPr>
          <p:cNvPr id="637" name="Google Shape;637;p34"/>
          <p:cNvGrpSpPr/>
          <p:nvPr/>
        </p:nvGrpSpPr>
        <p:grpSpPr>
          <a:xfrm>
            <a:off x="4924128" y="3078790"/>
            <a:ext cx="840460" cy="1372934"/>
            <a:chOff x="4924128" y="3078790"/>
            <a:chExt cx="840460" cy="1372934"/>
          </a:xfrm>
        </p:grpSpPr>
        <p:sp>
          <p:nvSpPr>
            <p:cNvPr id="625" name="Google Shape;625;p34"/>
            <p:cNvSpPr/>
            <p:nvPr/>
          </p:nvSpPr>
          <p:spPr>
            <a:xfrm>
              <a:off x="5559388" y="3662650"/>
              <a:ext cx="205200" cy="2052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8" name="Google Shape;638;p34"/>
            <p:cNvGrpSpPr/>
            <p:nvPr/>
          </p:nvGrpSpPr>
          <p:grpSpPr>
            <a:xfrm>
              <a:off x="4924128" y="3078790"/>
              <a:ext cx="675309" cy="1372934"/>
              <a:chOff x="713250" y="1562785"/>
              <a:chExt cx="345303" cy="702017"/>
            </a:xfrm>
          </p:grpSpPr>
          <p:sp>
            <p:nvSpPr>
              <p:cNvPr id="639" name="Google Shape;639;p34"/>
              <p:cNvSpPr/>
              <p:nvPr/>
            </p:nvSpPr>
            <p:spPr>
              <a:xfrm>
                <a:off x="713250" y="1573968"/>
                <a:ext cx="345303" cy="690834"/>
              </a:xfrm>
              <a:custGeom>
                <a:rect b="b" l="l" r="r" t="t"/>
                <a:pathLst>
                  <a:path extrusionOk="0" h="9075" w="4536">
                    <a:moveTo>
                      <a:pt x="3616" y="5532"/>
                    </a:moveTo>
                    <a:cubicBezTo>
                      <a:pt x="3616" y="5532"/>
                      <a:pt x="3801" y="5713"/>
                      <a:pt x="3834" y="5713"/>
                    </a:cubicBezTo>
                    <a:cubicBezTo>
                      <a:pt x="3834" y="5713"/>
                      <a:pt x="3835" y="5713"/>
                      <a:pt x="3835" y="5713"/>
                    </a:cubicBezTo>
                    <a:cubicBezTo>
                      <a:pt x="3835" y="5713"/>
                      <a:pt x="3836" y="5712"/>
                      <a:pt x="3836" y="5712"/>
                    </a:cubicBezTo>
                    <a:cubicBezTo>
                      <a:pt x="3864" y="5712"/>
                      <a:pt x="3792" y="5815"/>
                      <a:pt x="3765" y="5825"/>
                    </a:cubicBezTo>
                    <a:cubicBezTo>
                      <a:pt x="3739" y="5833"/>
                      <a:pt x="3554" y="5979"/>
                      <a:pt x="3533" y="6013"/>
                    </a:cubicBezTo>
                    <a:cubicBezTo>
                      <a:pt x="3513" y="6046"/>
                      <a:pt x="3426" y="6139"/>
                      <a:pt x="3411" y="6170"/>
                    </a:cubicBezTo>
                    <a:cubicBezTo>
                      <a:pt x="3410" y="6173"/>
                      <a:pt x="3409" y="6175"/>
                      <a:pt x="3408" y="6175"/>
                    </a:cubicBezTo>
                    <a:cubicBezTo>
                      <a:pt x="3401" y="6175"/>
                      <a:pt x="3417" y="6066"/>
                      <a:pt x="3429" y="6032"/>
                    </a:cubicBezTo>
                    <a:cubicBezTo>
                      <a:pt x="3433" y="6020"/>
                      <a:pt x="3437" y="6017"/>
                      <a:pt x="3441" y="6017"/>
                    </a:cubicBezTo>
                    <a:cubicBezTo>
                      <a:pt x="3447" y="6017"/>
                      <a:pt x="3454" y="6024"/>
                      <a:pt x="3463" y="6024"/>
                    </a:cubicBezTo>
                    <a:cubicBezTo>
                      <a:pt x="3468" y="6024"/>
                      <a:pt x="3473" y="6022"/>
                      <a:pt x="3479" y="6016"/>
                    </a:cubicBezTo>
                    <a:cubicBezTo>
                      <a:pt x="3503" y="5988"/>
                      <a:pt x="3539" y="5908"/>
                      <a:pt x="3549" y="5854"/>
                    </a:cubicBezTo>
                    <a:cubicBezTo>
                      <a:pt x="3560" y="5800"/>
                      <a:pt x="3616" y="5648"/>
                      <a:pt x="3603" y="5615"/>
                    </a:cubicBezTo>
                    <a:cubicBezTo>
                      <a:pt x="3590" y="5581"/>
                      <a:pt x="3616" y="5532"/>
                      <a:pt x="3616" y="5532"/>
                    </a:cubicBezTo>
                    <a:close/>
                    <a:moveTo>
                      <a:pt x="588" y="1"/>
                    </a:moveTo>
                    <a:cubicBezTo>
                      <a:pt x="429" y="1"/>
                      <a:pt x="289" y="80"/>
                      <a:pt x="202" y="199"/>
                    </a:cubicBezTo>
                    <a:cubicBezTo>
                      <a:pt x="192" y="205"/>
                      <a:pt x="179" y="209"/>
                      <a:pt x="163" y="211"/>
                    </a:cubicBezTo>
                    <a:cubicBezTo>
                      <a:pt x="109" y="214"/>
                      <a:pt x="74" y="301"/>
                      <a:pt x="49" y="361"/>
                    </a:cubicBezTo>
                    <a:cubicBezTo>
                      <a:pt x="26" y="420"/>
                      <a:pt x="27" y="466"/>
                      <a:pt x="21" y="517"/>
                    </a:cubicBezTo>
                    <a:cubicBezTo>
                      <a:pt x="15" y="569"/>
                      <a:pt x="13" y="627"/>
                      <a:pt x="7" y="683"/>
                    </a:cubicBezTo>
                    <a:cubicBezTo>
                      <a:pt x="1" y="736"/>
                      <a:pt x="90" y="938"/>
                      <a:pt x="131" y="1021"/>
                    </a:cubicBezTo>
                    <a:cubicBezTo>
                      <a:pt x="170" y="1105"/>
                      <a:pt x="346" y="1214"/>
                      <a:pt x="442" y="1308"/>
                    </a:cubicBezTo>
                    <a:cubicBezTo>
                      <a:pt x="538" y="1399"/>
                      <a:pt x="977" y="1656"/>
                      <a:pt x="1034" y="1688"/>
                    </a:cubicBezTo>
                    <a:cubicBezTo>
                      <a:pt x="1091" y="1721"/>
                      <a:pt x="1297" y="1809"/>
                      <a:pt x="1359" y="1865"/>
                    </a:cubicBezTo>
                    <a:cubicBezTo>
                      <a:pt x="1418" y="1922"/>
                      <a:pt x="1613" y="2085"/>
                      <a:pt x="1688" y="2168"/>
                    </a:cubicBezTo>
                    <a:cubicBezTo>
                      <a:pt x="1763" y="2253"/>
                      <a:pt x="1950" y="2352"/>
                      <a:pt x="2030" y="2434"/>
                    </a:cubicBezTo>
                    <a:cubicBezTo>
                      <a:pt x="2112" y="2514"/>
                      <a:pt x="2253" y="2640"/>
                      <a:pt x="2253" y="2671"/>
                    </a:cubicBezTo>
                    <a:cubicBezTo>
                      <a:pt x="2253" y="2700"/>
                      <a:pt x="2183" y="2757"/>
                      <a:pt x="2154" y="2788"/>
                    </a:cubicBezTo>
                    <a:cubicBezTo>
                      <a:pt x="2123" y="2818"/>
                      <a:pt x="2129" y="2853"/>
                      <a:pt x="2139" y="2923"/>
                    </a:cubicBezTo>
                    <a:cubicBezTo>
                      <a:pt x="2148" y="2991"/>
                      <a:pt x="2336" y="3302"/>
                      <a:pt x="2368" y="3388"/>
                    </a:cubicBezTo>
                    <a:cubicBezTo>
                      <a:pt x="2397" y="3475"/>
                      <a:pt x="2547" y="3696"/>
                      <a:pt x="2578" y="3752"/>
                    </a:cubicBezTo>
                    <a:cubicBezTo>
                      <a:pt x="2607" y="3806"/>
                      <a:pt x="2569" y="3922"/>
                      <a:pt x="2538" y="3982"/>
                    </a:cubicBezTo>
                    <a:cubicBezTo>
                      <a:pt x="2508" y="4043"/>
                      <a:pt x="2467" y="4307"/>
                      <a:pt x="2436" y="4490"/>
                    </a:cubicBezTo>
                    <a:cubicBezTo>
                      <a:pt x="2406" y="4672"/>
                      <a:pt x="2511" y="4970"/>
                      <a:pt x="2536" y="5056"/>
                    </a:cubicBezTo>
                    <a:cubicBezTo>
                      <a:pt x="2559" y="5139"/>
                      <a:pt x="2541" y="5260"/>
                      <a:pt x="2454" y="5322"/>
                    </a:cubicBezTo>
                    <a:cubicBezTo>
                      <a:pt x="2368" y="5385"/>
                      <a:pt x="2256" y="5549"/>
                      <a:pt x="2227" y="5650"/>
                    </a:cubicBezTo>
                    <a:cubicBezTo>
                      <a:pt x="2196" y="5749"/>
                      <a:pt x="2332" y="5820"/>
                      <a:pt x="2404" y="5820"/>
                    </a:cubicBezTo>
                    <a:cubicBezTo>
                      <a:pt x="2441" y="5820"/>
                      <a:pt x="2480" y="5810"/>
                      <a:pt x="2518" y="5810"/>
                    </a:cubicBezTo>
                    <a:cubicBezTo>
                      <a:pt x="2556" y="5810"/>
                      <a:pt x="2592" y="5820"/>
                      <a:pt x="2626" y="5857"/>
                    </a:cubicBezTo>
                    <a:cubicBezTo>
                      <a:pt x="2694" y="5931"/>
                      <a:pt x="2742" y="5922"/>
                      <a:pt x="2758" y="5992"/>
                    </a:cubicBezTo>
                    <a:cubicBezTo>
                      <a:pt x="2773" y="6061"/>
                      <a:pt x="2716" y="6222"/>
                      <a:pt x="2694" y="6301"/>
                    </a:cubicBezTo>
                    <a:cubicBezTo>
                      <a:pt x="2674" y="6378"/>
                      <a:pt x="2487" y="6517"/>
                      <a:pt x="2365" y="6620"/>
                    </a:cubicBezTo>
                    <a:cubicBezTo>
                      <a:pt x="2241" y="6722"/>
                      <a:pt x="2117" y="6941"/>
                      <a:pt x="2064" y="7040"/>
                    </a:cubicBezTo>
                    <a:cubicBezTo>
                      <a:pt x="2010" y="7139"/>
                      <a:pt x="1715" y="7514"/>
                      <a:pt x="1695" y="7547"/>
                    </a:cubicBezTo>
                    <a:cubicBezTo>
                      <a:pt x="1673" y="7580"/>
                      <a:pt x="1632" y="7635"/>
                      <a:pt x="1599" y="7643"/>
                    </a:cubicBezTo>
                    <a:cubicBezTo>
                      <a:pt x="1565" y="7653"/>
                      <a:pt x="1584" y="7670"/>
                      <a:pt x="1551" y="7704"/>
                    </a:cubicBezTo>
                    <a:cubicBezTo>
                      <a:pt x="1526" y="7728"/>
                      <a:pt x="1486" y="7740"/>
                      <a:pt x="1442" y="7740"/>
                    </a:cubicBezTo>
                    <a:cubicBezTo>
                      <a:pt x="1427" y="7740"/>
                      <a:pt x="1411" y="7739"/>
                      <a:pt x="1395" y="7736"/>
                    </a:cubicBezTo>
                    <a:cubicBezTo>
                      <a:pt x="1365" y="7730"/>
                      <a:pt x="1346" y="7727"/>
                      <a:pt x="1331" y="7727"/>
                    </a:cubicBezTo>
                    <a:cubicBezTo>
                      <a:pt x="1314" y="7727"/>
                      <a:pt x="1302" y="7732"/>
                      <a:pt x="1286" y="7743"/>
                    </a:cubicBezTo>
                    <a:cubicBezTo>
                      <a:pt x="1260" y="7761"/>
                      <a:pt x="1188" y="7770"/>
                      <a:pt x="1116" y="7770"/>
                    </a:cubicBezTo>
                    <a:cubicBezTo>
                      <a:pt x="1105" y="7770"/>
                      <a:pt x="1095" y="7770"/>
                      <a:pt x="1085" y="7769"/>
                    </a:cubicBezTo>
                    <a:cubicBezTo>
                      <a:pt x="1071" y="7769"/>
                      <a:pt x="1060" y="7769"/>
                      <a:pt x="1052" y="7769"/>
                    </a:cubicBezTo>
                    <a:cubicBezTo>
                      <a:pt x="1007" y="7769"/>
                      <a:pt x="1012" y="7777"/>
                      <a:pt x="959" y="7815"/>
                    </a:cubicBezTo>
                    <a:cubicBezTo>
                      <a:pt x="895" y="7860"/>
                      <a:pt x="1016" y="8097"/>
                      <a:pt x="1037" y="8139"/>
                    </a:cubicBezTo>
                    <a:cubicBezTo>
                      <a:pt x="1057" y="8180"/>
                      <a:pt x="1112" y="8370"/>
                      <a:pt x="1121" y="8451"/>
                    </a:cubicBezTo>
                    <a:cubicBezTo>
                      <a:pt x="1130" y="8533"/>
                      <a:pt x="1190" y="8726"/>
                      <a:pt x="1220" y="8827"/>
                    </a:cubicBezTo>
                    <a:cubicBezTo>
                      <a:pt x="1249" y="8919"/>
                      <a:pt x="1378" y="9074"/>
                      <a:pt x="1476" y="9074"/>
                    </a:cubicBezTo>
                    <a:cubicBezTo>
                      <a:pt x="1483" y="9074"/>
                      <a:pt x="1490" y="9073"/>
                      <a:pt x="1497" y="9072"/>
                    </a:cubicBezTo>
                    <a:cubicBezTo>
                      <a:pt x="1596" y="9048"/>
                      <a:pt x="1589" y="8874"/>
                      <a:pt x="1586" y="8853"/>
                    </a:cubicBezTo>
                    <a:cubicBezTo>
                      <a:pt x="1583" y="8831"/>
                      <a:pt x="1565" y="8777"/>
                      <a:pt x="1557" y="8689"/>
                    </a:cubicBezTo>
                    <a:cubicBezTo>
                      <a:pt x="1548" y="8598"/>
                      <a:pt x="1586" y="8534"/>
                      <a:pt x="1616" y="8466"/>
                    </a:cubicBezTo>
                    <a:cubicBezTo>
                      <a:pt x="1646" y="8396"/>
                      <a:pt x="1715" y="8257"/>
                      <a:pt x="1740" y="8186"/>
                    </a:cubicBezTo>
                    <a:cubicBezTo>
                      <a:pt x="1763" y="8115"/>
                      <a:pt x="1908" y="7979"/>
                      <a:pt x="1908" y="7979"/>
                    </a:cubicBezTo>
                    <a:cubicBezTo>
                      <a:pt x="1947" y="7946"/>
                      <a:pt x="1902" y="7844"/>
                      <a:pt x="1927" y="7817"/>
                    </a:cubicBezTo>
                    <a:cubicBezTo>
                      <a:pt x="1950" y="7790"/>
                      <a:pt x="2218" y="7598"/>
                      <a:pt x="2218" y="7598"/>
                    </a:cubicBezTo>
                    <a:cubicBezTo>
                      <a:pt x="2218" y="7598"/>
                      <a:pt x="2241" y="7643"/>
                      <a:pt x="2268" y="7679"/>
                    </a:cubicBezTo>
                    <a:cubicBezTo>
                      <a:pt x="2295" y="7715"/>
                      <a:pt x="2301" y="7880"/>
                      <a:pt x="2316" y="7940"/>
                    </a:cubicBezTo>
                    <a:cubicBezTo>
                      <a:pt x="2332" y="8000"/>
                      <a:pt x="2575" y="8289"/>
                      <a:pt x="2655" y="8361"/>
                    </a:cubicBezTo>
                    <a:cubicBezTo>
                      <a:pt x="2679" y="8381"/>
                      <a:pt x="2704" y="8390"/>
                      <a:pt x="2728" y="8390"/>
                    </a:cubicBezTo>
                    <a:cubicBezTo>
                      <a:pt x="2789" y="8390"/>
                      <a:pt x="2847" y="8339"/>
                      <a:pt x="2868" y="8301"/>
                    </a:cubicBezTo>
                    <a:cubicBezTo>
                      <a:pt x="2898" y="8247"/>
                      <a:pt x="2853" y="8132"/>
                      <a:pt x="2833" y="8093"/>
                    </a:cubicBezTo>
                    <a:cubicBezTo>
                      <a:pt x="2812" y="8055"/>
                      <a:pt x="2814" y="7743"/>
                      <a:pt x="2812" y="7675"/>
                    </a:cubicBezTo>
                    <a:cubicBezTo>
                      <a:pt x="2808" y="7611"/>
                      <a:pt x="2895" y="7490"/>
                      <a:pt x="2923" y="7456"/>
                    </a:cubicBezTo>
                    <a:cubicBezTo>
                      <a:pt x="2951" y="7424"/>
                      <a:pt x="3010" y="7265"/>
                      <a:pt x="3037" y="7238"/>
                    </a:cubicBezTo>
                    <a:cubicBezTo>
                      <a:pt x="3063" y="7211"/>
                      <a:pt x="3053" y="7099"/>
                      <a:pt x="3070" y="7060"/>
                    </a:cubicBezTo>
                    <a:cubicBezTo>
                      <a:pt x="3088" y="7021"/>
                      <a:pt x="3440" y="6802"/>
                      <a:pt x="3517" y="6745"/>
                    </a:cubicBezTo>
                    <a:cubicBezTo>
                      <a:pt x="3595" y="6687"/>
                      <a:pt x="3764" y="6531"/>
                      <a:pt x="3842" y="6471"/>
                    </a:cubicBezTo>
                    <a:cubicBezTo>
                      <a:pt x="3919" y="6412"/>
                      <a:pt x="4120" y="6225"/>
                      <a:pt x="4208" y="6171"/>
                    </a:cubicBezTo>
                    <a:cubicBezTo>
                      <a:pt x="4295" y="6118"/>
                      <a:pt x="4445" y="5976"/>
                      <a:pt x="4490" y="5892"/>
                    </a:cubicBezTo>
                    <a:cubicBezTo>
                      <a:pt x="4536" y="5809"/>
                      <a:pt x="4502" y="5670"/>
                      <a:pt x="4490" y="5651"/>
                    </a:cubicBezTo>
                    <a:cubicBezTo>
                      <a:pt x="4479" y="5634"/>
                      <a:pt x="4439" y="5552"/>
                      <a:pt x="4386" y="5394"/>
                    </a:cubicBezTo>
                    <a:cubicBezTo>
                      <a:pt x="4332" y="5235"/>
                      <a:pt x="4182" y="4967"/>
                      <a:pt x="4189" y="4961"/>
                    </a:cubicBezTo>
                    <a:cubicBezTo>
                      <a:pt x="4199" y="4955"/>
                      <a:pt x="4279" y="4802"/>
                      <a:pt x="4332" y="4738"/>
                    </a:cubicBezTo>
                    <a:cubicBezTo>
                      <a:pt x="4383" y="4675"/>
                      <a:pt x="4367" y="4604"/>
                      <a:pt x="4340" y="4585"/>
                    </a:cubicBezTo>
                    <a:cubicBezTo>
                      <a:pt x="4313" y="4568"/>
                      <a:pt x="4174" y="4420"/>
                      <a:pt x="4064" y="4333"/>
                    </a:cubicBezTo>
                    <a:cubicBezTo>
                      <a:pt x="3953" y="4247"/>
                      <a:pt x="3761" y="4061"/>
                      <a:pt x="3774" y="4036"/>
                    </a:cubicBezTo>
                    <a:cubicBezTo>
                      <a:pt x="3784" y="4013"/>
                      <a:pt x="3752" y="3956"/>
                      <a:pt x="3749" y="3931"/>
                    </a:cubicBezTo>
                    <a:cubicBezTo>
                      <a:pt x="3746" y="3908"/>
                      <a:pt x="3764" y="3707"/>
                      <a:pt x="3774" y="3648"/>
                    </a:cubicBezTo>
                    <a:cubicBezTo>
                      <a:pt x="3781" y="3592"/>
                      <a:pt x="3743" y="3402"/>
                      <a:pt x="3730" y="3382"/>
                    </a:cubicBezTo>
                    <a:cubicBezTo>
                      <a:pt x="3718" y="3361"/>
                      <a:pt x="3691" y="3277"/>
                      <a:pt x="3743" y="3223"/>
                    </a:cubicBezTo>
                    <a:cubicBezTo>
                      <a:pt x="3794" y="3168"/>
                      <a:pt x="3800" y="3012"/>
                      <a:pt x="3780" y="2926"/>
                    </a:cubicBezTo>
                    <a:cubicBezTo>
                      <a:pt x="3758" y="2837"/>
                      <a:pt x="3394" y="2496"/>
                      <a:pt x="3394" y="2496"/>
                    </a:cubicBezTo>
                    <a:cubicBezTo>
                      <a:pt x="3390" y="2493"/>
                      <a:pt x="3386" y="2492"/>
                      <a:pt x="3383" y="2492"/>
                    </a:cubicBezTo>
                    <a:cubicBezTo>
                      <a:pt x="3378" y="2492"/>
                      <a:pt x="3374" y="2494"/>
                      <a:pt x="3368" y="2494"/>
                    </a:cubicBezTo>
                    <a:cubicBezTo>
                      <a:pt x="3359" y="2494"/>
                      <a:pt x="3349" y="2491"/>
                      <a:pt x="3331" y="2474"/>
                    </a:cubicBezTo>
                    <a:cubicBezTo>
                      <a:pt x="3292" y="2438"/>
                      <a:pt x="3302" y="2378"/>
                      <a:pt x="3302" y="2349"/>
                    </a:cubicBezTo>
                    <a:cubicBezTo>
                      <a:pt x="3302" y="2318"/>
                      <a:pt x="3404" y="2291"/>
                      <a:pt x="3433" y="2262"/>
                    </a:cubicBezTo>
                    <a:cubicBezTo>
                      <a:pt x="3463" y="2231"/>
                      <a:pt x="3469" y="2177"/>
                      <a:pt x="3469" y="2152"/>
                    </a:cubicBezTo>
                    <a:cubicBezTo>
                      <a:pt x="3469" y="2131"/>
                      <a:pt x="3469" y="2103"/>
                      <a:pt x="3478" y="2098"/>
                    </a:cubicBezTo>
                    <a:cubicBezTo>
                      <a:pt x="3487" y="2097"/>
                      <a:pt x="3466" y="2069"/>
                      <a:pt x="3466" y="2069"/>
                    </a:cubicBezTo>
                    <a:lnTo>
                      <a:pt x="3466" y="2069"/>
                    </a:lnTo>
                    <a:cubicBezTo>
                      <a:pt x="3466" y="2069"/>
                      <a:pt x="3467" y="2069"/>
                      <a:pt x="3468" y="2069"/>
                    </a:cubicBezTo>
                    <a:cubicBezTo>
                      <a:pt x="3470" y="2069"/>
                      <a:pt x="3478" y="2068"/>
                      <a:pt x="3481" y="2050"/>
                    </a:cubicBezTo>
                    <a:cubicBezTo>
                      <a:pt x="3487" y="2030"/>
                      <a:pt x="3466" y="1985"/>
                      <a:pt x="3450" y="1982"/>
                    </a:cubicBezTo>
                    <a:cubicBezTo>
                      <a:pt x="3436" y="1979"/>
                      <a:pt x="3436" y="1964"/>
                      <a:pt x="3445" y="1931"/>
                    </a:cubicBezTo>
                    <a:cubicBezTo>
                      <a:pt x="3455" y="1897"/>
                      <a:pt x="3421" y="1877"/>
                      <a:pt x="3373" y="1868"/>
                    </a:cubicBezTo>
                    <a:cubicBezTo>
                      <a:pt x="3325" y="1860"/>
                      <a:pt x="3350" y="1801"/>
                      <a:pt x="3313" y="1721"/>
                    </a:cubicBezTo>
                    <a:cubicBezTo>
                      <a:pt x="3287" y="1664"/>
                      <a:pt x="3198" y="1621"/>
                      <a:pt x="3086" y="1621"/>
                    </a:cubicBezTo>
                    <a:cubicBezTo>
                      <a:pt x="3041" y="1621"/>
                      <a:pt x="2993" y="1627"/>
                      <a:pt x="2943" y="1643"/>
                    </a:cubicBezTo>
                    <a:cubicBezTo>
                      <a:pt x="2770" y="1696"/>
                      <a:pt x="2712" y="1781"/>
                      <a:pt x="2680" y="1849"/>
                    </a:cubicBezTo>
                    <a:cubicBezTo>
                      <a:pt x="2646" y="1919"/>
                      <a:pt x="2674" y="2135"/>
                      <a:pt x="2674" y="2135"/>
                    </a:cubicBezTo>
                    <a:cubicBezTo>
                      <a:pt x="2674" y="2135"/>
                      <a:pt x="2620" y="2117"/>
                      <a:pt x="2508" y="2072"/>
                    </a:cubicBezTo>
                    <a:cubicBezTo>
                      <a:pt x="2397" y="2029"/>
                      <a:pt x="2292" y="2010"/>
                      <a:pt x="2259" y="2010"/>
                    </a:cubicBezTo>
                    <a:cubicBezTo>
                      <a:pt x="2225" y="2010"/>
                      <a:pt x="2039" y="1871"/>
                      <a:pt x="1905" y="1787"/>
                    </a:cubicBezTo>
                    <a:cubicBezTo>
                      <a:pt x="1769" y="1704"/>
                      <a:pt x="1535" y="1571"/>
                      <a:pt x="1449" y="1523"/>
                    </a:cubicBezTo>
                    <a:cubicBezTo>
                      <a:pt x="1361" y="1475"/>
                      <a:pt x="965" y="1248"/>
                      <a:pt x="844" y="1201"/>
                    </a:cubicBezTo>
                    <a:cubicBezTo>
                      <a:pt x="725" y="1157"/>
                      <a:pt x="419" y="1006"/>
                      <a:pt x="377" y="971"/>
                    </a:cubicBezTo>
                    <a:cubicBezTo>
                      <a:pt x="342" y="940"/>
                      <a:pt x="327" y="905"/>
                      <a:pt x="321" y="872"/>
                    </a:cubicBezTo>
                    <a:lnTo>
                      <a:pt x="321" y="872"/>
                    </a:lnTo>
                    <a:cubicBezTo>
                      <a:pt x="397" y="924"/>
                      <a:pt x="489" y="954"/>
                      <a:pt x="588" y="954"/>
                    </a:cubicBezTo>
                    <a:cubicBezTo>
                      <a:pt x="850" y="954"/>
                      <a:pt x="1064" y="741"/>
                      <a:pt x="1064" y="479"/>
                    </a:cubicBezTo>
                    <a:cubicBezTo>
                      <a:pt x="1064" y="215"/>
                      <a:pt x="850" y="1"/>
                      <a:pt x="58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34"/>
              <p:cNvSpPr/>
              <p:nvPr/>
            </p:nvSpPr>
            <p:spPr>
              <a:xfrm>
                <a:off x="713260" y="1562785"/>
                <a:ext cx="98810" cy="103149"/>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41" name="Google Shape;641;p34"/>
          <p:cNvGrpSpPr/>
          <p:nvPr/>
        </p:nvGrpSpPr>
        <p:grpSpPr>
          <a:xfrm>
            <a:off x="3779725" y="2299595"/>
            <a:ext cx="911430" cy="1309587"/>
            <a:chOff x="3627325" y="2415878"/>
            <a:chExt cx="911430" cy="1309587"/>
          </a:xfrm>
        </p:grpSpPr>
        <p:sp>
          <p:nvSpPr>
            <p:cNvPr id="623" name="Google Shape;623;p34"/>
            <p:cNvSpPr/>
            <p:nvPr/>
          </p:nvSpPr>
          <p:spPr>
            <a:xfrm>
              <a:off x="3627325" y="2968063"/>
              <a:ext cx="205200" cy="2052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2" name="Google Shape;642;p34"/>
            <p:cNvGrpSpPr/>
            <p:nvPr/>
          </p:nvGrpSpPr>
          <p:grpSpPr>
            <a:xfrm>
              <a:off x="3715908" y="2415878"/>
              <a:ext cx="822847" cy="1309587"/>
              <a:chOff x="1423345" y="1562785"/>
              <a:chExt cx="420743" cy="669626"/>
            </a:xfrm>
          </p:grpSpPr>
          <p:sp>
            <p:nvSpPr>
              <p:cNvPr id="643" name="Google Shape;643;p34"/>
              <p:cNvSpPr/>
              <p:nvPr/>
            </p:nvSpPr>
            <p:spPr>
              <a:xfrm>
                <a:off x="1423345" y="1606359"/>
                <a:ext cx="420743" cy="626052"/>
              </a:xfrm>
              <a:custGeom>
                <a:rect b="b" l="l" r="r" t="t"/>
                <a:pathLst>
                  <a:path extrusionOk="0" h="8224" w="5527">
                    <a:moveTo>
                      <a:pt x="851" y="1091"/>
                    </a:moveTo>
                    <a:cubicBezTo>
                      <a:pt x="871" y="1091"/>
                      <a:pt x="920" y="1101"/>
                      <a:pt x="941" y="1101"/>
                    </a:cubicBezTo>
                    <a:cubicBezTo>
                      <a:pt x="944" y="1101"/>
                      <a:pt x="946" y="1101"/>
                      <a:pt x="948" y="1101"/>
                    </a:cubicBezTo>
                    <a:cubicBezTo>
                      <a:pt x="949" y="1100"/>
                      <a:pt x="949" y="1100"/>
                      <a:pt x="950" y="1100"/>
                    </a:cubicBezTo>
                    <a:cubicBezTo>
                      <a:pt x="955" y="1100"/>
                      <a:pt x="881" y="1134"/>
                      <a:pt x="857" y="1136"/>
                    </a:cubicBezTo>
                    <a:cubicBezTo>
                      <a:pt x="831" y="1137"/>
                      <a:pt x="815" y="1140"/>
                      <a:pt x="801" y="1144"/>
                    </a:cubicBezTo>
                    <a:cubicBezTo>
                      <a:pt x="800" y="1145"/>
                      <a:pt x="799" y="1145"/>
                      <a:pt x="798" y="1145"/>
                    </a:cubicBezTo>
                    <a:cubicBezTo>
                      <a:pt x="785" y="1145"/>
                      <a:pt x="781" y="1119"/>
                      <a:pt x="766" y="1118"/>
                    </a:cubicBezTo>
                    <a:cubicBezTo>
                      <a:pt x="766" y="1118"/>
                      <a:pt x="831" y="1098"/>
                      <a:pt x="843" y="1092"/>
                    </a:cubicBezTo>
                    <a:cubicBezTo>
                      <a:pt x="844" y="1091"/>
                      <a:pt x="847" y="1091"/>
                      <a:pt x="851" y="1091"/>
                    </a:cubicBezTo>
                    <a:close/>
                    <a:moveTo>
                      <a:pt x="1081" y="1187"/>
                    </a:moveTo>
                    <a:cubicBezTo>
                      <a:pt x="1089" y="1187"/>
                      <a:pt x="1096" y="1187"/>
                      <a:pt x="1101" y="1188"/>
                    </a:cubicBezTo>
                    <a:cubicBezTo>
                      <a:pt x="1128" y="1195"/>
                      <a:pt x="1236" y="1262"/>
                      <a:pt x="1271" y="1264"/>
                    </a:cubicBezTo>
                    <a:cubicBezTo>
                      <a:pt x="1303" y="1265"/>
                      <a:pt x="1407" y="1301"/>
                      <a:pt x="1445" y="1301"/>
                    </a:cubicBezTo>
                    <a:cubicBezTo>
                      <a:pt x="1449" y="1301"/>
                      <a:pt x="1452" y="1301"/>
                      <a:pt x="1455" y="1300"/>
                    </a:cubicBezTo>
                    <a:cubicBezTo>
                      <a:pt x="1461" y="1299"/>
                      <a:pt x="1468" y="1298"/>
                      <a:pt x="1476" y="1298"/>
                    </a:cubicBezTo>
                    <a:cubicBezTo>
                      <a:pt x="1501" y="1298"/>
                      <a:pt x="1531" y="1306"/>
                      <a:pt x="1539" y="1316"/>
                    </a:cubicBezTo>
                    <a:cubicBezTo>
                      <a:pt x="1539" y="1316"/>
                      <a:pt x="1798" y="1507"/>
                      <a:pt x="1844" y="1532"/>
                    </a:cubicBezTo>
                    <a:cubicBezTo>
                      <a:pt x="1888" y="1556"/>
                      <a:pt x="1955" y="1630"/>
                      <a:pt x="1964" y="1630"/>
                    </a:cubicBezTo>
                    <a:cubicBezTo>
                      <a:pt x="1964" y="1630"/>
                      <a:pt x="1964" y="1629"/>
                      <a:pt x="1964" y="1629"/>
                    </a:cubicBezTo>
                    <a:lnTo>
                      <a:pt x="1964" y="1629"/>
                    </a:lnTo>
                    <a:cubicBezTo>
                      <a:pt x="1957" y="1632"/>
                      <a:pt x="1879" y="1663"/>
                      <a:pt x="1825" y="1678"/>
                    </a:cubicBezTo>
                    <a:cubicBezTo>
                      <a:pt x="1812" y="1681"/>
                      <a:pt x="1799" y="1682"/>
                      <a:pt x="1786" y="1682"/>
                    </a:cubicBezTo>
                    <a:cubicBezTo>
                      <a:pt x="1737" y="1682"/>
                      <a:pt x="1686" y="1661"/>
                      <a:pt x="1648" y="1632"/>
                    </a:cubicBezTo>
                    <a:cubicBezTo>
                      <a:pt x="1600" y="1594"/>
                      <a:pt x="1407" y="1504"/>
                      <a:pt x="1353" y="1485"/>
                    </a:cubicBezTo>
                    <a:cubicBezTo>
                      <a:pt x="1300" y="1468"/>
                      <a:pt x="1090" y="1350"/>
                      <a:pt x="1040" y="1326"/>
                    </a:cubicBezTo>
                    <a:cubicBezTo>
                      <a:pt x="989" y="1303"/>
                      <a:pt x="884" y="1223"/>
                      <a:pt x="865" y="1213"/>
                    </a:cubicBezTo>
                    <a:cubicBezTo>
                      <a:pt x="847" y="1204"/>
                      <a:pt x="936" y="1208"/>
                      <a:pt x="956" y="1203"/>
                    </a:cubicBezTo>
                    <a:cubicBezTo>
                      <a:pt x="976" y="1197"/>
                      <a:pt x="1042" y="1187"/>
                      <a:pt x="1081" y="1187"/>
                    </a:cubicBezTo>
                    <a:close/>
                    <a:moveTo>
                      <a:pt x="574" y="1"/>
                    </a:moveTo>
                    <a:cubicBezTo>
                      <a:pt x="441" y="1"/>
                      <a:pt x="313" y="43"/>
                      <a:pt x="225" y="120"/>
                    </a:cubicBezTo>
                    <a:cubicBezTo>
                      <a:pt x="26" y="299"/>
                      <a:pt x="1" y="483"/>
                      <a:pt x="15" y="658"/>
                    </a:cubicBezTo>
                    <a:cubicBezTo>
                      <a:pt x="33" y="830"/>
                      <a:pt x="157" y="954"/>
                      <a:pt x="157" y="961"/>
                    </a:cubicBezTo>
                    <a:cubicBezTo>
                      <a:pt x="152" y="965"/>
                      <a:pt x="158" y="980"/>
                      <a:pt x="183" y="1010"/>
                    </a:cubicBezTo>
                    <a:cubicBezTo>
                      <a:pt x="209" y="1039"/>
                      <a:pt x="284" y="1077"/>
                      <a:pt x="301" y="1077"/>
                    </a:cubicBezTo>
                    <a:cubicBezTo>
                      <a:pt x="302" y="1077"/>
                      <a:pt x="302" y="1077"/>
                      <a:pt x="302" y="1077"/>
                    </a:cubicBezTo>
                    <a:cubicBezTo>
                      <a:pt x="320" y="1077"/>
                      <a:pt x="381" y="1128"/>
                      <a:pt x="406" y="1156"/>
                    </a:cubicBezTo>
                    <a:cubicBezTo>
                      <a:pt x="431" y="1182"/>
                      <a:pt x="489" y="1224"/>
                      <a:pt x="518" y="1249"/>
                    </a:cubicBezTo>
                    <a:cubicBezTo>
                      <a:pt x="549" y="1274"/>
                      <a:pt x="661" y="1357"/>
                      <a:pt x="693" y="1375"/>
                    </a:cubicBezTo>
                    <a:cubicBezTo>
                      <a:pt x="723" y="1393"/>
                      <a:pt x="809" y="1474"/>
                      <a:pt x="853" y="1520"/>
                    </a:cubicBezTo>
                    <a:cubicBezTo>
                      <a:pt x="898" y="1567"/>
                      <a:pt x="1076" y="1702"/>
                      <a:pt x="1143" y="1761"/>
                    </a:cubicBezTo>
                    <a:cubicBezTo>
                      <a:pt x="1211" y="1817"/>
                      <a:pt x="1450" y="1973"/>
                      <a:pt x="1536" y="2023"/>
                    </a:cubicBezTo>
                    <a:cubicBezTo>
                      <a:pt x="1591" y="2055"/>
                      <a:pt x="1630" y="2059"/>
                      <a:pt x="1662" y="2059"/>
                    </a:cubicBezTo>
                    <a:cubicBezTo>
                      <a:pt x="1674" y="2059"/>
                      <a:pt x="1685" y="2059"/>
                      <a:pt x="1697" y="2059"/>
                    </a:cubicBezTo>
                    <a:cubicBezTo>
                      <a:pt x="1701" y="2059"/>
                      <a:pt x="1705" y="2059"/>
                      <a:pt x="1710" y="2059"/>
                    </a:cubicBezTo>
                    <a:cubicBezTo>
                      <a:pt x="1752" y="2062"/>
                      <a:pt x="2039" y="2062"/>
                      <a:pt x="2166" y="2065"/>
                    </a:cubicBezTo>
                    <a:cubicBezTo>
                      <a:pt x="2173" y="2065"/>
                      <a:pt x="2182" y="2065"/>
                      <a:pt x="2190" y="2065"/>
                    </a:cubicBezTo>
                    <a:cubicBezTo>
                      <a:pt x="2326" y="2065"/>
                      <a:pt x="2576" y="2045"/>
                      <a:pt x="2616" y="2031"/>
                    </a:cubicBezTo>
                    <a:cubicBezTo>
                      <a:pt x="2647" y="2022"/>
                      <a:pt x="2721" y="2003"/>
                      <a:pt x="2760" y="2003"/>
                    </a:cubicBezTo>
                    <a:cubicBezTo>
                      <a:pt x="2773" y="2003"/>
                      <a:pt x="2783" y="2005"/>
                      <a:pt x="2785" y="2011"/>
                    </a:cubicBezTo>
                    <a:cubicBezTo>
                      <a:pt x="2790" y="2031"/>
                      <a:pt x="2798" y="2036"/>
                      <a:pt x="2811" y="2052"/>
                    </a:cubicBezTo>
                    <a:cubicBezTo>
                      <a:pt x="2824" y="2069"/>
                      <a:pt x="2840" y="2115"/>
                      <a:pt x="2862" y="2173"/>
                    </a:cubicBezTo>
                    <a:cubicBezTo>
                      <a:pt x="2884" y="2230"/>
                      <a:pt x="2986" y="2554"/>
                      <a:pt x="2997" y="2591"/>
                    </a:cubicBezTo>
                    <a:cubicBezTo>
                      <a:pt x="3008" y="2627"/>
                      <a:pt x="3041" y="2924"/>
                      <a:pt x="3034" y="2943"/>
                    </a:cubicBezTo>
                    <a:cubicBezTo>
                      <a:pt x="3025" y="2962"/>
                      <a:pt x="3044" y="2967"/>
                      <a:pt x="3059" y="3015"/>
                    </a:cubicBezTo>
                    <a:cubicBezTo>
                      <a:pt x="3073" y="3063"/>
                      <a:pt x="3041" y="3292"/>
                      <a:pt x="3012" y="3357"/>
                    </a:cubicBezTo>
                    <a:cubicBezTo>
                      <a:pt x="2984" y="3421"/>
                      <a:pt x="3063" y="3493"/>
                      <a:pt x="3105" y="3522"/>
                    </a:cubicBezTo>
                    <a:cubicBezTo>
                      <a:pt x="3136" y="3545"/>
                      <a:pt x="3113" y="3568"/>
                      <a:pt x="3077" y="3568"/>
                    </a:cubicBezTo>
                    <a:cubicBezTo>
                      <a:pt x="3065" y="3568"/>
                      <a:pt x="3051" y="3565"/>
                      <a:pt x="3038" y="3560"/>
                    </a:cubicBezTo>
                    <a:cubicBezTo>
                      <a:pt x="3036" y="3559"/>
                      <a:pt x="3033" y="3558"/>
                      <a:pt x="3031" y="3558"/>
                    </a:cubicBezTo>
                    <a:cubicBezTo>
                      <a:pt x="2978" y="3558"/>
                      <a:pt x="2943" y="3786"/>
                      <a:pt x="2933" y="3820"/>
                    </a:cubicBezTo>
                    <a:cubicBezTo>
                      <a:pt x="2923" y="3858"/>
                      <a:pt x="2772" y="3877"/>
                      <a:pt x="2715" y="3895"/>
                    </a:cubicBezTo>
                    <a:cubicBezTo>
                      <a:pt x="2658" y="3911"/>
                      <a:pt x="2474" y="4099"/>
                      <a:pt x="2460" y="4133"/>
                    </a:cubicBezTo>
                    <a:cubicBezTo>
                      <a:pt x="2444" y="4168"/>
                      <a:pt x="2335" y="4291"/>
                      <a:pt x="2286" y="4321"/>
                    </a:cubicBezTo>
                    <a:cubicBezTo>
                      <a:pt x="2238" y="4353"/>
                      <a:pt x="2279" y="4394"/>
                      <a:pt x="2279" y="4394"/>
                    </a:cubicBezTo>
                    <a:cubicBezTo>
                      <a:pt x="2279" y="4394"/>
                      <a:pt x="2155" y="4553"/>
                      <a:pt x="2103" y="4632"/>
                    </a:cubicBezTo>
                    <a:cubicBezTo>
                      <a:pt x="2050" y="4710"/>
                      <a:pt x="1973" y="4933"/>
                      <a:pt x="1975" y="4999"/>
                    </a:cubicBezTo>
                    <a:cubicBezTo>
                      <a:pt x="1978" y="5064"/>
                      <a:pt x="2072" y="5236"/>
                      <a:pt x="2109" y="5350"/>
                    </a:cubicBezTo>
                    <a:cubicBezTo>
                      <a:pt x="2144" y="5463"/>
                      <a:pt x="2253" y="5632"/>
                      <a:pt x="2291" y="5685"/>
                    </a:cubicBezTo>
                    <a:cubicBezTo>
                      <a:pt x="2326" y="5739"/>
                      <a:pt x="2504" y="5915"/>
                      <a:pt x="2550" y="5966"/>
                    </a:cubicBezTo>
                    <a:cubicBezTo>
                      <a:pt x="2597" y="6018"/>
                      <a:pt x="2689" y="6173"/>
                      <a:pt x="2700" y="6193"/>
                    </a:cubicBezTo>
                    <a:cubicBezTo>
                      <a:pt x="2713" y="6214"/>
                      <a:pt x="2707" y="6215"/>
                      <a:pt x="2691" y="6230"/>
                    </a:cubicBezTo>
                    <a:cubicBezTo>
                      <a:pt x="2675" y="6244"/>
                      <a:pt x="2683" y="6266"/>
                      <a:pt x="2672" y="6278"/>
                    </a:cubicBezTo>
                    <a:cubicBezTo>
                      <a:pt x="2661" y="6289"/>
                      <a:pt x="2638" y="6327"/>
                      <a:pt x="2635" y="6352"/>
                    </a:cubicBezTo>
                    <a:cubicBezTo>
                      <a:pt x="2632" y="6377"/>
                      <a:pt x="2493" y="6562"/>
                      <a:pt x="2483" y="6608"/>
                    </a:cubicBezTo>
                    <a:cubicBezTo>
                      <a:pt x="2473" y="6654"/>
                      <a:pt x="2444" y="6723"/>
                      <a:pt x="2358" y="6786"/>
                    </a:cubicBezTo>
                    <a:cubicBezTo>
                      <a:pt x="2269" y="6849"/>
                      <a:pt x="2164" y="7048"/>
                      <a:pt x="2164" y="7104"/>
                    </a:cubicBezTo>
                    <a:cubicBezTo>
                      <a:pt x="2163" y="7160"/>
                      <a:pt x="2240" y="7193"/>
                      <a:pt x="2361" y="7200"/>
                    </a:cubicBezTo>
                    <a:cubicBezTo>
                      <a:pt x="2366" y="7200"/>
                      <a:pt x="2372" y="7200"/>
                      <a:pt x="2378" y="7200"/>
                    </a:cubicBezTo>
                    <a:cubicBezTo>
                      <a:pt x="2499" y="7200"/>
                      <a:pt x="2676" y="7119"/>
                      <a:pt x="2779" y="7044"/>
                    </a:cubicBezTo>
                    <a:cubicBezTo>
                      <a:pt x="2885" y="6964"/>
                      <a:pt x="2967" y="6807"/>
                      <a:pt x="3000" y="6782"/>
                    </a:cubicBezTo>
                    <a:cubicBezTo>
                      <a:pt x="3035" y="6757"/>
                      <a:pt x="3182" y="6740"/>
                      <a:pt x="3274" y="6686"/>
                    </a:cubicBezTo>
                    <a:cubicBezTo>
                      <a:pt x="3366" y="6630"/>
                      <a:pt x="3401" y="6528"/>
                      <a:pt x="3391" y="6455"/>
                    </a:cubicBezTo>
                    <a:cubicBezTo>
                      <a:pt x="3379" y="6383"/>
                      <a:pt x="3227" y="6168"/>
                      <a:pt x="3198" y="6134"/>
                    </a:cubicBezTo>
                    <a:cubicBezTo>
                      <a:pt x="3169" y="6099"/>
                      <a:pt x="3080" y="6072"/>
                      <a:pt x="3061" y="6069"/>
                    </a:cubicBezTo>
                    <a:cubicBezTo>
                      <a:pt x="3042" y="6068"/>
                      <a:pt x="2968" y="5924"/>
                      <a:pt x="2948" y="5882"/>
                    </a:cubicBezTo>
                    <a:cubicBezTo>
                      <a:pt x="2927" y="5839"/>
                      <a:pt x="2871" y="5708"/>
                      <a:pt x="2868" y="5675"/>
                    </a:cubicBezTo>
                    <a:cubicBezTo>
                      <a:pt x="2866" y="5643"/>
                      <a:pt x="2857" y="5554"/>
                      <a:pt x="2828" y="5449"/>
                    </a:cubicBezTo>
                    <a:cubicBezTo>
                      <a:pt x="2798" y="5344"/>
                      <a:pt x="2689" y="5210"/>
                      <a:pt x="2658" y="5172"/>
                    </a:cubicBezTo>
                    <a:cubicBezTo>
                      <a:pt x="2627" y="5133"/>
                      <a:pt x="2581" y="5077"/>
                      <a:pt x="2610" y="5067"/>
                    </a:cubicBezTo>
                    <a:cubicBezTo>
                      <a:pt x="2639" y="5058"/>
                      <a:pt x="2709" y="4991"/>
                      <a:pt x="2737" y="4983"/>
                    </a:cubicBezTo>
                    <a:cubicBezTo>
                      <a:pt x="2742" y="4981"/>
                      <a:pt x="2746" y="4980"/>
                      <a:pt x="2750" y="4980"/>
                    </a:cubicBezTo>
                    <a:cubicBezTo>
                      <a:pt x="2766" y="4980"/>
                      <a:pt x="2772" y="4993"/>
                      <a:pt x="2788" y="4997"/>
                    </a:cubicBezTo>
                    <a:cubicBezTo>
                      <a:pt x="2805" y="5005"/>
                      <a:pt x="2825" y="5038"/>
                      <a:pt x="2872" y="5063"/>
                    </a:cubicBezTo>
                    <a:cubicBezTo>
                      <a:pt x="2888" y="5072"/>
                      <a:pt x="2911" y="5076"/>
                      <a:pt x="2936" y="5076"/>
                    </a:cubicBezTo>
                    <a:cubicBezTo>
                      <a:pt x="2984" y="5076"/>
                      <a:pt x="3039" y="5064"/>
                      <a:pt x="3070" y="5054"/>
                    </a:cubicBezTo>
                    <a:cubicBezTo>
                      <a:pt x="3118" y="5040"/>
                      <a:pt x="3261" y="4939"/>
                      <a:pt x="3316" y="4920"/>
                    </a:cubicBezTo>
                    <a:cubicBezTo>
                      <a:pt x="3325" y="4917"/>
                      <a:pt x="3333" y="4916"/>
                      <a:pt x="3340" y="4916"/>
                    </a:cubicBezTo>
                    <a:cubicBezTo>
                      <a:pt x="3377" y="4916"/>
                      <a:pt x="3386" y="4957"/>
                      <a:pt x="3402" y="4986"/>
                    </a:cubicBezTo>
                    <a:cubicBezTo>
                      <a:pt x="3421" y="5021"/>
                      <a:pt x="3421" y="5050"/>
                      <a:pt x="3424" y="5114"/>
                    </a:cubicBezTo>
                    <a:cubicBezTo>
                      <a:pt x="3426" y="5178"/>
                      <a:pt x="3622" y="5341"/>
                      <a:pt x="3646" y="5395"/>
                    </a:cubicBezTo>
                    <a:cubicBezTo>
                      <a:pt x="3667" y="5447"/>
                      <a:pt x="3654" y="5469"/>
                      <a:pt x="3637" y="5510"/>
                    </a:cubicBezTo>
                    <a:cubicBezTo>
                      <a:pt x="3619" y="5551"/>
                      <a:pt x="3657" y="5576"/>
                      <a:pt x="3673" y="5590"/>
                    </a:cubicBezTo>
                    <a:cubicBezTo>
                      <a:pt x="3691" y="5606"/>
                      <a:pt x="3739" y="5816"/>
                      <a:pt x="3755" y="5890"/>
                    </a:cubicBezTo>
                    <a:cubicBezTo>
                      <a:pt x="3769" y="5963"/>
                      <a:pt x="3871" y="6005"/>
                      <a:pt x="3889" y="6049"/>
                    </a:cubicBezTo>
                    <a:cubicBezTo>
                      <a:pt x="3906" y="6091"/>
                      <a:pt x="3992" y="6252"/>
                      <a:pt x="4032" y="6346"/>
                    </a:cubicBezTo>
                    <a:cubicBezTo>
                      <a:pt x="4071" y="6441"/>
                      <a:pt x="4268" y="6575"/>
                      <a:pt x="4297" y="6598"/>
                    </a:cubicBezTo>
                    <a:cubicBezTo>
                      <a:pt x="4326" y="6620"/>
                      <a:pt x="4547" y="6922"/>
                      <a:pt x="4608" y="6996"/>
                    </a:cubicBezTo>
                    <a:cubicBezTo>
                      <a:pt x="4668" y="7070"/>
                      <a:pt x="4791" y="7219"/>
                      <a:pt x="4804" y="7245"/>
                    </a:cubicBezTo>
                    <a:cubicBezTo>
                      <a:pt x="4815" y="7271"/>
                      <a:pt x="4823" y="7297"/>
                      <a:pt x="4808" y="7308"/>
                    </a:cubicBezTo>
                    <a:cubicBezTo>
                      <a:pt x="4792" y="7319"/>
                      <a:pt x="4812" y="7344"/>
                      <a:pt x="4815" y="7356"/>
                    </a:cubicBezTo>
                    <a:cubicBezTo>
                      <a:pt x="4820" y="7366"/>
                      <a:pt x="4796" y="7424"/>
                      <a:pt x="4776" y="7456"/>
                    </a:cubicBezTo>
                    <a:cubicBezTo>
                      <a:pt x="4757" y="7488"/>
                      <a:pt x="4775" y="7522"/>
                      <a:pt x="4814" y="7551"/>
                    </a:cubicBezTo>
                    <a:cubicBezTo>
                      <a:pt x="4853" y="7579"/>
                      <a:pt x="4856" y="7596"/>
                      <a:pt x="4875" y="7670"/>
                    </a:cubicBezTo>
                    <a:cubicBezTo>
                      <a:pt x="4894" y="7745"/>
                      <a:pt x="4868" y="7970"/>
                      <a:pt x="4897" y="8104"/>
                    </a:cubicBezTo>
                    <a:cubicBezTo>
                      <a:pt x="4915" y="8187"/>
                      <a:pt x="4970" y="8224"/>
                      <a:pt x="5044" y="8224"/>
                    </a:cubicBezTo>
                    <a:cubicBezTo>
                      <a:pt x="5090" y="8224"/>
                      <a:pt x="5143" y="8209"/>
                      <a:pt x="5200" y="8183"/>
                    </a:cubicBezTo>
                    <a:cubicBezTo>
                      <a:pt x="5347" y="8115"/>
                      <a:pt x="5408" y="7912"/>
                      <a:pt x="5434" y="7791"/>
                    </a:cubicBezTo>
                    <a:cubicBezTo>
                      <a:pt x="5462" y="7670"/>
                      <a:pt x="5421" y="7501"/>
                      <a:pt x="5421" y="7485"/>
                    </a:cubicBezTo>
                    <a:cubicBezTo>
                      <a:pt x="5420" y="7471"/>
                      <a:pt x="5456" y="7380"/>
                      <a:pt x="5480" y="7345"/>
                    </a:cubicBezTo>
                    <a:cubicBezTo>
                      <a:pt x="5503" y="7311"/>
                      <a:pt x="5517" y="7254"/>
                      <a:pt x="5522" y="7155"/>
                    </a:cubicBezTo>
                    <a:cubicBezTo>
                      <a:pt x="5526" y="7059"/>
                      <a:pt x="5430" y="7016"/>
                      <a:pt x="5328" y="6993"/>
                    </a:cubicBezTo>
                    <a:cubicBezTo>
                      <a:pt x="5276" y="6981"/>
                      <a:pt x="5210" y="6975"/>
                      <a:pt x="5164" y="6975"/>
                    </a:cubicBezTo>
                    <a:cubicBezTo>
                      <a:pt x="5135" y="6975"/>
                      <a:pt x="5114" y="6977"/>
                      <a:pt x="5110" y="6981"/>
                    </a:cubicBezTo>
                    <a:cubicBezTo>
                      <a:pt x="5105" y="6987"/>
                      <a:pt x="5092" y="6992"/>
                      <a:pt x="5079" y="6992"/>
                    </a:cubicBezTo>
                    <a:cubicBezTo>
                      <a:pt x="5066" y="6992"/>
                      <a:pt x="5051" y="6987"/>
                      <a:pt x="5044" y="6970"/>
                    </a:cubicBezTo>
                    <a:cubicBezTo>
                      <a:pt x="5029" y="6936"/>
                      <a:pt x="4948" y="6662"/>
                      <a:pt x="4916" y="6568"/>
                    </a:cubicBezTo>
                    <a:cubicBezTo>
                      <a:pt x="4884" y="6473"/>
                      <a:pt x="4792" y="6355"/>
                      <a:pt x="4731" y="6310"/>
                    </a:cubicBezTo>
                    <a:cubicBezTo>
                      <a:pt x="4671" y="6263"/>
                      <a:pt x="4552" y="6142"/>
                      <a:pt x="4530" y="6116"/>
                    </a:cubicBezTo>
                    <a:cubicBezTo>
                      <a:pt x="4511" y="6090"/>
                      <a:pt x="4493" y="6016"/>
                      <a:pt x="4489" y="5988"/>
                    </a:cubicBezTo>
                    <a:cubicBezTo>
                      <a:pt x="4485" y="5962"/>
                      <a:pt x="4489" y="5908"/>
                      <a:pt x="4495" y="5908"/>
                    </a:cubicBezTo>
                    <a:cubicBezTo>
                      <a:pt x="4501" y="5908"/>
                      <a:pt x="4511" y="5898"/>
                      <a:pt x="4506" y="5874"/>
                    </a:cubicBezTo>
                    <a:cubicBezTo>
                      <a:pt x="4501" y="5852"/>
                      <a:pt x="4512" y="5549"/>
                      <a:pt x="4527" y="5487"/>
                    </a:cubicBezTo>
                    <a:cubicBezTo>
                      <a:pt x="4541" y="5424"/>
                      <a:pt x="4543" y="5038"/>
                      <a:pt x="4568" y="4933"/>
                    </a:cubicBezTo>
                    <a:cubicBezTo>
                      <a:pt x="4591" y="4827"/>
                      <a:pt x="4544" y="4677"/>
                      <a:pt x="4533" y="4629"/>
                    </a:cubicBezTo>
                    <a:cubicBezTo>
                      <a:pt x="4522" y="4581"/>
                      <a:pt x="4563" y="4358"/>
                      <a:pt x="4573" y="4291"/>
                    </a:cubicBezTo>
                    <a:cubicBezTo>
                      <a:pt x="4582" y="4224"/>
                      <a:pt x="4537" y="4061"/>
                      <a:pt x="4530" y="4042"/>
                    </a:cubicBezTo>
                    <a:cubicBezTo>
                      <a:pt x="4525" y="4024"/>
                      <a:pt x="4541" y="4036"/>
                      <a:pt x="4608" y="4023"/>
                    </a:cubicBezTo>
                    <a:cubicBezTo>
                      <a:pt x="4677" y="4010"/>
                      <a:pt x="4744" y="3957"/>
                      <a:pt x="4770" y="3880"/>
                    </a:cubicBezTo>
                    <a:cubicBezTo>
                      <a:pt x="4796" y="3804"/>
                      <a:pt x="4712" y="3682"/>
                      <a:pt x="4700" y="3629"/>
                    </a:cubicBezTo>
                    <a:cubicBezTo>
                      <a:pt x="4690" y="3580"/>
                      <a:pt x="4522" y="3286"/>
                      <a:pt x="4492" y="3251"/>
                    </a:cubicBezTo>
                    <a:cubicBezTo>
                      <a:pt x="4463" y="3216"/>
                      <a:pt x="4437" y="3153"/>
                      <a:pt x="4447" y="3133"/>
                    </a:cubicBezTo>
                    <a:cubicBezTo>
                      <a:pt x="4455" y="3111"/>
                      <a:pt x="4458" y="2971"/>
                      <a:pt x="4451" y="2946"/>
                    </a:cubicBezTo>
                    <a:cubicBezTo>
                      <a:pt x="4444" y="2923"/>
                      <a:pt x="4450" y="2782"/>
                      <a:pt x="4461" y="2757"/>
                    </a:cubicBezTo>
                    <a:cubicBezTo>
                      <a:pt x="4472" y="2731"/>
                      <a:pt x="4480" y="2605"/>
                      <a:pt x="4479" y="2530"/>
                    </a:cubicBezTo>
                    <a:cubicBezTo>
                      <a:pt x="4477" y="2454"/>
                      <a:pt x="4352" y="2154"/>
                      <a:pt x="4343" y="2090"/>
                    </a:cubicBezTo>
                    <a:cubicBezTo>
                      <a:pt x="4333" y="2024"/>
                      <a:pt x="4259" y="1819"/>
                      <a:pt x="4189" y="1663"/>
                    </a:cubicBezTo>
                    <a:cubicBezTo>
                      <a:pt x="4119" y="1507"/>
                      <a:pt x="3915" y="1393"/>
                      <a:pt x="3915" y="1393"/>
                    </a:cubicBezTo>
                    <a:cubicBezTo>
                      <a:pt x="3914" y="1394"/>
                      <a:pt x="3913" y="1394"/>
                      <a:pt x="3912" y="1394"/>
                    </a:cubicBezTo>
                    <a:cubicBezTo>
                      <a:pt x="3901" y="1394"/>
                      <a:pt x="3880" y="1369"/>
                      <a:pt x="3895" y="1369"/>
                    </a:cubicBezTo>
                    <a:cubicBezTo>
                      <a:pt x="3911" y="1367"/>
                      <a:pt x="3918" y="1326"/>
                      <a:pt x="3922" y="1267"/>
                    </a:cubicBezTo>
                    <a:cubicBezTo>
                      <a:pt x="3925" y="1207"/>
                      <a:pt x="3966" y="1136"/>
                      <a:pt x="4049" y="914"/>
                    </a:cubicBezTo>
                    <a:cubicBezTo>
                      <a:pt x="4131" y="694"/>
                      <a:pt x="3863" y="502"/>
                      <a:pt x="3720" y="450"/>
                    </a:cubicBezTo>
                    <a:cubicBezTo>
                      <a:pt x="3686" y="437"/>
                      <a:pt x="3643" y="432"/>
                      <a:pt x="3598" y="432"/>
                    </a:cubicBezTo>
                    <a:cubicBezTo>
                      <a:pt x="3453" y="432"/>
                      <a:pt x="3278" y="481"/>
                      <a:pt x="3229" y="487"/>
                    </a:cubicBezTo>
                    <a:cubicBezTo>
                      <a:pt x="3165" y="495"/>
                      <a:pt x="3146" y="589"/>
                      <a:pt x="3152" y="616"/>
                    </a:cubicBezTo>
                    <a:cubicBezTo>
                      <a:pt x="3158" y="642"/>
                      <a:pt x="3117" y="712"/>
                      <a:pt x="3091" y="755"/>
                    </a:cubicBezTo>
                    <a:cubicBezTo>
                      <a:pt x="3063" y="798"/>
                      <a:pt x="3089" y="834"/>
                      <a:pt x="3095" y="856"/>
                    </a:cubicBezTo>
                    <a:cubicBezTo>
                      <a:pt x="3102" y="878"/>
                      <a:pt x="3072" y="903"/>
                      <a:pt x="3000" y="958"/>
                    </a:cubicBezTo>
                    <a:cubicBezTo>
                      <a:pt x="2929" y="1012"/>
                      <a:pt x="2962" y="1044"/>
                      <a:pt x="2981" y="1057"/>
                    </a:cubicBezTo>
                    <a:cubicBezTo>
                      <a:pt x="3000" y="1072"/>
                      <a:pt x="3000" y="1108"/>
                      <a:pt x="2981" y="1139"/>
                    </a:cubicBezTo>
                    <a:cubicBezTo>
                      <a:pt x="2962" y="1168"/>
                      <a:pt x="2970" y="1198"/>
                      <a:pt x="2986" y="1223"/>
                    </a:cubicBezTo>
                    <a:cubicBezTo>
                      <a:pt x="3002" y="1246"/>
                      <a:pt x="2978" y="1258"/>
                      <a:pt x="2954" y="1275"/>
                    </a:cubicBezTo>
                    <a:cubicBezTo>
                      <a:pt x="2929" y="1293"/>
                      <a:pt x="2955" y="1331"/>
                      <a:pt x="2977" y="1356"/>
                    </a:cubicBezTo>
                    <a:cubicBezTo>
                      <a:pt x="2999" y="1382"/>
                      <a:pt x="2965" y="1431"/>
                      <a:pt x="2965" y="1431"/>
                    </a:cubicBezTo>
                    <a:cubicBezTo>
                      <a:pt x="2965" y="1431"/>
                      <a:pt x="2917" y="1431"/>
                      <a:pt x="2833" y="1436"/>
                    </a:cubicBezTo>
                    <a:cubicBezTo>
                      <a:pt x="2747" y="1440"/>
                      <a:pt x="2571" y="1494"/>
                      <a:pt x="2559" y="1498"/>
                    </a:cubicBezTo>
                    <a:cubicBezTo>
                      <a:pt x="2558" y="1498"/>
                      <a:pt x="2557" y="1499"/>
                      <a:pt x="2556" y="1499"/>
                    </a:cubicBezTo>
                    <a:cubicBezTo>
                      <a:pt x="2539" y="1499"/>
                      <a:pt x="2478" y="1475"/>
                      <a:pt x="2435" y="1446"/>
                    </a:cubicBezTo>
                    <a:cubicBezTo>
                      <a:pt x="2388" y="1414"/>
                      <a:pt x="2228" y="1375"/>
                      <a:pt x="2168" y="1348"/>
                    </a:cubicBezTo>
                    <a:cubicBezTo>
                      <a:pt x="2109" y="1324"/>
                      <a:pt x="1729" y="1141"/>
                      <a:pt x="1688" y="1124"/>
                    </a:cubicBezTo>
                    <a:cubicBezTo>
                      <a:pt x="1646" y="1106"/>
                      <a:pt x="1544" y="1088"/>
                      <a:pt x="1526" y="1069"/>
                    </a:cubicBezTo>
                    <a:cubicBezTo>
                      <a:pt x="1509" y="1050"/>
                      <a:pt x="1315" y="939"/>
                      <a:pt x="1306" y="938"/>
                    </a:cubicBezTo>
                    <a:cubicBezTo>
                      <a:pt x="1297" y="936"/>
                      <a:pt x="1312" y="916"/>
                      <a:pt x="1290" y="894"/>
                    </a:cubicBezTo>
                    <a:cubicBezTo>
                      <a:pt x="1285" y="888"/>
                      <a:pt x="1278" y="887"/>
                      <a:pt x="1271" y="887"/>
                    </a:cubicBezTo>
                    <a:cubicBezTo>
                      <a:pt x="1256" y="887"/>
                      <a:pt x="1237" y="896"/>
                      <a:pt x="1220" y="896"/>
                    </a:cubicBezTo>
                    <a:cubicBezTo>
                      <a:pt x="1216" y="896"/>
                      <a:pt x="1211" y="895"/>
                      <a:pt x="1207" y="894"/>
                    </a:cubicBezTo>
                    <a:cubicBezTo>
                      <a:pt x="1179" y="884"/>
                      <a:pt x="1101" y="841"/>
                      <a:pt x="1101" y="841"/>
                    </a:cubicBezTo>
                    <a:cubicBezTo>
                      <a:pt x="1101" y="841"/>
                      <a:pt x="1105" y="820"/>
                      <a:pt x="1123" y="771"/>
                    </a:cubicBezTo>
                    <a:cubicBezTo>
                      <a:pt x="1140" y="725"/>
                      <a:pt x="1219" y="505"/>
                      <a:pt x="1031" y="228"/>
                    </a:cubicBezTo>
                    <a:cubicBezTo>
                      <a:pt x="925" y="72"/>
                      <a:pt x="746" y="1"/>
                      <a:pt x="5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4"/>
              <p:cNvSpPr/>
              <p:nvPr/>
            </p:nvSpPr>
            <p:spPr>
              <a:xfrm>
                <a:off x="1423360" y="1562785"/>
                <a:ext cx="98810" cy="103149"/>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45" name="Google Shape;645;p34"/>
          <p:cNvGrpSpPr/>
          <p:nvPr/>
        </p:nvGrpSpPr>
        <p:grpSpPr>
          <a:xfrm>
            <a:off x="4836675" y="1266774"/>
            <a:ext cx="893277" cy="1106012"/>
            <a:chOff x="4836675" y="1266774"/>
            <a:chExt cx="893277" cy="1106012"/>
          </a:xfrm>
        </p:grpSpPr>
        <p:sp>
          <p:nvSpPr>
            <p:cNvPr id="620" name="Google Shape;620;p34"/>
            <p:cNvSpPr/>
            <p:nvPr/>
          </p:nvSpPr>
          <p:spPr>
            <a:xfrm>
              <a:off x="4836675" y="1717175"/>
              <a:ext cx="205200" cy="2052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6" name="Google Shape;646;p34"/>
            <p:cNvGrpSpPr/>
            <p:nvPr/>
          </p:nvGrpSpPr>
          <p:grpSpPr>
            <a:xfrm>
              <a:off x="4958765" y="1266774"/>
              <a:ext cx="771186" cy="1106012"/>
              <a:chOff x="4423208" y="1636618"/>
              <a:chExt cx="394328" cy="565533"/>
            </a:xfrm>
          </p:grpSpPr>
          <p:sp>
            <p:nvSpPr>
              <p:cNvPr id="647" name="Google Shape;647;p34"/>
              <p:cNvSpPr/>
              <p:nvPr/>
            </p:nvSpPr>
            <p:spPr>
              <a:xfrm>
                <a:off x="4423208" y="1636618"/>
                <a:ext cx="394328" cy="565533"/>
              </a:xfrm>
              <a:custGeom>
                <a:rect b="b" l="l" r="r" t="t"/>
                <a:pathLst>
                  <a:path extrusionOk="0" h="7429" w="5180">
                    <a:moveTo>
                      <a:pt x="2840" y="1"/>
                    </a:moveTo>
                    <a:cubicBezTo>
                      <a:pt x="2740" y="1"/>
                      <a:pt x="2588" y="41"/>
                      <a:pt x="2419" y="103"/>
                    </a:cubicBezTo>
                    <a:cubicBezTo>
                      <a:pt x="2206" y="181"/>
                      <a:pt x="2238" y="588"/>
                      <a:pt x="2247" y="622"/>
                    </a:cubicBezTo>
                    <a:cubicBezTo>
                      <a:pt x="2257" y="657"/>
                      <a:pt x="2266" y="752"/>
                      <a:pt x="2266" y="800"/>
                    </a:cubicBezTo>
                    <a:cubicBezTo>
                      <a:pt x="2266" y="848"/>
                      <a:pt x="2320" y="899"/>
                      <a:pt x="2319" y="937"/>
                    </a:cubicBezTo>
                    <a:cubicBezTo>
                      <a:pt x="2316" y="976"/>
                      <a:pt x="2375" y="972"/>
                      <a:pt x="2389" y="976"/>
                    </a:cubicBezTo>
                    <a:cubicBezTo>
                      <a:pt x="2403" y="980"/>
                      <a:pt x="2389" y="1041"/>
                      <a:pt x="2375" y="1041"/>
                    </a:cubicBezTo>
                    <a:cubicBezTo>
                      <a:pt x="2361" y="1041"/>
                      <a:pt x="2355" y="1053"/>
                      <a:pt x="2316" y="1066"/>
                    </a:cubicBezTo>
                    <a:cubicBezTo>
                      <a:pt x="2302" y="1071"/>
                      <a:pt x="2287" y="1072"/>
                      <a:pt x="2271" y="1072"/>
                    </a:cubicBezTo>
                    <a:cubicBezTo>
                      <a:pt x="2265" y="1072"/>
                      <a:pt x="2258" y="1072"/>
                      <a:pt x="2252" y="1072"/>
                    </a:cubicBezTo>
                    <a:cubicBezTo>
                      <a:pt x="2229" y="1072"/>
                      <a:pt x="2207" y="1074"/>
                      <a:pt x="2189" y="1087"/>
                    </a:cubicBezTo>
                    <a:cubicBezTo>
                      <a:pt x="2153" y="1114"/>
                      <a:pt x="2157" y="1145"/>
                      <a:pt x="2129" y="1162"/>
                    </a:cubicBezTo>
                    <a:cubicBezTo>
                      <a:pt x="2102" y="1181"/>
                      <a:pt x="2037" y="1251"/>
                      <a:pt x="2033" y="1267"/>
                    </a:cubicBezTo>
                    <a:cubicBezTo>
                      <a:pt x="2029" y="1283"/>
                      <a:pt x="1952" y="1324"/>
                      <a:pt x="1870" y="1375"/>
                    </a:cubicBezTo>
                    <a:cubicBezTo>
                      <a:pt x="1787" y="1425"/>
                      <a:pt x="1694" y="1566"/>
                      <a:pt x="1672" y="1646"/>
                    </a:cubicBezTo>
                    <a:cubicBezTo>
                      <a:pt x="1649" y="1725"/>
                      <a:pt x="1685" y="1929"/>
                      <a:pt x="1685" y="1950"/>
                    </a:cubicBezTo>
                    <a:cubicBezTo>
                      <a:pt x="1685" y="1974"/>
                      <a:pt x="1660" y="2016"/>
                      <a:pt x="1637" y="2068"/>
                    </a:cubicBezTo>
                    <a:cubicBezTo>
                      <a:pt x="1615" y="2121"/>
                      <a:pt x="1548" y="2240"/>
                      <a:pt x="1532" y="2269"/>
                    </a:cubicBezTo>
                    <a:cubicBezTo>
                      <a:pt x="1516" y="2299"/>
                      <a:pt x="1450" y="2331"/>
                      <a:pt x="1407" y="2357"/>
                    </a:cubicBezTo>
                    <a:cubicBezTo>
                      <a:pt x="1364" y="2382"/>
                      <a:pt x="1293" y="2475"/>
                      <a:pt x="1228" y="2555"/>
                    </a:cubicBezTo>
                    <a:cubicBezTo>
                      <a:pt x="1161" y="2634"/>
                      <a:pt x="946" y="2851"/>
                      <a:pt x="910" y="2883"/>
                    </a:cubicBezTo>
                    <a:cubicBezTo>
                      <a:pt x="874" y="2915"/>
                      <a:pt x="793" y="2980"/>
                      <a:pt x="792" y="2999"/>
                    </a:cubicBezTo>
                    <a:cubicBezTo>
                      <a:pt x="789" y="3017"/>
                      <a:pt x="763" y="3026"/>
                      <a:pt x="731" y="3047"/>
                    </a:cubicBezTo>
                    <a:cubicBezTo>
                      <a:pt x="699" y="3068"/>
                      <a:pt x="721" y="3110"/>
                      <a:pt x="712" y="3129"/>
                    </a:cubicBezTo>
                    <a:cubicBezTo>
                      <a:pt x="703" y="3148"/>
                      <a:pt x="671" y="3211"/>
                      <a:pt x="642" y="3245"/>
                    </a:cubicBezTo>
                    <a:cubicBezTo>
                      <a:pt x="611" y="3279"/>
                      <a:pt x="601" y="3346"/>
                      <a:pt x="601" y="3379"/>
                    </a:cubicBezTo>
                    <a:cubicBezTo>
                      <a:pt x="601" y="3414"/>
                      <a:pt x="595" y="3497"/>
                      <a:pt x="591" y="3516"/>
                    </a:cubicBezTo>
                    <a:cubicBezTo>
                      <a:pt x="587" y="3534"/>
                      <a:pt x="627" y="3541"/>
                      <a:pt x="646" y="3562"/>
                    </a:cubicBezTo>
                    <a:cubicBezTo>
                      <a:pt x="664" y="3582"/>
                      <a:pt x="651" y="3613"/>
                      <a:pt x="651" y="3650"/>
                    </a:cubicBezTo>
                    <a:cubicBezTo>
                      <a:pt x="651" y="3690"/>
                      <a:pt x="680" y="3703"/>
                      <a:pt x="694" y="3703"/>
                    </a:cubicBezTo>
                    <a:cubicBezTo>
                      <a:pt x="707" y="3703"/>
                      <a:pt x="716" y="3710"/>
                      <a:pt x="740" y="3726"/>
                    </a:cubicBezTo>
                    <a:cubicBezTo>
                      <a:pt x="746" y="3730"/>
                      <a:pt x="752" y="3732"/>
                      <a:pt x="758" y="3732"/>
                    </a:cubicBezTo>
                    <a:cubicBezTo>
                      <a:pt x="769" y="3732"/>
                      <a:pt x="779" y="3727"/>
                      <a:pt x="785" y="3723"/>
                    </a:cubicBezTo>
                    <a:cubicBezTo>
                      <a:pt x="865" y="3851"/>
                      <a:pt x="1008" y="3936"/>
                      <a:pt x="1169" y="3936"/>
                    </a:cubicBezTo>
                    <a:cubicBezTo>
                      <a:pt x="1421" y="3936"/>
                      <a:pt x="1625" y="3732"/>
                      <a:pt x="1625" y="3480"/>
                    </a:cubicBezTo>
                    <a:cubicBezTo>
                      <a:pt x="1625" y="3264"/>
                      <a:pt x="1477" y="3084"/>
                      <a:pt x="1276" y="3036"/>
                    </a:cubicBezTo>
                    <a:cubicBezTo>
                      <a:pt x="1279" y="3030"/>
                      <a:pt x="1280" y="3027"/>
                      <a:pt x="1280" y="3027"/>
                    </a:cubicBezTo>
                    <a:cubicBezTo>
                      <a:pt x="1264" y="3027"/>
                      <a:pt x="1245" y="2999"/>
                      <a:pt x="1265" y="2976"/>
                    </a:cubicBezTo>
                    <a:cubicBezTo>
                      <a:pt x="1286" y="2954"/>
                      <a:pt x="1427" y="2875"/>
                      <a:pt x="1474" y="2849"/>
                    </a:cubicBezTo>
                    <a:cubicBezTo>
                      <a:pt x="1519" y="2822"/>
                      <a:pt x="1641" y="2714"/>
                      <a:pt x="1665" y="2692"/>
                    </a:cubicBezTo>
                    <a:cubicBezTo>
                      <a:pt x="1688" y="2669"/>
                      <a:pt x="1704" y="2656"/>
                      <a:pt x="1724" y="2637"/>
                    </a:cubicBezTo>
                    <a:cubicBezTo>
                      <a:pt x="1745" y="2619"/>
                      <a:pt x="1806" y="2562"/>
                      <a:pt x="1850" y="2526"/>
                    </a:cubicBezTo>
                    <a:cubicBezTo>
                      <a:pt x="1893" y="2489"/>
                      <a:pt x="1978" y="2269"/>
                      <a:pt x="1994" y="2223"/>
                    </a:cubicBezTo>
                    <a:cubicBezTo>
                      <a:pt x="2004" y="2189"/>
                      <a:pt x="2012" y="2165"/>
                      <a:pt x="2021" y="2165"/>
                    </a:cubicBezTo>
                    <a:cubicBezTo>
                      <a:pt x="2024" y="2165"/>
                      <a:pt x="2028" y="2170"/>
                      <a:pt x="2032" y="2179"/>
                    </a:cubicBezTo>
                    <a:cubicBezTo>
                      <a:pt x="2045" y="2211"/>
                      <a:pt x="2125" y="2338"/>
                      <a:pt x="2153" y="2361"/>
                    </a:cubicBezTo>
                    <a:cubicBezTo>
                      <a:pt x="2180" y="2385"/>
                      <a:pt x="2243" y="2463"/>
                      <a:pt x="2265" y="2535"/>
                    </a:cubicBezTo>
                    <a:cubicBezTo>
                      <a:pt x="2285" y="2605"/>
                      <a:pt x="2253" y="2765"/>
                      <a:pt x="2225" y="2826"/>
                    </a:cubicBezTo>
                    <a:cubicBezTo>
                      <a:pt x="2198" y="2887"/>
                      <a:pt x="2266" y="2956"/>
                      <a:pt x="2278" y="3012"/>
                    </a:cubicBezTo>
                    <a:cubicBezTo>
                      <a:pt x="2289" y="3069"/>
                      <a:pt x="2278" y="3120"/>
                      <a:pt x="2234" y="3149"/>
                    </a:cubicBezTo>
                    <a:cubicBezTo>
                      <a:pt x="2192" y="3178"/>
                      <a:pt x="2244" y="3314"/>
                      <a:pt x="2246" y="3342"/>
                    </a:cubicBezTo>
                    <a:cubicBezTo>
                      <a:pt x="2249" y="3368"/>
                      <a:pt x="2234" y="3375"/>
                      <a:pt x="2176" y="3410"/>
                    </a:cubicBezTo>
                    <a:cubicBezTo>
                      <a:pt x="2116" y="3444"/>
                      <a:pt x="2048" y="3576"/>
                      <a:pt x="2011" y="3613"/>
                    </a:cubicBezTo>
                    <a:cubicBezTo>
                      <a:pt x="1975" y="3649"/>
                      <a:pt x="1991" y="3808"/>
                      <a:pt x="1986" y="3856"/>
                    </a:cubicBezTo>
                    <a:cubicBezTo>
                      <a:pt x="1982" y="3904"/>
                      <a:pt x="1952" y="3917"/>
                      <a:pt x="1909" y="3965"/>
                    </a:cubicBezTo>
                    <a:cubicBezTo>
                      <a:pt x="1866" y="4013"/>
                      <a:pt x="1765" y="4271"/>
                      <a:pt x="1732" y="4325"/>
                    </a:cubicBezTo>
                    <a:cubicBezTo>
                      <a:pt x="1697" y="4380"/>
                      <a:pt x="1681" y="4497"/>
                      <a:pt x="1681" y="4504"/>
                    </a:cubicBezTo>
                    <a:cubicBezTo>
                      <a:pt x="1681" y="4510"/>
                      <a:pt x="1663" y="4538"/>
                      <a:pt x="1653" y="4574"/>
                    </a:cubicBezTo>
                    <a:cubicBezTo>
                      <a:pt x="1644" y="4610"/>
                      <a:pt x="1560" y="4752"/>
                      <a:pt x="1538" y="4775"/>
                    </a:cubicBezTo>
                    <a:cubicBezTo>
                      <a:pt x="1514" y="4797"/>
                      <a:pt x="1449" y="4937"/>
                      <a:pt x="1418" y="4993"/>
                    </a:cubicBezTo>
                    <a:cubicBezTo>
                      <a:pt x="1389" y="5050"/>
                      <a:pt x="1236" y="5232"/>
                      <a:pt x="1184" y="5305"/>
                    </a:cubicBezTo>
                    <a:cubicBezTo>
                      <a:pt x="1131" y="5378"/>
                      <a:pt x="993" y="5732"/>
                      <a:pt x="957" y="5811"/>
                    </a:cubicBezTo>
                    <a:cubicBezTo>
                      <a:pt x="920" y="5891"/>
                      <a:pt x="840" y="6191"/>
                      <a:pt x="833" y="6191"/>
                    </a:cubicBezTo>
                    <a:cubicBezTo>
                      <a:pt x="827" y="6191"/>
                      <a:pt x="817" y="6201"/>
                      <a:pt x="817" y="6201"/>
                    </a:cubicBezTo>
                    <a:cubicBezTo>
                      <a:pt x="817" y="6201"/>
                      <a:pt x="764" y="6335"/>
                      <a:pt x="731" y="6360"/>
                    </a:cubicBezTo>
                    <a:cubicBezTo>
                      <a:pt x="696" y="6385"/>
                      <a:pt x="671" y="6465"/>
                      <a:pt x="664" y="6484"/>
                    </a:cubicBezTo>
                    <a:cubicBezTo>
                      <a:pt x="658" y="6501"/>
                      <a:pt x="601" y="6500"/>
                      <a:pt x="582" y="6501"/>
                    </a:cubicBezTo>
                    <a:cubicBezTo>
                      <a:pt x="565" y="6504"/>
                      <a:pt x="571" y="6536"/>
                      <a:pt x="565" y="6557"/>
                    </a:cubicBezTo>
                    <a:cubicBezTo>
                      <a:pt x="557" y="6577"/>
                      <a:pt x="533" y="6610"/>
                      <a:pt x="521" y="6618"/>
                    </a:cubicBezTo>
                    <a:cubicBezTo>
                      <a:pt x="509" y="6624"/>
                      <a:pt x="509" y="6691"/>
                      <a:pt x="505" y="6718"/>
                    </a:cubicBezTo>
                    <a:cubicBezTo>
                      <a:pt x="501" y="6744"/>
                      <a:pt x="352" y="6864"/>
                      <a:pt x="332" y="6886"/>
                    </a:cubicBezTo>
                    <a:cubicBezTo>
                      <a:pt x="311" y="6909"/>
                      <a:pt x="206" y="6970"/>
                      <a:pt x="163" y="7017"/>
                    </a:cubicBezTo>
                    <a:cubicBezTo>
                      <a:pt x="120" y="7062"/>
                      <a:pt x="1" y="7211"/>
                      <a:pt x="20" y="7313"/>
                    </a:cubicBezTo>
                    <a:cubicBezTo>
                      <a:pt x="35" y="7399"/>
                      <a:pt x="239" y="7429"/>
                      <a:pt x="352" y="7429"/>
                    </a:cubicBezTo>
                    <a:cubicBezTo>
                      <a:pt x="373" y="7429"/>
                      <a:pt x="390" y="7428"/>
                      <a:pt x="403" y="7426"/>
                    </a:cubicBezTo>
                    <a:cubicBezTo>
                      <a:pt x="486" y="7415"/>
                      <a:pt x="591" y="7199"/>
                      <a:pt x="606" y="7183"/>
                    </a:cubicBezTo>
                    <a:cubicBezTo>
                      <a:pt x="613" y="7174"/>
                      <a:pt x="642" y="7171"/>
                      <a:pt x="676" y="7171"/>
                    </a:cubicBezTo>
                    <a:cubicBezTo>
                      <a:pt x="703" y="7171"/>
                      <a:pt x="734" y="7173"/>
                      <a:pt x="760" y="7174"/>
                    </a:cubicBezTo>
                    <a:cubicBezTo>
                      <a:pt x="760" y="7174"/>
                      <a:pt x="761" y="7174"/>
                      <a:pt x="761" y="7174"/>
                    </a:cubicBezTo>
                    <a:cubicBezTo>
                      <a:pt x="821" y="7174"/>
                      <a:pt x="904" y="7059"/>
                      <a:pt x="925" y="7017"/>
                    </a:cubicBezTo>
                    <a:cubicBezTo>
                      <a:pt x="944" y="6975"/>
                      <a:pt x="945" y="6827"/>
                      <a:pt x="949" y="6827"/>
                    </a:cubicBezTo>
                    <a:cubicBezTo>
                      <a:pt x="949" y="6827"/>
                      <a:pt x="949" y="6827"/>
                      <a:pt x="949" y="6827"/>
                    </a:cubicBezTo>
                    <a:cubicBezTo>
                      <a:pt x="950" y="6830"/>
                      <a:pt x="952" y="6832"/>
                      <a:pt x="955" y="6832"/>
                    </a:cubicBezTo>
                    <a:cubicBezTo>
                      <a:pt x="963" y="6832"/>
                      <a:pt x="978" y="6819"/>
                      <a:pt x="989" y="6803"/>
                    </a:cubicBezTo>
                    <a:cubicBezTo>
                      <a:pt x="1002" y="6779"/>
                      <a:pt x="1027" y="6715"/>
                      <a:pt x="1027" y="6715"/>
                    </a:cubicBezTo>
                    <a:cubicBezTo>
                      <a:pt x="1027" y="6715"/>
                      <a:pt x="973" y="6682"/>
                      <a:pt x="961" y="6675"/>
                    </a:cubicBezTo>
                    <a:cubicBezTo>
                      <a:pt x="949" y="6669"/>
                      <a:pt x="984" y="6574"/>
                      <a:pt x="1005" y="6558"/>
                    </a:cubicBezTo>
                    <a:cubicBezTo>
                      <a:pt x="1025" y="6542"/>
                      <a:pt x="1021" y="6513"/>
                      <a:pt x="1027" y="6492"/>
                    </a:cubicBezTo>
                    <a:cubicBezTo>
                      <a:pt x="1034" y="6472"/>
                      <a:pt x="1127" y="6328"/>
                      <a:pt x="1136" y="6315"/>
                    </a:cubicBezTo>
                    <a:cubicBezTo>
                      <a:pt x="1146" y="6302"/>
                      <a:pt x="1131" y="6286"/>
                      <a:pt x="1131" y="6286"/>
                    </a:cubicBezTo>
                    <a:cubicBezTo>
                      <a:pt x="1131" y="6286"/>
                      <a:pt x="1184" y="6238"/>
                      <a:pt x="1204" y="6205"/>
                    </a:cubicBezTo>
                    <a:cubicBezTo>
                      <a:pt x="1225" y="6173"/>
                      <a:pt x="1394" y="6009"/>
                      <a:pt x="1474" y="5932"/>
                    </a:cubicBezTo>
                    <a:cubicBezTo>
                      <a:pt x="1554" y="5854"/>
                      <a:pt x="1651" y="5570"/>
                      <a:pt x="1679" y="5487"/>
                    </a:cubicBezTo>
                    <a:cubicBezTo>
                      <a:pt x="1705" y="5406"/>
                      <a:pt x="1772" y="5285"/>
                      <a:pt x="1788" y="5272"/>
                    </a:cubicBezTo>
                    <a:cubicBezTo>
                      <a:pt x="1804" y="5257"/>
                      <a:pt x="1911" y="5123"/>
                      <a:pt x="1947" y="5078"/>
                    </a:cubicBezTo>
                    <a:cubicBezTo>
                      <a:pt x="1984" y="5031"/>
                      <a:pt x="2088" y="4934"/>
                      <a:pt x="2154" y="4861"/>
                    </a:cubicBezTo>
                    <a:cubicBezTo>
                      <a:pt x="2220" y="4789"/>
                      <a:pt x="2340" y="4674"/>
                      <a:pt x="2362" y="4674"/>
                    </a:cubicBezTo>
                    <a:cubicBezTo>
                      <a:pt x="2362" y="4674"/>
                      <a:pt x="2362" y="4674"/>
                      <a:pt x="2362" y="4674"/>
                    </a:cubicBezTo>
                    <a:cubicBezTo>
                      <a:pt x="2366" y="4675"/>
                      <a:pt x="2371" y="4675"/>
                      <a:pt x="2378" y="4675"/>
                    </a:cubicBezTo>
                    <a:cubicBezTo>
                      <a:pt x="2401" y="4675"/>
                      <a:pt x="2438" y="4670"/>
                      <a:pt x="2476" y="4640"/>
                    </a:cubicBezTo>
                    <a:cubicBezTo>
                      <a:pt x="2524" y="4602"/>
                      <a:pt x="2572" y="4578"/>
                      <a:pt x="2576" y="4555"/>
                    </a:cubicBezTo>
                    <a:cubicBezTo>
                      <a:pt x="2581" y="4533"/>
                      <a:pt x="2652" y="4517"/>
                      <a:pt x="2689" y="4510"/>
                    </a:cubicBezTo>
                    <a:cubicBezTo>
                      <a:pt x="2725" y="4504"/>
                      <a:pt x="2871" y="4399"/>
                      <a:pt x="2891" y="4373"/>
                    </a:cubicBezTo>
                    <a:cubicBezTo>
                      <a:pt x="2906" y="4355"/>
                      <a:pt x="2937" y="4331"/>
                      <a:pt x="2958" y="4331"/>
                    </a:cubicBezTo>
                    <a:cubicBezTo>
                      <a:pt x="2965" y="4331"/>
                      <a:pt x="2971" y="4334"/>
                      <a:pt x="2976" y="4341"/>
                    </a:cubicBezTo>
                    <a:cubicBezTo>
                      <a:pt x="2992" y="4369"/>
                      <a:pt x="3162" y="4519"/>
                      <a:pt x="3185" y="4546"/>
                    </a:cubicBezTo>
                    <a:cubicBezTo>
                      <a:pt x="3207" y="4574"/>
                      <a:pt x="3247" y="4690"/>
                      <a:pt x="3247" y="4739"/>
                    </a:cubicBezTo>
                    <a:cubicBezTo>
                      <a:pt x="3247" y="4787"/>
                      <a:pt x="3365" y="4918"/>
                      <a:pt x="3365" y="4918"/>
                    </a:cubicBezTo>
                    <a:cubicBezTo>
                      <a:pt x="3365" y="4918"/>
                      <a:pt x="3383" y="5052"/>
                      <a:pt x="3388" y="5110"/>
                    </a:cubicBezTo>
                    <a:cubicBezTo>
                      <a:pt x="3392" y="5167"/>
                      <a:pt x="3478" y="5248"/>
                      <a:pt x="3501" y="5302"/>
                    </a:cubicBezTo>
                    <a:cubicBezTo>
                      <a:pt x="3525" y="5358"/>
                      <a:pt x="3670" y="5499"/>
                      <a:pt x="3735" y="5560"/>
                    </a:cubicBezTo>
                    <a:cubicBezTo>
                      <a:pt x="3797" y="5623"/>
                      <a:pt x="3839" y="5715"/>
                      <a:pt x="3861" y="5768"/>
                    </a:cubicBezTo>
                    <a:cubicBezTo>
                      <a:pt x="3885" y="5821"/>
                      <a:pt x="3922" y="5914"/>
                      <a:pt x="3954" y="5956"/>
                    </a:cubicBezTo>
                    <a:cubicBezTo>
                      <a:pt x="3987" y="6000"/>
                      <a:pt x="4139" y="6157"/>
                      <a:pt x="4190" y="6208"/>
                    </a:cubicBezTo>
                    <a:cubicBezTo>
                      <a:pt x="4240" y="6258"/>
                      <a:pt x="4300" y="6342"/>
                      <a:pt x="4306" y="6351"/>
                    </a:cubicBezTo>
                    <a:cubicBezTo>
                      <a:pt x="4313" y="6360"/>
                      <a:pt x="4349" y="6404"/>
                      <a:pt x="4345" y="6412"/>
                    </a:cubicBezTo>
                    <a:cubicBezTo>
                      <a:pt x="4341" y="6423"/>
                      <a:pt x="4362" y="6443"/>
                      <a:pt x="4374" y="6465"/>
                    </a:cubicBezTo>
                    <a:cubicBezTo>
                      <a:pt x="4386" y="6488"/>
                      <a:pt x="4441" y="6577"/>
                      <a:pt x="4442" y="6605"/>
                    </a:cubicBezTo>
                    <a:cubicBezTo>
                      <a:pt x="4445" y="6632"/>
                      <a:pt x="4451" y="6648"/>
                      <a:pt x="4461" y="6670"/>
                    </a:cubicBezTo>
                    <a:cubicBezTo>
                      <a:pt x="4470" y="6693"/>
                      <a:pt x="4463" y="6693"/>
                      <a:pt x="4450" y="6714"/>
                    </a:cubicBezTo>
                    <a:cubicBezTo>
                      <a:pt x="4435" y="6734"/>
                      <a:pt x="4426" y="6746"/>
                      <a:pt x="4426" y="6759"/>
                    </a:cubicBezTo>
                    <a:cubicBezTo>
                      <a:pt x="4426" y="6774"/>
                      <a:pt x="4475" y="6860"/>
                      <a:pt x="4475" y="6887"/>
                    </a:cubicBezTo>
                    <a:cubicBezTo>
                      <a:pt x="4475" y="6913"/>
                      <a:pt x="4539" y="6932"/>
                      <a:pt x="4550" y="6960"/>
                    </a:cubicBezTo>
                    <a:cubicBezTo>
                      <a:pt x="4560" y="6988"/>
                      <a:pt x="4593" y="7030"/>
                      <a:pt x="4609" y="7046"/>
                    </a:cubicBezTo>
                    <a:cubicBezTo>
                      <a:pt x="4625" y="7062"/>
                      <a:pt x="4652" y="7103"/>
                      <a:pt x="4671" y="7125"/>
                    </a:cubicBezTo>
                    <a:cubicBezTo>
                      <a:pt x="4689" y="7145"/>
                      <a:pt x="4687" y="7177"/>
                      <a:pt x="4676" y="7222"/>
                    </a:cubicBezTo>
                    <a:cubicBezTo>
                      <a:pt x="4664" y="7267"/>
                      <a:pt x="4712" y="7311"/>
                      <a:pt x="4708" y="7349"/>
                    </a:cubicBezTo>
                    <a:cubicBezTo>
                      <a:pt x="4703" y="7388"/>
                      <a:pt x="4732" y="7401"/>
                      <a:pt x="4754" y="7401"/>
                    </a:cubicBezTo>
                    <a:cubicBezTo>
                      <a:pt x="4778" y="7401"/>
                      <a:pt x="5037" y="7263"/>
                      <a:pt x="5089" y="7228"/>
                    </a:cubicBezTo>
                    <a:cubicBezTo>
                      <a:pt x="5140" y="7195"/>
                      <a:pt x="5180" y="7149"/>
                      <a:pt x="5164" y="7077"/>
                    </a:cubicBezTo>
                    <a:cubicBezTo>
                      <a:pt x="5148" y="7004"/>
                      <a:pt x="5066" y="6947"/>
                      <a:pt x="5054" y="6912"/>
                    </a:cubicBezTo>
                    <a:cubicBezTo>
                      <a:pt x="5043" y="6878"/>
                      <a:pt x="4948" y="6758"/>
                      <a:pt x="4929" y="6755"/>
                    </a:cubicBezTo>
                    <a:cubicBezTo>
                      <a:pt x="4912" y="6753"/>
                      <a:pt x="4885" y="6680"/>
                      <a:pt x="4856" y="6631"/>
                    </a:cubicBezTo>
                    <a:cubicBezTo>
                      <a:pt x="4827" y="6584"/>
                      <a:pt x="4812" y="6584"/>
                      <a:pt x="4799" y="6584"/>
                    </a:cubicBezTo>
                    <a:cubicBezTo>
                      <a:pt x="4786" y="6584"/>
                      <a:pt x="4779" y="6552"/>
                      <a:pt x="4780" y="6542"/>
                    </a:cubicBezTo>
                    <a:cubicBezTo>
                      <a:pt x="4783" y="6533"/>
                      <a:pt x="4756" y="6506"/>
                      <a:pt x="4743" y="6506"/>
                    </a:cubicBezTo>
                    <a:cubicBezTo>
                      <a:pt x="4729" y="6506"/>
                      <a:pt x="4718" y="6436"/>
                      <a:pt x="4706" y="6411"/>
                    </a:cubicBezTo>
                    <a:cubicBezTo>
                      <a:pt x="4694" y="6386"/>
                      <a:pt x="4641" y="6246"/>
                      <a:pt x="4635" y="6230"/>
                    </a:cubicBezTo>
                    <a:cubicBezTo>
                      <a:pt x="4633" y="6224"/>
                      <a:pt x="4630" y="6222"/>
                      <a:pt x="4627" y="6222"/>
                    </a:cubicBezTo>
                    <a:cubicBezTo>
                      <a:pt x="4622" y="6222"/>
                      <a:pt x="4617" y="6227"/>
                      <a:pt x="4617" y="6227"/>
                    </a:cubicBezTo>
                    <a:cubicBezTo>
                      <a:pt x="4617" y="6227"/>
                      <a:pt x="4585" y="6156"/>
                      <a:pt x="4568" y="6093"/>
                    </a:cubicBezTo>
                    <a:cubicBezTo>
                      <a:pt x="4549" y="6032"/>
                      <a:pt x="4476" y="5790"/>
                      <a:pt x="4399" y="5624"/>
                    </a:cubicBezTo>
                    <a:cubicBezTo>
                      <a:pt x="4320" y="5458"/>
                      <a:pt x="4182" y="5334"/>
                      <a:pt x="4116" y="5285"/>
                    </a:cubicBezTo>
                    <a:cubicBezTo>
                      <a:pt x="4049" y="5234"/>
                      <a:pt x="4029" y="5189"/>
                      <a:pt x="3979" y="5103"/>
                    </a:cubicBezTo>
                    <a:cubicBezTo>
                      <a:pt x="3930" y="5015"/>
                      <a:pt x="3963" y="4988"/>
                      <a:pt x="3963" y="4988"/>
                    </a:cubicBezTo>
                    <a:cubicBezTo>
                      <a:pt x="3963" y="4988"/>
                      <a:pt x="4007" y="4988"/>
                      <a:pt x="4016" y="4979"/>
                    </a:cubicBezTo>
                    <a:cubicBezTo>
                      <a:pt x="4024" y="4970"/>
                      <a:pt x="4016" y="4954"/>
                      <a:pt x="4033" y="4910"/>
                    </a:cubicBezTo>
                    <a:cubicBezTo>
                      <a:pt x="4052" y="4867"/>
                      <a:pt x="4109" y="4865"/>
                      <a:pt x="4113" y="4842"/>
                    </a:cubicBezTo>
                    <a:cubicBezTo>
                      <a:pt x="4118" y="4820"/>
                      <a:pt x="4081" y="4514"/>
                      <a:pt x="4068" y="4437"/>
                    </a:cubicBezTo>
                    <a:cubicBezTo>
                      <a:pt x="4055" y="4360"/>
                      <a:pt x="4027" y="4175"/>
                      <a:pt x="4020" y="4152"/>
                    </a:cubicBezTo>
                    <a:cubicBezTo>
                      <a:pt x="4013" y="4130"/>
                      <a:pt x="4003" y="4054"/>
                      <a:pt x="4008" y="4015"/>
                    </a:cubicBezTo>
                    <a:cubicBezTo>
                      <a:pt x="4016" y="3977"/>
                      <a:pt x="3984" y="3827"/>
                      <a:pt x="3984" y="3827"/>
                    </a:cubicBezTo>
                    <a:cubicBezTo>
                      <a:pt x="3984" y="3827"/>
                      <a:pt x="3956" y="3748"/>
                      <a:pt x="3970" y="3715"/>
                    </a:cubicBezTo>
                    <a:cubicBezTo>
                      <a:pt x="3984" y="3680"/>
                      <a:pt x="3984" y="3534"/>
                      <a:pt x="3984" y="3502"/>
                    </a:cubicBezTo>
                    <a:cubicBezTo>
                      <a:pt x="3984" y="3471"/>
                      <a:pt x="4004" y="3412"/>
                      <a:pt x="4024" y="3345"/>
                    </a:cubicBezTo>
                    <a:cubicBezTo>
                      <a:pt x="4045" y="3279"/>
                      <a:pt x="4107" y="3162"/>
                      <a:pt x="4107" y="3162"/>
                    </a:cubicBezTo>
                    <a:lnTo>
                      <a:pt x="4125" y="3162"/>
                    </a:lnTo>
                    <a:cubicBezTo>
                      <a:pt x="4125" y="3162"/>
                      <a:pt x="4137" y="3113"/>
                      <a:pt x="4154" y="3093"/>
                    </a:cubicBezTo>
                    <a:cubicBezTo>
                      <a:pt x="4173" y="3072"/>
                      <a:pt x="4189" y="2903"/>
                      <a:pt x="4205" y="2867"/>
                    </a:cubicBezTo>
                    <a:cubicBezTo>
                      <a:pt x="4221" y="2830"/>
                      <a:pt x="4193" y="2743"/>
                      <a:pt x="4193" y="2743"/>
                    </a:cubicBezTo>
                    <a:cubicBezTo>
                      <a:pt x="4193" y="2743"/>
                      <a:pt x="4185" y="2689"/>
                      <a:pt x="4177" y="2637"/>
                    </a:cubicBezTo>
                    <a:cubicBezTo>
                      <a:pt x="4170" y="2584"/>
                      <a:pt x="4129" y="2443"/>
                      <a:pt x="4116" y="2411"/>
                    </a:cubicBezTo>
                    <a:cubicBezTo>
                      <a:pt x="4102" y="2379"/>
                      <a:pt x="4040" y="2201"/>
                      <a:pt x="4023" y="2133"/>
                    </a:cubicBezTo>
                    <a:cubicBezTo>
                      <a:pt x="4004" y="2064"/>
                      <a:pt x="3931" y="1910"/>
                      <a:pt x="3918" y="1881"/>
                    </a:cubicBezTo>
                    <a:cubicBezTo>
                      <a:pt x="3903" y="1850"/>
                      <a:pt x="3799" y="1567"/>
                      <a:pt x="3730" y="1441"/>
                    </a:cubicBezTo>
                    <a:cubicBezTo>
                      <a:pt x="3663" y="1312"/>
                      <a:pt x="3469" y="1180"/>
                      <a:pt x="3475" y="1180"/>
                    </a:cubicBezTo>
                    <a:cubicBezTo>
                      <a:pt x="3483" y="1180"/>
                      <a:pt x="3475" y="1164"/>
                      <a:pt x="3466" y="1146"/>
                    </a:cubicBezTo>
                    <a:cubicBezTo>
                      <a:pt x="3458" y="1127"/>
                      <a:pt x="3348" y="1094"/>
                      <a:pt x="3308" y="1069"/>
                    </a:cubicBezTo>
                    <a:cubicBezTo>
                      <a:pt x="3265" y="1044"/>
                      <a:pt x="3075" y="1008"/>
                      <a:pt x="3075" y="1008"/>
                    </a:cubicBezTo>
                    <a:lnTo>
                      <a:pt x="3070" y="1008"/>
                    </a:lnTo>
                    <a:cubicBezTo>
                      <a:pt x="3083" y="1001"/>
                      <a:pt x="3066" y="937"/>
                      <a:pt x="3050" y="921"/>
                    </a:cubicBezTo>
                    <a:cubicBezTo>
                      <a:pt x="3034" y="905"/>
                      <a:pt x="3050" y="859"/>
                      <a:pt x="3062" y="848"/>
                    </a:cubicBezTo>
                    <a:cubicBezTo>
                      <a:pt x="3073" y="836"/>
                      <a:pt x="3086" y="819"/>
                      <a:pt x="3086" y="794"/>
                    </a:cubicBezTo>
                    <a:cubicBezTo>
                      <a:pt x="3086" y="768"/>
                      <a:pt x="3095" y="714"/>
                      <a:pt x="3095" y="714"/>
                    </a:cubicBezTo>
                    <a:cubicBezTo>
                      <a:pt x="3095" y="714"/>
                      <a:pt x="3118" y="709"/>
                      <a:pt x="3139" y="679"/>
                    </a:cubicBezTo>
                    <a:cubicBezTo>
                      <a:pt x="3159" y="650"/>
                      <a:pt x="3099" y="581"/>
                      <a:pt x="3083" y="552"/>
                    </a:cubicBezTo>
                    <a:cubicBezTo>
                      <a:pt x="3067" y="521"/>
                      <a:pt x="3073" y="500"/>
                      <a:pt x="3089" y="484"/>
                    </a:cubicBezTo>
                    <a:cubicBezTo>
                      <a:pt x="3104" y="468"/>
                      <a:pt x="3098" y="396"/>
                      <a:pt x="3079" y="360"/>
                    </a:cubicBezTo>
                    <a:cubicBezTo>
                      <a:pt x="3062" y="323"/>
                      <a:pt x="3037" y="271"/>
                      <a:pt x="3063" y="271"/>
                    </a:cubicBezTo>
                    <a:cubicBezTo>
                      <a:pt x="3091" y="271"/>
                      <a:pt x="3098" y="224"/>
                      <a:pt x="3114" y="192"/>
                    </a:cubicBezTo>
                    <a:cubicBezTo>
                      <a:pt x="3130" y="160"/>
                      <a:pt x="2997" y="36"/>
                      <a:pt x="2906" y="9"/>
                    </a:cubicBezTo>
                    <a:cubicBezTo>
                      <a:pt x="2888" y="3"/>
                      <a:pt x="2866" y="1"/>
                      <a:pt x="284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4"/>
              <p:cNvSpPr/>
              <p:nvPr/>
            </p:nvSpPr>
            <p:spPr>
              <a:xfrm>
                <a:off x="4467560" y="1867823"/>
                <a:ext cx="98810" cy="103149"/>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35"/>
          <p:cNvSpPr/>
          <p:nvPr/>
        </p:nvSpPr>
        <p:spPr>
          <a:xfrm>
            <a:off x="3869550" y="3551799"/>
            <a:ext cx="1405245" cy="737893"/>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chemeClr val="lt1"/>
              </a:solidFill>
              <a:latin typeface="Bevan"/>
              <a:ea typeface="Bevan"/>
              <a:cs typeface="Bevan"/>
              <a:sym typeface="Bevan"/>
            </a:endParaRPr>
          </a:p>
        </p:txBody>
      </p:sp>
      <p:sp>
        <p:nvSpPr>
          <p:cNvPr id="654" name="Google Shape;654;p35"/>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sp>
        <p:nvSpPr>
          <p:cNvPr id="655" name="Google Shape;655;p35"/>
          <p:cNvSpPr txBox="1"/>
          <p:nvPr/>
        </p:nvSpPr>
        <p:spPr>
          <a:xfrm>
            <a:off x="3617125" y="1230186"/>
            <a:ext cx="1910100" cy="440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INSTRUCTORS</a:t>
            </a:r>
            <a:endParaRPr sz="2000">
              <a:solidFill>
                <a:schemeClr val="dk2"/>
              </a:solidFill>
              <a:latin typeface="Dosis SemiBold"/>
              <a:ea typeface="Dosis SemiBold"/>
              <a:cs typeface="Dosis SemiBold"/>
              <a:sym typeface="Dosis SemiBold"/>
            </a:endParaRPr>
          </a:p>
        </p:txBody>
      </p:sp>
      <p:sp>
        <p:nvSpPr>
          <p:cNvPr id="656" name="Google Shape;656;p35"/>
          <p:cNvSpPr txBox="1"/>
          <p:nvPr/>
        </p:nvSpPr>
        <p:spPr>
          <a:xfrm>
            <a:off x="3444475" y="1924500"/>
            <a:ext cx="2255400" cy="11553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Mercury is the closest planet to the Sun and the smallest one in the entire Solar System</a:t>
            </a:r>
            <a:endParaRPr sz="1600">
              <a:solidFill>
                <a:schemeClr val="lt1"/>
              </a:solidFill>
              <a:latin typeface="Dosis"/>
              <a:ea typeface="Dosis"/>
              <a:cs typeface="Dosis"/>
              <a:sym typeface="Dosis"/>
            </a:endParaRPr>
          </a:p>
        </p:txBody>
      </p:sp>
      <p:cxnSp>
        <p:nvCxnSpPr>
          <p:cNvPr id="657" name="Google Shape;657;p35"/>
          <p:cNvCxnSpPr>
            <a:stCxn id="655" idx="1"/>
            <a:endCxn id="658" idx="3"/>
          </p:cNvCxnSpPr>
          <p:nvPr/>
        </p:nvCxnSpPr>
        <p:spPr>
          <a:xfrm flipH="1">
            <a:off x="2721925" y="1450236"/>
            <a:ext cx="895200" cy="600"/>
          </a:xfrm>
          <a:prstGeom prst="bentConnector3">
            <a:avLst>
              <a:gd fmla="val 49999" name="adj1"/>
            </a:avLst>
          </a:prstGeom>
          <a:noFill/>
          <a:ln cap="flat" cmpd="sng" w="28575">
            <a:solidFill>
              <a:schemeClr val="lt1"/>
            </a:solidFill>
            <a:prstDash val="solid"/>
            <a:round/>
            <a:headEnd len="sm" w="sm" type="none"/>
            <a:tailEnd len="sm" w="sm" type="none"/>
          </a:ln>
        </p:spPr>
      </p:cxnSp>
      <p:cxnSp>
        <p:nvCxnSpPr>
          <p:cNvPr id="659" name="Google Shape;659;p35"/>
          <p:cNvCxnSpPr>
            <a:stCxn id="655" idx="3"/>
            <a:endCxn id="660" idx="1"/>
          </p:cNvCxnSpPr>
          <p:nvPr/>
        </p:nvCxnSpPr>
        <p:spPr>
          <a:xfrm>
            <a:off x="5527225" y="1450236"/>
            <a:ext cx="895200" cy="600"/>
          </a:xfrm>
          <a:prstGeom prst="bentConnector3">
            <a:avLst>
              <a:gd fmla="val 49998" name="adj1"/>
            </a:avLst>
          </a:prstGeom>
          <a:noFill/>
          <a:ln cap="flat" cmpd="sng" w="28575">
            <a:solidFill>
              <a:schemeClr val="lt1"/>
            </a:solidFill>
            <a:prstDash val="solid"/>
            <a:round/>
            <a:headEnd len="sm" w="sm" type="none"/>
            <a:tailEnd len="sm" w="sm" type="none"/>
          </a:ln>
        </p:spPr>
      </p:cxnSp>
      <p:grpSp>
        <p:nvGrpSpPr>
          <p:cNvPr id="661" name="Google Shape;661;p35"/>
          <p:cNvGrpSpPr/>
          <p:nvPr/>
        </p:nvGrpSpPr>
        <p:grpSpPr>
          <a:xfrm>
            <a:off x="6422349" y="1230170"/>
            <a:ext cx="1910150" cy="3279838"/>
            <a:chOff x="6422349" y="1230170"/>
            <a:chExt cx="1910150" cy="3279838"/>
          </a:xfrm>
        </p:grpSpPr>
        <p:sp>
          <p:nvSpPr>
            <p:cNvPr id="662" name="Google Shape;662;p35"/>
            <p:cNvSpPr txBox="1"/>
            <p:nvPr/>
          </p:nvSpPr>
          <p:spPr>
            <a:xfrm>
              <a:off x="6422349" y="4069908"/>
              <a:ext cx="1910100" cy="440100"/>
            </a:xfrm>
            <a:prstGeom prst="rect">
              <a:avLst/>
            </a:prstGeom>
            <a:solidFill>
              <a:schemeClr val="accent5"/>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Corey Love</a:t>
              </a:r>
              <a:endParaRPr sz="1600">
                <a:solidFill>
                  <a:schemeClr val="lt1"/>
                </a:solidFill>
                <a:latin typeface="Dosis"/>
                <a:ea typeface="Dosis"/>
                <a:cs typeface="Dosis"/>
                <a:sym typeface="Dosis"/>
              </a:endParaRPr>
            </a:p>
          </p:txBody>
        </p:sp>
        <p:sp>
          <p:nvSpPr>
            <p:cNvPr id="663" name="Google Shape;663;p35"/>
            <p:cNvSpPr txBox="1"/>
            <p:nvPr/>
          </p:nvSpPr>
          <p:spPr>
            <a:xfrm>
              <a:off x="6422399" y="3354777"/>
              <a:ext cx="1910100" cy="440100"/>
            </a:xfrm>
            <a:prstGeom prst="rect">
              <a:avLst/>
            </a:prstGeom>
            <a:solidFill>
              <a:schemeClr val="accent5"/>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Rose Christine</a:t>
              </a:r>
              <a:endParaRPr sz="1600">
                <a:solidFill>
                  <a:schemeClr val="lt1"/>
                </a:solidFill>
                <a:latin typeface="Dosis"/>
                <a:ea typeface="Dosis"/>
                <a:cs typeface="Dosis"/>
                <a:sym typeface="Dosis"/>
              </a:endParaRPr>
            </a:p>
          </p:txBody>
        </p:sp>
        <p:sp>
          <p:nvSpPr>
            <p:cNvPr id="664" name="Google Shape;664;p35"/>
            <p:cNvSpPr txBox="1"/>
            <p:nvPr/>
          </p:nvSpPr>
          <p:spPr>
            <a:xfrm>
              <a:off x="6422389" y="1924508"/>
              <a:ext cx="1910100" cy="440100"/>
            </a:xfrm>
            <a:prstGeom prst="rect">
              <a:avLst/>
            </a:prstGeom>
            <a:solidFill>
              <a:schemeClr val="accent5"/>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Judy M. Graff</a:t>
              </a:r>
              <a:endParaRPr sz="1600">
                <a:solidFill>
                  <a:schemeClr val="lt1"/>
                </a:solidFill>
                <a:latin typeface="Dosis"/>
                <a:ea typeface="Dosis"/>
                <a:cs typeface="Dosis"/>
                <a:sym typeface="Dosis"/>
              </a:endParaRPr>
            </a:p>
          </p:txBody>
        </p:sp>
        <p:sp>
          <p:nvSpPr>
            <p:cNvPr id="665" name="Google Shape;665;p35"/>
            <p:cNvSpPr txBox="1"/>
            <p:nvPr/>
          </p:nvSpPr>
          <p:spPr>
            <a:xfrm>
              <a:off x="6422389" y="2639636"/>
              <a:ext cx="1910100" cy="440100"/>
            </a:xfrm>
            <a:prstGeom prst="rect">
              <a:avLst/>
            </a:prstGeom>
            <a:solidFill>
              <a:schemeClr val="accent5"/>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Benjamin S. Romero</a:t>
              </a:r>
              <a:endParaRPr sz="1600">
                <a:solidFill>
                  <a:schemeClr val="lt1"/>
                </a:solidFill>
                <a:latin typeface="Dosis"/>
                <a:ea typeface="Dosis"/>
                <a:cs typeface="Dosis"/>
                <a:sym typeface="Dosis"/>
              </a:endParaRPr>
            </a:p>
          </p:txBody>
        </p:sp>
        <p:sp>
          <p:nvSpPr>
            <p:cNvPr id="660" name="Google Shape;660;p35"/>
            <p:cNvSpPr txBox="1"/>
            <p:nvPr/>
          </p:nvSpPr>
          <p:spPr>
            <a:xfrm>
              <a:off x="6422389" y="1230170"/>
              <a:ext cx="1910100" cy="440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accent5"/>
                  </a:solidFill>
                  <a:latin typeface="Dosis SemiBold"/>
                  <a:ea typeface="Dosis SemiBold"/>
                  <a:cs typeface="Dosis SemiBold"/>
                  <a:sym typeface="Dosis SemiBold"/>
                </a:rPr>
                <a:t>TEAM  B</a:t>
              </a:r>
              <a:endParaRPr sz="2000">
                <a:solidFill>
                  <a:schemeClr val="accent5"/>
                </a:solidFill>
                <a:latin typeface="Dosis SemiBold"/>
                <a:ea typeface="Dosis SemiBold"/>
                <a:cs typeface="Dosis SemiBold"/>
                <a:sym typeface="Dosis SemiBold"/>
              </a:endParaRPr>
            </a:p>
          </p:txBody>
        </p:sp>
      </p:grpSp>
      <p:grpSp>
        <p:nvGrpSpPr>
          <p:cNvPr id="666" name="Google Shape;666;p35"/>
          <p:cNvGrpSpPr/>
          <p:nvPr/>
        </p:nvGrpSpPr>
        <p:grpSpPr>
          <a:xfrm>
            <a:off x="811824" y="1230170"/>
            <a:ext cx="1910140" cy="3279847"/>
            <a:chOff x="811824" y="1230170"/>
            <a:chExt cx="1910140" cy="3279847"/>
          </a:xfrm>
        </p:grpSpPr>
        <p:grpSp>
          <p:nvGrpSpPr>
            <p:cNvPr id="667" name="Google Shape;667;p35"/>
            <p:cNvGrpSpPr/>
            <p:nvPr/>
          </p:nvGrpSpPr>
          <p:grpSpPr>
            <a:xfrm>
              <a:off x="811824" y="1924508"/>
              <a:ext cx="1910140" cy="2585510"/>
              <a:chOff x="811824" y="1924508"/>
              <a:chExt cx="1910140" cy="2585510"/>
            </a:xfrm>
          </p:grpSpPr>
          <p:sp>
            <p:nvSpPr>
              <p:cNvPr id="668" name="Google Shape;668;p35"/>
              <p:cNvSpPr txBox="1"/>
              <p:nvPr/>
            </p:nvSpPr>
            <p:spPr>
              <a:xfrm>
                <a:off x="811824" y="2639636"/>
                <a:ext cx="1910100" cy="440100"/>
              </a:xfrm>
              <a:prstGeom prst="rect">
                <a:avLst/>
              </a:prstGeom>
              <a:solidFill>
                <a:schemeClr val="dk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Charles J. Johnson</a:t>
                </a:r>
                <a:endParaRPr sz="1600">
                  <a:solidFill>
                    <a:schemeClr val="lt1"/>
                  </a:solidFill>
                  <a:latin typeface="Dosis"/>
                  <a:ea typeface="Dosis"/>
                  <a:cs typeface="Dosis"/>
                  <a:sym typeface="Dosis"/>
                </a:endParaRPr>
              </a:p>
            </p:txBody>
          </p:sp>
          <p:sp>
            <p:nvSpPr>
              <p:cNvPr id="669" name="Google Shape;669;p35"/>
              <p:cNvSpPr txBox="1"/>
              <p:nvPr/>
            </p:nvSpPr>
            <p:spPr>
              <a:xfrm>
                <a:off x="811824" y="4069917"/>
                <a:ext cx="1910100" cy="440100"/>
              </a:xfrm>
              <a:prstGeom prst="rect">
                <a:avLst/>
              </a:prstGeom>
              <a:solidFill>
                <a:schemeClr val="dk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Virginia J. Miles</a:t>
                </a:r>
                <a:endParaRPr sz="1600">
                  <a:solidFill>
                    <a:schemeClr val="lt1"/>
                  </a:solidFill>
                  <a:latin typeface="Dosis"/>
                  <a:ea typeface="Dosis"/>
                  <a:cs typeface="Dosis"/>
                  <a:sym typeface="Dosis"/>
                </a:endParaRPr>
              </a:p>
            </p:txBody>
          </p:sp>
          <p:sp>
            <p:nvSpPr>
              <p:cNvPr id="670" name="Google Shape;670;p35"/>
              <p:cNvSpPr txBox="1"/>
              <p:nvPr/>
            </p:nvSpPr>
            <p:spPr>
              <a:xfrm>
                <a:off x="811864" y="3354777"/>
                <a:ext cx="1910100" cy="440100"/>
              </a:xfrm>
              <a:prstGeom prst="rect">
                <a:avLst/>
              </a:prstGeom>
              <a:solidFill>
                <a:schemeClr val="dk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Crystal J. Alvarez</a:t>
                </a:r>
                <a:endParaRPr sz="1600">
                  <a:solidFill>
                    <a:schemeClr val="lt1"/>
                  </a:solidFill>
                  <a:latin typeface="Dosis"/>
                  <a:ea typeface="Dosis"/>
                  <a:cs typeface="Dosis"/>
                  <a:sym typeface="Dosis"/>
                </a:endParaRPr>
              </a:p>
            </p:txBody>
          </p:sp>
          <p:sp>
            <p:nvSpPr>
              <p:cNvPr id="671" name="Google Shape;671;p35"/>
              <p:cNvSpPr txBox="1"/>
              <p:nvPr/>
            </p:nvSpPr>
            <p:spPr>
              <a:xfrm>
                <a:off x="811839" y="1924508"/>
                <a:ext cx="1910100" cy="440100"/>
              </a:xfrm>
              <a:prstGeom prst="rect">
                <a:avLst/>
              </a:prstGeom>
              <a:solidFill>
                <a:schemeClr val="dk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Irma R. Kennedy</a:t>
                </a:r>
                <a:endParaRPr sz="1600">
                  <a:solidFill>
                    <a:schemeClr val="lt1"/>
                  </a:solidFill>
                  <a:latin typeface="Dosis"/>
                  <a:ea typeface="Dosis"/>
                  <a:cs typeface="Dosis"/>
                  <a:sym typeface="Dosis"/>
                </a:endParaRPr>
              </a:p>
            </p:txBody>
          </p:sp>
        </p:grpSp>
        <p:sp>
          <p:nvSpPr>
            <p:cNvPr id="658" name="Google Shape;658;p35"/>
            <p:cNvSpPr txBox="1"/>
            <p:nvPr/>
          </p:nvSpPr>
          <p:spPr>
            <a:xfrm>
              <a:off x="811839" y="1230170"/>
              <a:ext cx="1910100" cy="440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TEAM A</a:t>
              </a:r>
              <a:endParaRPr sz="2000">
                <a:solidFill>
                  <a:schemeClr val="dk2"/>
                </a:solidFill>
                <a:latin typeface="Dosis SemiBold"/>
                <a:ea typeface="Dosis SemiBold"/>
                <a:cs typeface="Dosis SemiBold"/>
                <a:sym typeface="Dosis SemiBold"/>
              </a:endParaRPr>
            </a:p>
          </p:txBody>
        </p:sp>
      </p:grpSp>
      <p:cxnSp>
        <p:nvCxnSpPr>
          <p:cNvPr id="672" name="Google Shape;672;p35"/>
          <p:cNvCxnSpPr>
            <a:stCxn id="655" idx="2"/>
            <a:endCxn id="656" idx="0"/>
          </p:cNvCxnSpPr>
          <p:nvPr/>
        </p:nvCxnSpPr>
        <p:spPr>
          <a:xfrm>
            <a:off x="4572175" y="1670286"/>
            <a:ext cx="0" cy="254100"/>
          </a:xfrm>
          <a:prstGeom prst="straightConnector1">
            <a:avLst/>
          </a:prstGeom>
          <a:noFill/>
          <a:ln cap="flat" cmpd="sng" w="28575">
            <a:solidFill>
              <a:schemeClr val="lt1"/>
            </a:solidFill>
            <a:prstDash val="solid"/>
            <a:round/>
            <a:headEnd len="sm" w="sm" type="none"/>
            <a:tailEnd len="sm" w="sm" type="none"/>
          </a:ln>
        </p:spPr>
      </p:cxnSp>
      <p:grpSp>
        <p:nvGrpSpPr>
          <p:cNvPr id="673" name="Google Shape;673;p35"/>
          <p:cNvGrpSpPr/>
          <p:nvPr/>
        </p:nvGrpSpPr>
        <p:grpSpPr>
          <a:xfrm>
            <a:off x="4263030" y="3630030"/>
            <a:ext cx="618300" cy="584857"/>
            <a:chOff x="4046738" y="977938"/>
            <a:chExt cx="562500" cy="532075"/>
          </a:xfrm>
        </p:grpSpPr>
        <p:sp>
          <p:nvSpPr>
            <p:cNvPr id="674" name="Google Shape;674;p35"/>
            <p:cNvSpPr/>
            <p:nvPr/>
          </p:nvSpPr>
          <p:spPr>
            <a:xfrm>
              <a:off x="4227913" y="1144588"/>
              <a:ext cx="80000" cy="77050"/>
            </a:xfrm>
            <a:custGeom>
              <a:rect b="b" l="l" r="r" t="t"/>
              <a:pathLst>
                <a:path extrusionOk="0" h="3082" w="3200">
                  <a:moveTo>
                    <a:pt x="3199" y="0"/>
                  </a:moveTo>
                  <a:lnTo>
                    <a:pt x="3199" y="0"/>
                  </a:lnTo>
                  <a:cubicBezTo>
                    <a:pt x="3125" y="8"/>
                    <a:pt x="3048" y="12"/>
                    <a:pt x="2976" y="22"/>
                  </a:cubicBezTo>
                  <a:cubicBezTo>
                    <a:pt x="1947" y="130"/>
                    <a:pt x="943" y="402"/>
                    <a:pt x="1" y="825"/>
                  </a:cubicBezTo>
                  <a:cubicBezTo>
                    <a:pt x="51" y="1649"/>
                    <a:pt x="359" y="2437"/>
                    <a:pt x="878" y="3081"/>
                  </a:cubicBezTo>
                  <a:cubicBezTo>
                    <a:pt x="2279" y="2471"/>
                    <a:pt x="3178" y="1286"/>
                    <a:pt x="31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35"/>
            <p:cNvSpPr/>
            <p:nvPr/>
          </p:nvSpPr>
          <p:spPr>
            <a:xfrm>
              <a:off x="4359013" y="1142713"/>
              <a:ext cx="54675" cy="111525"/>
            </a:xfrm>
            <a:custGeom>
              <a:rect b="b" l="l" r="r" t="t"/>
              <a:pathLst>
                <a:path extrusionOk="0" h="4461" w="2187">
                  <a:moveTo>
                    <a:pt x="505" y="1"/>
                  </a:moveTo>
                  <a:lnTo>
                    <a:pt x="505" y="1"/>
                  </a:lnTo>
                  <a:cubicBezTo>
                    <a:pt x="522" y="263"/>
                    <a:pt x="531" y="537"/>
                    <a:pt x="531" y="820"/>
                  </a:cubicBezTo>
                  <a:cubicBezTo>
                    <a:pt x="555" y="2055"/>
                    <a:pt x="375" y="3283"/>
                    <a:pt x="0" y="4461"/>
                  </a:cubicBezTo>
                  <a:cubicBezTo>
                    <a:pt x="913" y="4160"/>
                    <a:pt x="1687" y="3545"/>
                    <a:pt x="2187" y="2726"/>
                  </a:cubicBezTo>
                  <a:cubicBezTo>
                    <a:pt x="1541" y="1986"/>
                    <a:pt x="1182" y="1037"/>
                    <a:pt x="1180" y="54"/>
                  </a:cubicBezTo>
                  <a:cubicBezTo>
                    <a:pt x="957" y="32"/>
                    <a:pt x="736" y="13"/>
                    <a:pt x="5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35"/>
            <p:cNvSpPr/>
            <p:nvPr/>
          </p:nvSpPr>
          <p:spPr>
            <a:xfrm>
              <a:off x="4409113" y="1106088"/>
              <a:ext cx="14725" cy="22675"/>
            </a:xfrm>
            <a:custGeom>
              <a:rect b="b" l="l" r="r" t="t"/>
              <a:pathLst>
                <a:path extrusionOk="0" h="907" w="589">
                  <a:moveTo>
                    <a:pt x="171" y="0"/>
                  </a:moveTo>
                  <a:cubicBezTo>
                    <a:pt x="87" y="262"/>
                    <a:pt x="29" y="534"/>
                    <a:pt x="0" y="808"/>
                  </a:cubicBezTo>
                  <a:cubicBezTo>
                    <a:pt x="202" y="839"/>
                    <a:pt x="397" y="868"/>
                    <a:pt x="589" y="906"/>
                  </a:cubicBezTo>
                  <a:cubicBezTo>
                    <a:pt x="488" y="586"/>
                    <a:pt x="346" y="284"/>
                    <a:pt x="17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35"/>
            <p:cNvSpPr/>
            <p:nvPr/>
          </p:nvSpPr>
          <p:spPr>
            <a:xfrm>
              <a:off x="4228938" y="1076813"/>
              <a:ext cx="76325" cy="65875"/>
            </a:xfrm>
            <a:custGeom>
              <a:rect b="b" l="l" r="r" t="t"/>
              <a:pathLst>
                <a:path extrusionOk="0" h="2635" w="3053">
                  <a:moveTo>
                    <a:pt x="1647" y="1"/>
                  </a:moveTo>
                  <a:cubicBezTo>
                    <a:pt x="767" y="623"/>
                    <a:pt x="174" y="1572"/>
                    <a:pt x="1" y="2635"/>
                  </a:cubicBezTo>
                  <a:cubicBezTo>
                    <a:pt x="909" y="2281"/>
                    <a:pt x="1861" y="2043"/>
                    <a:pt x="2831" y="1935"/>
                  </a:cubicBezTo>
                  <a:cubicBezTo>
                    <a:pt x="2906" y="1926"/>
                    <a:pt x="2980" y="1921"/>
                    <a:pt x="3053" y="1914"/>
                  </a:cubicBezTo>
                  <a:cubicBezTo>
                    <a:pt x="2822" y="1133"/>
                    <a:pt x="2324" y="455"/>
                    <a:pt x="164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35"/>
            <p:cNvSpPr/>
            <p:nvPr/>
          </p:nvSpPr>
          <p:spPr>
            <a:xfrm>
              <a:off x="4408688" y="1146513"/>
              <a:ext cx="19725" cy="44350"/>
            </a:xfrm>
            <a:custGeom>
              <a:rect b="b" l="l" r="r" t="t"/>
              <a:pathLst>
                <a:path extrusionOk="0" h="1774" w="789">
                  <a:moveTo>
                    <a:pt x="0" y="0"/>
                  </a:moveTo>
                  <a:lnTo>
                    <a:pt x="0" y="0"/>
                  </a:lnTo>
                  <a:cubicBezTo>
                    <a:pt x="29" y="632"/>
                    <a:pt x="229" y="1245"/>
                    <a:pt x="575" y="1774"/>
                  </a:cubicBezTo>
                  <a:cubicBezTo>
                    <a:pt x="717" y="1360"/>
                    <a:pt x="789" y="928"/>
                    <a:pt x="789" y="491"/>
                  </a:cubicBezTo>
                  <a:cubicBezTo>
                    <a:pt x="789" y="373"/>
                    <a:pt x="781" y="260"/>
                    <a:pt x="772" y="144"/>
                  </a:cubicBezTo>
                  <a:cubicBezTo>
                    <a:pt x="524" y="89"/>
                    <a:pt x="265" y="4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35"/>
            <p:cNvSpPr/>
            <p:nvPr/>
          </p:nvSpPr>
          <p:spPr>
            <a:xfrm>
              <a:off x="4289138" y="1058313"/>
              <a:ext cx="60575" cy="64550"/>
            </a:xfrm>
            <a:custGeom>
              <a:rect b="b" l="l" r="r" t="t"/>
              <a:pathLst>
                <a:path extrusionOk="0" h="2582" w="2423">
                  <a:moveTo>
                    <a:pt x="1553" y="1"/>
                  </a:moveTo>
                  <a:cubicBezTo>
                    <a:pt x="1019" y="1"/>
                    <a:pt x="491" y="107"/>
                    <a:pt x="1" y="313"/>
                  </a:cubicBezTo>
                  <a:cubicBezTo>
                    <a:pt x="721" y="887"/>
                    <a:pt x="1231" y="1685"/>
                    <a:pt x="1452" y="2582"/>
                  </a:cubicBezTo>
                  <a:cubicBezTo>
                    <a:pt x="1772" y="2562"/>
                    <a:pt x="2096" y="2550"/>
                    <a:pt x="2423" y="2550"/>
                  </a:cubicBezTo>
                  <a:cubicBezTo>
                    <a:pt x="2281" y="1423"/>
                    <a:pt x="1983" y="467"/>
                    <a:pt x="1627" y="3"/>
                  </a:cubicBezTo>
                  <a:cubicBezTo>
                    <a:pt x="1601" y="3"/>
                    <a:pt x="1579" y="1"/>
                    <a:pt x="155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35"/>
            <p:cNvSpPr/>
            <p:nvPr/>
          </p:nvSpPr>
          <p:spPr>
            <a:xfrm>
              <a:off x="4355038" y="1062113"/>
              <a:ext cx="44000" cy="61900"/>
            </a:xfrm>
            <a:custGeom>
              <a:rect b="b" l="l" r="r" t="t"/>
              <a:pathLst>
                <a:path extrusionOk="0" h="2476" w="1760">
                  <a:moveTo>
                    <a:pt x="1" y="0"/>
                  </a:moveTo>
                  <a:lnTo>
                    <a:pt x="1" y="0"/>
                  </a:lnTo>
                  <a:cubicBezTo>
                    <a:pt x="320" y="772"/>
                    <a:pt x="520" y="1589"/>
                    <a:pt x="597" y="2420"/>
                  </a:cubicBezTo>
                  <a:cubicBezTo>
                    <a:pt x="858" y="2432"/>
                    <a:pt x="1116" y="2451"/>
                    <a:pt x="1368" y="2475"/>
                  </a:cubicBezTo>
                  <a:cubicBezTo>
                    <a:pt x="1418" y="1973"/>
                    <a:pt x="1553" y="1485"/>
                    <a:pt x="1760" y="1029"/>
                  </a:cubicBezTo>
                  <a:cubicBezTo>
                    <a:pt x="1272" y="541"/>
                    <a:pt x="666" y="185"/>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35"/>
            <p:cNvSpPr/>
            <p:nvPr/>
          </p:nvSpPr>
          <p:spPr>
            <a:xfrm>
              <a:off x="4087538" y="1018113"/>
              <a:ext cx="480900" cy="311300"/>
            </a:xfrm>
            <a:custGeom>
              <a:rect b="b" l="l" r="r" t="t"/>
              <a:pathLst>
                <a:path extrusionOk="0" h="12452" w="19236">
                  <a:moveTo>
                    <a:pt x="2788" y="4822"/>
                  </a:moveTo>
                  <a:cubicBezTo>
                    <a:pt x="3009" y="4822"/>
                    <a:pt x="3189" y="5002"/>
                    <a:pt x="3189" y="5225"/>
                  </a:cubicBezTo>
                  <a:cubicBezTo>
                    <a:pt x="3189" y="5446"/>
                    <a:pt x="3009" y="5627"/>
                    <a:pt x="2788" y="5627"/>
                  </a:cubicBezTo>
                  <a:cubicBezTo>
                    <a:pt x="2567" y="5627"/>
                    <a:pt x="2386" y="5446"/>
                    <a:pt x="2386" y="5225"/>
                  </a:cubicBezTo>
                  <a:cubicBezTo>
                    <a:pt x="2386" y="5002"/>
                    <a:pt x="2567" y="4822"/>
                    <a:pt x="2788" y="4822"/>
                  </a:cubicBezTo>
                  <a:close/>
                  <a:moveTo>
                    <a:pt x="9617" y="804"/>
                  </a:moveTo>
                  <a:cubicBezTo>
                    <a:pt x="12279" y="804"/>
                    <a:pt x="14440" y="2964"/>
                    <a:pt x="14440" y="5627"/>
                  </a:cubicBezTo>
                  <a:cubicBezTo>
                    <a:pt x="14440" y="8289"/>
                    <a:pt x="12282" y="10447"/>
                    <a:pt x="9617" y="10447"/>
                  </a:cubicBezTo>
                  <a:cubicBezTo>
                    <a:pt x="6954" y="10447"/>
                    <a:pt x="4797" y="8289"/>
                    <a:pt x="4797" y="5627"/>
                  </a:cubicBezTo>
                  <a:cubicBezTo>
                    <a:pt x="4799" y="2964"/>
                    <a:pt x="6957" y="809"/>
                    <a:pt x="9617" y="804"/>
                  </a:cubicBezTo>
                  <a:close/>
                  <a:moveTo>
                    <a:pt x="2252" y="6378"/>
                  </a:moveTo>
                  <a:cubicBezTo>
                    <a:pt x="2300" y="6378"/>
                    <a:pt x="2349" y="6387"/>
                    <a:pt x="2396" y="6405"/>
                  </a:cubicBezTo>
                  <a:cubicBezTo>
                    <a:pt x="2603" y="6484"/>
                    <a:pt x="2706" y="6717"/>
                    <a:pt x="2627" y="6924"/>
                  </a:cubicBezTo>
                  <a:cubicBezTo>
                    <a:pt x="2153" y="8202"/>
                    <a:pt x="1848" y="9536"/>
                    <a:pt x="1714" y="10891"/>
                  </a:cubicBezTo>
                  <a:cubicBezTo>
                    <a:pt x="1692" y="11096"/>
                    <a:pt x="1521" y="11249"/>
                    <a:pt x="1315" y="11252"/>
                  </a:cubicBezTo>
                  <a:cubicBezTo>
                    <a:pt x="1300" y="11252"/>
                    <a:pt x="1286" y="11249"/>
                    <a:pt x="1271" y="11249"/>
                  </a:cubicBezTo>
                  <a:cubicBezTo>
                    <a:pt x="1053" y="11225"/>
                    <a:pt x="892" y="11026"/>
                    <a:pt x="916" y="10807"/>
                  </a:cubicBezTo>
                  <a:cubicBezTo>
                    <a:pt x="1055" y="9380"/>
                    <a:pt x="1380" y="7979"/>
                    <a:pt x="1877" y="6636"/>
                  </a:cubicBezTo>
                  <a:cubicBezTo>
                    <a:pt x="1938" y="6476"/>
                    <a:pt x="2091" y="6378"/>
                    <a:pt x="2252" y="6378"/>
                  </a:cubicBezTo>
                  <a:close/>
                  <a:moveTo>
                    <a:pt x="9617" y="0"/>
                  </a:moveTo>
                  <a:cubicBezTo>
                    <a:pt x="9230" y="0"/>
                    <a:pt x="8843" y="23"/>
                    <a:pt x="8459" y="68"/>
                  </a:cubicBezTo>
                  <a:cubicBezTo>
                    <a:pt x="3439" y="669"/>
                    <a:pt x="329" y="5107"/>
                    <a:pt x="5" y="12033"/>
                  </a:cubicBezTo>
                  <a:cubicBezTo>
                    <a:pt x="0" y="12165"/>
                    <a:pt x="60" y="12290"/>
                    <a:pt x="164" y="12369"/>
                  </a:cubicBezTo>
                  <a:cubicBezTo>
                    <a:pt x="234" y="12422"/>
                    <a:pt x="320" y="12449"/>
                    <a:pt x="407" y="12449"/>
                  </a:cubicBezTo>
                  <a:cubicBezTo>
                    <a:pt x="449" y="12449"/>
                    <a:pt x="492" y="12443"/>
                    <a:pt x="534" y="12429"/>
                  </a:cubicBezTo>
                  <a:cubicBezTo>
                    <a:pt x="1247" y="12191"/>
                    <a:pt x="1975" y="12002"/>
                    <a:pt x="2713" y="11860"/>
                  </a:cubicBezTo>
                  <a:lnTo>
                    <a:pt x="2728" y="11857"/>
                  </a:lnTo>
                  <a:cubicBezTo>
                    <a:pt x="4913" y="11453"/>
                    <a:pt x="7130" y="11251"/>
                    <a:pt x="9350" y="11251"/>
                  </a:cubicBezTo>
                  <a:cubicBezTo>
                    <a:pt x="9439" y="11251"/>
                    <a:pt x="9528" y="11251"/>
                    <a:pt x="9617" y="11252"/>
                  </a:cubicBezTo>
                  <a:cubicBezTo>
                    <a:pt x="13233" y="11252"/>
                    <a:pt x="16554" y="11692"/>
                    <a:pt x="18702" y="12429"/>
                  </a:cubicBezTo>
                  <a:cubicBezTo>
                    <a:pt x="18745" y="12444"/>
                    <a:pt x="18789" y="12451"/>
                    <a:pt x="18833" y="12451"/>
                  </a:cubicBezTo>
                  <a:cubicBezTo>
                    <a:pt x="18918" y="12451"/>
                    <a:pt x="19003" y="12424"/>
                    <a:pt x="19073" y="12372"/>
                  </a:cubicBezTo>
                  <a:cubicBezTo>
                    <a:pt x="19176" y="12292"/>
                    <a:pt x="19236" y="12167"/>
                    <a:pt x="19231" y="12035"/>
                  </a:cubicBezTo>
                  <a:cubicBezTo>
                    <a:pt x="18907" y="5110"/>
                    <a:pt x="15797" y="669"/>
                    <a:pt x="10775" y="68"/>
                  </a:cubicBezTo>
                  <a:cubicBezTo>
                    <a:pt x="10391" y="23"/>
                    <a:pt x="10004" y="0"/>
                    <a:pt x="9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35"/>
            <p:cNvSpPr/>
            <p:nvPr/>
          </p:nvSpPr>
          <p:spPr>
            <a:xfrm>
              <a:off x="4264813" y="1142113"/>
              <a:ext cx="88400" cy="117125"/>
            </a:xfrm>
            <a:custGeom>
              <a:rect b="b" l="l" r="r" t="t"/>
              <a:pathLst>
                <a:path extrusionOk="0" h="4685" w="3536">
                  <a:moveTo>
                    <a:pt x="3441" y="1"/>
                  </a:moveTo>
                  <a:cubicBezTo>
                    <a:pt x="3127" y="1"/>
                    <a:pt x="2824" y="13"/>
                    <a:pt x="2526" y="30"/>
                  </a:cubicBezTo>
                  <a:cubicBezTo>
                    <a:pt x="2526" y="37"/>
                    <a:pt x="2526" y="47"/>
                    <a:pt x="2526" y="56"/>
                  </a:cubicBezTo>
                  <a:cubicBezTo>
                    <a:pt x="2526" y="1592"/>
                    <a:pt x="1553" y="3002"/>
                    <a:pt x="0" y="3786"/>
                  </a:cubicBezTo>
                  <a:cubicBezTo>
                    <a:pt x="714" y="4367"/>
                    <a:pt x="1606" y="4684"/>
                    <a:pt x="2526" y="4684"/>
                  </a:cubicBezTo>
                  <a:cubicBezTo>
                    <a:pt x="2627" y="4684"/>
                    <a:pt x="2725" y="4677"/>
                    <a:pt x="2821" y="4670"/>
                  </a:cubicBezTo>
                  <a:cubicBezTo>
                    <a:pt x="2833" y="4646"/>
                    <a:pt x="2845" y="4629"/>
                    <a:pt x="2857" y="4605"/>
                  </a:cubicBezTo>
                  <a:cubicBezTo>
                    <a:pt x="3316" y="3406"/>
                    <a:pt x="3535" y="2128"/>
                    <a:pt x="3497" y="844"/>
                  </a:cubicBezTo>
                  <a:cubicBezTo>
                    <a:pt x="3497" y="556"/>
                    <a:pt x="3485" y="277"/>
                    <a:pt x="34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35"/>
            <p:cNvSpPr/>
            <p:nvPr/>
          </p:nvSpPr>
          <p:spPr>
            <a:xfrm>
              <a:off x="4307638" y="977938"/>
              <a:ext cx="40650" cy="21000"/>
            </a:xfrm>
            <a:custGeom>
              <a:rect b="b" l="l" r="r" t="t"/>
              <a:pathLst>
                <a:path extrusionOk="0" h="840" w="1626">
                  <a:moveTo>
                    <a:pt x="412" y="1"/>
                  </a:moveTo>
                  <a:cubicBezTo>
                    <a:pt x="179" y="17"/>
                    <a:pt x="1" y="214"/>
                    <a:pt x="10" y="448"/>
                  </a:cubicBezTo>
                  <a:lnTo>
                    <a:pt x="10" y="839"/>
                  </a:lnTo>
                  <a:cubicBezTo>
                    <a:pt x="278" y="819"/>
                    <a:pt x="546" y="809"/>
                    <a:pt x="814" y="809"/>
                  </a:cubicBezTo>
                  <a:cubicBezTo>
                    <a:pt x="1082" y="809"/>
                    <a:pt x="1350" y="819"/>
                    <a:pt x="1618" y="839"/>
                  </a:cubicBezTo>
                  <a:lnTo>
                    <a:pt x="1618" y="448"/>
                  </a:lnTo>
                  <a:cubicBezTo>
                    <a:pt x="1625" y="214"/>
                    <a:pt x="1447" y="17"/>
                    <a:pt x="121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5"/>
            <p:cNvSpPr/>
            <p:nvPr/>
          </p:nvSpPr>
          <p:spPr>
            <a:xfrm>
              <a:off x="4046738" y="1319438"/>
              <a:ext cx="562500" cy="190575"/>
            </a:xfrm>
            <a:custGeom>
              <a:rect b="b" l="l" r="r" t="t"/>
              <a:pathLst>
                <a:path extrusionOk="0" h="7623" w="22500">
                  <a:moveTo>
                    <a:pt x="19319" y="2304"/>
                  </a:moveTo>
                  <a:cubicBezTo>
                    <a:pt x="19473" y="2304"/>
                    <a:pt x="19622" y="2394"/>
                    <a:pt x="19688" y="2546"/>
                  </a:cubicBezTo>
                  <a:cubicBezTo>
                    <a:pt x="19794" y="2791"/>
                    <a:pt x="19897" y="3041"/>
                    <a:pt x="19991" y="3281"/>
                  </a:cubicBezTo>
                  <a:cubicBezTo>
                    <a:pt x="20032" y="3382"/>
                    <a:pt x="20029" y="3493"/>
                    <a:pt x="19986" y="3591"/>
                  </a:cubicBezTo>
                  <a:cubicBezTo>
                    <a:pt x="19943" y="3690"/>
                    <a:pt x="19863" y="3767"/>
                    <a:pt x="19763" y="3805"/>
                  </a:cubicBezTo>
                  <a:cubicBezTo>
                    <a:pt x="19717" y="3822"/>
                    <a:pt x="19666" y="3832"/>
                    <a:pt x="19616" y="3832"/>
                  </a:cubicBezTo>
                  <a:cubicBezTo>
                    <a:pt x="19450" y="3832"/>
                    <a:pt x="19304" y="3731"/>
                    <a:pt x="19244" y="3577"/>
                  </a:cubicBezTo>
                  <a:cubicBezTo>
                    <a:pt x="19152" y="3344"/>
                    <a:pt x="19054" y="3104"/>
                    <a:pt x="18950" y="2868"/>
                  </a:cubicBezTo>
                  <a:cubicBezTo>
                    <a:pt x="18861" y="2664"/>
                    <a:pt x="18955" y="2426"/>
                    <a:pt x="19159" y="2337"/>
                  </a:cubicBezTo>
                  <a:cubicBezTo>
                    <a:pt x="19211" y="2314"/>
                    <a:pt x="19265" y="2304"/>
                    <a:pt x="19319" y="2304"/>
                  </a:cubicBezTo>
                  <a:close/>
                  <a:moveTo>
                    <a:pt x="3186" y="2301"/>
                  </a:moveTo>
                  <a:cubicBezTo>
                    <a:pt x="3240" y="2301"/>
                    <a:pt x="3295" y="2312"/>
                    <a:pt x="3348" y="2335"/>
                  </a:cubicBezTo>
                  <a:cubicBezTo>
                    <a:pt x="3550" y="2421"/>
                    <a:pt x="3644" y="2659"/>
                    <a:pt x="3555" y="2863"/>
                  </a:cubicBezTo>
                  <a:cubicBezTo>
                    <a:pt x="3454" y="3099"/>
                    <a:pt x="3355" y="3337"/>
                    <a:pt x="3264" y="3567"/>
                  </a:cubicBezTo>
                  <a:cubicBezTo>
                    <a:pt x="3216" y="3707"/>
                    <a:pt x="3096" y="3808"/>
                    <a:pt x="2949" y="3829"/>
                  </a:cubicBezTo>
                  <a:cubicBezTo>
                    <a:pt x="2927" y="3833"/>
                    <a:pt x="2905" y="3835"/>
                    <a:pt x="2882" y="3835"/>
                  </a:cubicBezTo>
                  <a:cubicBezTo>
                    <a:pt x="2762" y="3835"/>
                    <a:pt x="2647" y="3780"/>
                    <a:pt x="2569" y="3683"/>
                  </a:cubicBezTo>
                  <a:cubicBezTo>
                    <a:pt x="2478" y="3567"/>
                    <a:pt x="2459" y="3411"/>
                    <a:pt x="2514" y="3277"/>
                  </a:cubicBezTo>
                  <a:lnTo>
                    <a:pt x="2514" y="3274"/>
                  </a:lnTo>
                  <a:cubicBezTo>
                    <a:pt x="2608" y="3034"/>
                    <a:pt x="2711" y="2789"/>
                    <a:pt x="2817" y="2541"/>
                  </a:cubicBezTo>
                  <a:cubicBezTo>
                    <a:pt x="2883" y="2390"/>
                    <a:pt x="3030" y="2301"/>
                    <a:pt x="3186" y="2301"/>
                  </a:cubicBezTo>
                  <a:close/>
                  <a:moveTo>
                    <a:pt x="10441" y="3224"/>
                  </a:moveTo>
                  <a:cubicBezTo>
                    <a:pt x="10665" y="3224"/>
                    <a:pt x="10845" y="3402"/>
                    <a:pt x="10848" y="3623"/>
                  </a:cubicBezTo>
                  <a:cubicBezTo>
                    <a:pt x="10848" y="3846"/>
                    <a:pt x="10670" y="4026"/>
                    <a:pt x="10449" y="4029"/>
                  </a:cubicBezTo>
                  <a:cubicBezTo>
                    <a:pt x="10189" y="4034"/>
                    <a:pt x="9939" y="4041"/>
                    <a:pt x="9692" y="4058"/>
                  </a:cubicBezTo>
                  <a:lnTo>
                    <a:pt x="9668" y="4058"/>
                  </a:lnTo>
                  <a:cubicBezTo>
                    <a:pt x="9665" y="4058"/>
                    <a:pt x="9662" y="4058"/>
                    <a:pt x="9659" y="4058"/>
                  </a:cubicBezTo>
                  <a:cubicBezTo>
                    <a:pt x="9439" y="4058"/>
                    <a:pt x="9259" y="3886"/>
                    <a:pt x="9252" y="3668"/>
                  </a:cubicBezTo>
                  <a:cubicBezTo>
                    <a:pt x="9245" y="3445"/>
                    <a:pt x="9420" y="3260"/>
                    <a:pt x="9641" y="3253"/>
                  </a:cubicBezTo>
                  <a:cubicBezTo>
                    <a:pt x="9901" y="3236"/>
                    <a:pt x="10163" y="3229"/>
                    <a:pt x="10437" y="3224"/>
                  </a:cubicBezTo>
                  <a:close/>
                  <a:moveTo>
                    <a:pt x="12047" y="3226"/>
                  </a:moveTo>
                  <a:cubicBezTo>
                    <a:pt x="12313" y="3231"/>
                    <a:pt x="12575" y="3238"/>
                    <a:pt x="12844" y="3255"/>
                  </a:cubicBezTo>
                  <a:cubicBezTo>
                    <a:pt x="13066" y="3262"/>
                    <a:pt x="13241" y="3447"/>
                    <a:pt x="13234" y="3668"/>
                  </a:cubicBezTo>
                  <a:cubicBezTo>
                    <a:pt x="13227" y="3885"/>
                    <a:pt x="13049" y="4058"/>
                    <a:pt x="12834" y="4058"/>
                  </a:cubicBezTo>
                  <a:cubicBezTo>
                    <a:pt x="12829" y="4058"/>
                    <a:pt x="12825" y="4058"/>
                    <a:pt x="12820" y="4058"/>
                  </a:cubicBezTo>
                  <a:lnTo>
                    <a:pt x="12794" y="4058"/>
                  </a:lnTo>
                  <a:cubicBezTo>
                    <a:pt x="12539" y="4041"/>
                    <a:pt x="12289" y="4034"/>
                    <a:pt x="12032" y="4031"/>
                  </a:cubicBezTo>
                  <a:cubicBezTo>
                    <a:pt x="11927" y="4029"/>
                    <a:pt x="11826" y="3986"/>
                    <a:pt x="11751" y="3909"/>
                  </a:cubicBezTo>
                  <a:cubicBezTo>
                    <a:pt x="11677" y="3832"/>
                    <a:pt x="11636" y="3728"/>
                    <a:pt x="11638" y="3623"/>
                  </a:cubicBezTo>
                  <a:cubicBezTo>
                    <a:pt x="11645" y="3402"/>
                    <a:pt x="11826" y="3226"/>
                    <a:pt x="12047" y="3226"/>
                  </a:cubicBezTo>
                  <a:close/>
                  <a:moveTo>
                    <a:pt x="8077" y="3370"/>
                  </a:moveTo>
                  <a:cubicBezTo>
                    <a:pt x="8280" y="3370"/>
                    <a:pt x="8453" y="3524"/>
                    <a:pt x="8476" y="3728"/>
                  </a:cubicBezTo>
                  <a:cubicBezTo>
                    <a:pt x="8500" y="3949"/>
                    <a:pt x="8339" y="4149"/>
                    <a:pt x="8118" y="4171"/>
                  </a:cubicBezTo>
                  <a:cubicBezTo>
                    <a:pt x="7856" y="4199"/>
                    <a:pt x="7601" y="4231"/>
                    <a:pt x="7351" y="4264"/>
                  </a:cubicBezTo>
                  <a:cubicBezTo>
                    <a:pt x="7334" y="4264"/>
                    <a:pt x="7318" y="4267"/>
                    <a:pt x="7301" y="4267"/>
                  </a:cubicBezTo>
                  <a:cubicBezTo>
                    <a:pt x="7089" y="4264"/>
                    <a:pt x="6914" y="4101"/>
                    <a:pt x="6900" y="3889"/>
                  </a:cubicBezTo>
                  <a:cubicBezTo>
                    <a:pt x="6888" y="3678"/>
                    <a:pt x="7039" y="3493"/>
                    <a:pt x="7250" y="3466"/>
                  </a:cubicBezTo>
                  <a:cubicBezTo>
                    <a:pt x="7505" y="3433"/>
                    <a:pt x="7767" y="3402"/>
                    <a:pt x="8034" y="3373"/>
                  </a:cubicBezTo>
                  <a:cubicBezTo>
                    <a:pt x="8048" y="3371"/>
                    <a:pt x="8063" y="3370"/>
                    <a:pt x="8077" y="3370"/>
                  </a:cubicBezTo>
                  <a:close/>
                  <a:moveTo>
                    <a:pt x="14402" y="3377"/>
                  </a:moveTo>
                  <a:cubicBezTo>
                    <a:pt x="14417" y="3377"/>
                    <a:pt x="14432" y="3378"/>
                    <a:pt x="14447" y="3380"/>
                  </a:cubicBezTo>
                  <a:cubicBezTo>
                    <a:pt x="14709" y="3404"/>
                    <a:pt x="14973" y="3438"/>
                    <a:pt x="15238" y="3474"/>
                  </a:cubicBezTo>
                  <a:cubicBezTo>
                    <a:pt x="15444" y="3505"/>
                    <a:pt x="15596" y="3690"/>
                    <a:pt x="15581" y="3899"/>
                  </a:cubicBezTo>
                  <a:cubicBezTo>
                    <a:pt x="15567" y="4110"/>
                    <a:pt x="15392" y="4274"/>
                    <a:pt x="15183" y="4274"/>
                  </a:cubicBezTo>
                  <a:cubicBezTo>
                    <a:pt x="15163" y="4274"/>
                    <a:pt x="15144" y="4274"/>
                    <a:pt x="15125" y="4271"/>
                  </a:cubicBezTo>
                  <a:cubicBezTo>
                    <a:pt x="14875" y="4235"/>
                    <a:pt x="14623" y="4204"/>
                    <a:pt x="14373" y="4180"/>
                  </a:cubicBezTo>
                  <a:cubicBezTo>
                    <a:pt x="14229" y="4168"/>
                    <a:pt x="14101" y="4079"/>
                    <a:pt x="14039" y="3949"/>
                  </a:cubicBezTo>
                  <a:cubicBezTo>
                    <a:pt x="13979" y="3817"/>
                    <a:pt x="13993" y="3664"/>
                    <a:pt x="14077" y="3546"/>
                  </a:cubicBezTo>
                  <a:cubicBezTo>
                    <a:pt x="14152" y="3440"/>
                    <a:pt x="14274" y="3377"/>
                    <a:pt x="14402" y="3377"/>
                  </a:cubicBezTo>
                  <a:close/>
                  <a:moveTo>
                    <a:pt x="16753" y="3740"/>
                  </a:moveTo>
                  <a:cubicBezTo>
                    <a:pt x="16780" y="3740"/>
                    <a:pt x="16807" y="3742"/>
                    <a:pt x="16833" y="3748"/>
                  </a:cubicBezTo>
                  <a:cubicBezTo>
                    <a:pt x="17090" y="3801"/>
                    <a:pt x="17352" y="3858"/>
                    <a:pt x="17607" y="3921"/>
                  </a:cubicBezTo>
                  <a:cubicBezTo>
                    <a:pt x="17713" y="3945"/>
                    <a:pt x="17802" y="4010"/>
                    <a:pt x="17857" y="4101"/>
                  </a:cubicBezTo>
                  <a:cubicBezTo>
                    <a:pt x="17912" y="4192"/>
                    <a:pt x="17929" y="4303"/>
                    <a:pt x="17905" y="4406"/>
                  </a:cubicBezTo>
                  <a:lnTo>
                    <a:pt x="17905" y="4404"/>
                  </a:lnTo>
                  <a:cubicBezTo>
                    <a:pt x="17862" y="4584"/>
                    <a:pt x="17701" y="4711"/>
                    <a:pt x="17516" y="4711"/>
                  </a:cubicBezTo>
                  <a:cubicBezTo>
                    <a:pt x="17485" y="4711"/>
                    <a:pt x="17453" y="4709"/>
                    <a:pt x="17422" y="4702"/>
                  </a:cubicBezTo>
                  <a:cubicBezTo>
                    <a:pt x="17172" y="4642"/>
                    <a:pt x="16920" y="4586"/>
                    <a:pt x="16670" y="4536"/>
                  </a:cubicBezTo>
                  <a:cubicBezTo>
                    <a:pt x="16454" y="4490"/>
                    <a:pt x="16314" y="4279"/>
                    <a:pt x="16358" y="4060"/>
                  </a:cubicBezTo>
                  <a:cubicBezTo>
                    <a:pt x="16398" y="3870"/>
                    <a:pt x="16565" y="3740"/>
                    <a:pt x="16753" y="3740"/>
                  </a:cubicBezTo>
                  <a:close/>
                  <a:moveTo>
                    <a:pt x="5730" y="3737"/>
                  </a:moveTo>
                  <a:cubicBezTo>
                    <a:pt x="5844" y="3737"/>
                    <a:pt x="5954" y="3787"/>
                    <a:pt x="6032" y="3873"/>
                  </a:cubicBezTo>
                  <a:cubicBezTo>
                    <a:pt x="6126" y="3981"/>
                    <a:pt x="6157" y="4132"/>
                    <a:pt x="6111" y="4269"/>
                  </a:cubicBezTo>
                  <a:cubicBezTo>
                    <a:pt x="6063" y="4404"/>
                    <a:pt x="5950" y="4505"/>
                    <a:pt x="5809" y="4533"/>
                  </a:cubicBezTo>
                  <a:cubicBezTo>
                    <a:pt x="5554" y="4584"/>
                    <a:pt x="5306" y="4644"/>
                    <a:pt x="5066" y="4702"/>
                  </a:cubicBezTo>
                  <a:cubicBezTo>
                    <a:pt x="5035" y="4709"/>
                    <a:pt x="5001" y="4714"/>
                    <a:pt x="4970" y="4714"/>
                  </a:cubicBezTo>
                  <a:cubicBezTo>
                    <a:pt x="4766" y="4714"/>
                    <a:pt x="4595" y="4562"/>
                    <a:pt x="4571" y="4360"/>
                  </a:cubicBezTo>
                  <a:cubicBezTo>
                    <a:pt x="4547" y="4159"/>
                    <a:pt x="4677" y="3971"/>
                    <a:pt x="4874" y="3923"/>
                  </a:cubicBezTo>
                  <a:cubicBezTo>
                    <a:pt x="5126" y="3861"/>
                    <a:pt x="5383" y="3798"/>
                    <a:pt x="5650" y="3745"/>
                  </a:cubicBezTo>
                  <a:cubicBezTo>
                    <a:pt x="5677" y="3740"/>
                    <a:pt x="5703" y="3737"/>
                    <a:pt x="5730" y="3737"/>
                  </a:cubicBezTo>
                  <a:close/>
                  <a:moveTo>
                    <a:pt x="3597" y="4275"/>
                  </a:moveTo>
                  <a:cubicBezTo>
                    <a:pt x="3767" y="4275"/>
                    <a:pt x="3924" y="4383"/>
                    <a:pt x="3978" y="4553"/>
                  </a:cubicBezTo>
                  <a:cubicBezTo>
                    <a:pt x="4045" y="4754"/>
                    <a:pt x="3939" y="4976"/>
                    <a:pt x="3740" y="5050"/>
                  </a:cubicBezTo>
                  <a:lnTo>
                    <a:pt x="3740" y="5052"/>
                  </a:lnTo>
                  <a:cubicBezTo>
                    <a:pt x="3607" y="5096"/>
                    <a:pt x="3475" y="5141"/>
                    <a:pt x="3341" y="5189"/>
                  </a:cubicBezTo>
                  <a:cubicBezTo>
                    <a:pt x="3294" y="5208"/>
                    <a:pt x="3245" y="5216"/>
                    <a:pt x="3197" y="5216"/>
                  </a:cubicBezTo>
                  <a:cubicBezTo>
                    <a:pt x="3103" y="5216"/>
                    <a:pt x="3011" y="5184"/>
                    <a:pt x="2937" y="5122"/>
                  </a:cubicBezTo>
                  <a:cubicBezTo>
                    <a:pt x="2827" y="5028"/>
                    <a:pt x="2774" y="4879"/>
                    <a:pt x="2802" y="4738"/>
                  </a:cubicBezTo>
                  <a:cubicBezTo>
                    <a:pt x="2829" y="4593"/>
                    <a:pt x="2935" y="4476"/>
                    <a:pt x="3074" y="4432"/>
                  </a:cubicBezTo>
                  <a:cubicBezTo>
                    <a:pt x="3213" y="4382"/>
                    <a:pt x="3355" y="4334"/>
                    <a:pt x="3492" y="4288"/>
                  </a:cubicBezTo>
                  <a:cubicBezTo>
                    <a:pt x="3527" y="4279"/>
                    <a:pt x="3562" y="4275"/>
                    <a:pt x="3597" y="4275"/>
                  </a:cubicBezTo>
                  <a:close/>
                  <a:moveTo>
                    <a:pt x="19055" y="4351"/>
                  </a:moveTo>
                  <a:cubicBezTo>
                    <a:pt x="19095" y="4351"/>
                    <a:pt x="19135" y="4356"/>
                    <a:pt x="19174" y="4368"/>
                  </a:cubicBezTo>
                  <a:cubicBezTo>
                    <a:pt x="19318" y="4416"/>
                    <a:pt x="19460" y="4464"/>
                    <a:pt x="19602" y="4514"/>
                  </a:cubicBezTo>
                  <a:cubicBezTo>
                    <a:pt x="19702" y="4548"/>
                    <a:pt x="19787" y="4622"/>
                    <a:pt x="19832" y="4718"/>
                  </a:cubicBezTo>
                  <a:cubicBezTo>
                    <a:pt x="19878" y="4815"/>
                    <a:pt x="19885" y="4925"/>
                    <a:pt x="19849" y="5026"/>
                  </a:cubicBezTo>
                  <a:lnTo>
                    <a:pt x="19851" y="5024"/>
                  </a:lnTo>
                  <a:lnTo>
                    <a:pt x="19851" y="5024"/>
                  </a:lnTo>
                  <a:cubicBezTo>
                    <a:pt x="19794" y="5190"/>
                    <a:pt x="19638" y="5295"/>
                    <a:pt x="19471" y="5295"/>
                  </a:cubicBezTo>
                  <a:cubicBezTo>
                    <a:pt x="19429" y="5295"/>
                    <a:pt x="19385" y="5288"/>
                    <a:pt x="19342" y="5274"/>
                  </a:cubicBezTo>
                  <a:cubicBezTo>
                    <a:pt x="19205" y="5225"/>
                    <a:pt x="19068" y="5180"/>
                    <a:pt x="18929" y="5134"/>
                  </a:cubicBezTo>
                  <a:cubicBezTo>
                    <a:pt x="18761" y="5084"/>
                    <a:pt x="18643" y="4925"/>
                    <a:pt x="18643" y="4750"/>
                  </a:cubicBezTo>
                  <a:cubicBezTo>
                    <a:pt x="18645" y="4620"/>
                    <a:pt x="18710" y="4502"/>
                    <a:pt x="18813" y="4428"/>
                  </a:cubicBezTo>
                  <a:cubicBezTo>
                    <a:pt x="18884" y="4377"/>
                    <a:pt x="18969" y="4351"/>
                    <a:pt x="19055" y="4351"/>
                  </a:cubicBezTo>
                  <a:close/>
                  <a:moveTo>
                    <a:pt x="11448" y="1"/>
                  </a:moveTo>
                  <a:cubicBezTo>
                    <a:pt x="11382" y="1"/>
                    <a:pt x="11315" y="1"/>
                    <a:pt x="11249" y="1"/>
                  </a:cubicBezTo>
                  <a:cubicBezTo>
                    <a:pt x="11182" y="1"/>
                    <a:pt x="11116" y="1"/>
                    <a:pt x="11050" y="1"/>
                  </a:cubicBezTo>
                  <a:cubicBezTo>
                    <a:pt x="8910" y="1"/>
                    <a:pt x="6776" y="188"/>
                    <a:pt x="4670" y="564"/>
                  </a:cubicBezTo>
                  <a:cubicBezTo>
                    <a:pt x="4542" y="770"/>
                    <a:pt x="4396" y="1042"/>
                    <a:pt x="4211" y="1412"/>
                  </a:cubicBezTo>
                  <a:cubicBezTo>
                    <a:pt x="4145" y="1557"/>
                    <a:pt x="3999" y="1649"/>
                    <a:pt x="3845" y="1649"/>
                  </a:cubicBezTo>
                  <a:cubicBezTo>
                    <a:pt x="3818" y="1649"/>
                    <a:pt x="3791" y="1646"/>
                    <a:pt x="3764" y="1640"/>
                  </a:cubicBezTo>
                  <a:cubicBezTo>
                    <a:pt x="3579" y="1602"/>
                    <a:pt x="3446" y="1441"/>
                    <a:pt x="3444" y="1251"/>
                  </a:cubicBezTo>
                  <a:lnTo>
                    <a:pt x="3444" y="1246"/>
                  </a:lnTo>
                  <a:cubicBezTo>
                    <a:pt x="3442" y="1186"/>
                    <a:pt x="3456" y="1124"/>
                    <a:pt x="3483" y="1068"/>
                  </a:cubicBezTo>
                  <a:cubicBezTo>
                    <a:pt x="3533" y="967"/>
                    <a:pt x="3581" y="876"/>
                    <a:pt x="3624" y="787"/>
                  </a:cubicBezTo>
                  <a:lnTo>
                    <a:pt x="3624" y="787"/>
                  </a:lnTo>
                  <a:cubicBezTo>
                    <a:pt x="2949" y="943"/>
                    <a:pt x="2286" y="1162"/>
                    <a:pt x="1649" y="1441"/>
                  </a:cubicBezTo>
                  <a:cubicBezTo>
                    <a:pt x="1560" y="1482"/>
                    <a:pt x="1488" y="1554"/>
                    <a:pt x="1452" y="1643"/>
                  </a:cubicBezTo>
                  <a:cubicBezTo>
                    <a:pt x="959" y="2789"/>
                    <a:pt x="1" y="5185"/>
                    <a:pt x="1" y="6028"/>
                  </a:cubicBezTo>
                  <a:cubicBezTo>
                    <a:pt x="1" y="6823"/>
                    <a:pt x="142" y="7318"/>
                    <a:pt x="421" y="7503"/>
                  </a:cubicBezTo>
                  <a:cubicBezTo>
                    <a:pt x="547" y="7587"/>
                    <a:pt x="719" y="7622"/>
                    <a:pt x="922" y="7622"/>
                  </a:cubicBezTo>
                  <a:cubicBezTo>
                    <a:pt x="1587" y="7622"/>
                    <a:pt x="2591" y="7236"/>
                    <a:pt x="3458" y="6864"/>
                  </a:cubicBezTo>
                  <a:cubicBezTo>
                    <a:pt x="6313" y="5641"/>
                    <a:pt x="11049" y="5627"/>
                    <a:pt x="11249" y="5627"/>
                  </a:cubicBezTo>
                  <a:cubicBezTo>
                    <a:pt x="11451" y="5627"/>
                    <a:pt x="16187" y="5641"/>
                    <a:pt x="19042" y="6864"/>
                  </a:cubicBezTo>
                  <a:cubicBezTo>
                    <a:pt x="19907" y="7236"/>
                    <a:pt x="20913" y="7622"/>
                    <a:pt x="21577" y="7622"/>
                  </a:cubicBezTo>
                  <a:cubicBezTo>
                    <a:pt x="21780" y="7622"/>
                    <a:pt x="21951" y="7587"/>
                    <a:pt x="22077" y="7503"/>
                  </a:cubicBezTo>
                  <a:cubicBezTo>
                    <a:pt x="22358" y="7321"/>
                    <a:pt x="22500" y="6821"/>
                    <a:pt x="22500" y="6028"/>
                  </a:cubicBezTo>
                  <a:cubicBezTo>
                    <a:pt x="22500" y="5182"/>
                    <a:pt x="21541" y="2786"/>
                    <a:pt x="21046" y="1643"/>
                  </a:cubicBezTo>
                  <a:cubicBezTo>
                    <a:pt x="21010" y="1554"/>
                    <a:pt x="20940" y="1482"/>
                    <a:pt x="20851" y="1441"/>
                  </a:cubicBezTo>
                  <a:cubicBezTo>
                    <a:pt x="20212" y="1162"/>
                    <a:pt x="19546" y="943"/>
                    <a:pt x="18866" y="787"/>
                  </a:cubicBezTo>
                  <a:lnTo>
                    <a:pt x="18866" y="787"/>
                  </a:lnTo>
                  <a:cubicBezTo>
                    <a:pt x="18917" y="881"/>
                    <a:pt x="18967" y="979"/>
                    <a:pt x="19018" y="1085"/>
                  </a:cubicBezTo>
                  <a:cubicBezTo>
                    <a:pt x="19111" y="1282"/>
                    <a:pt x="19030" y="1518"/>
                    <a:pt x="18833" y="1614"/>
                  </a:cubicBezTo>
                  <a:cubicBezTo>
                    <a:pt x="18775" y="1643"/>
                    <a:pt x="18714" y="1657"/>
                    <a:pt x="18654" y="1657"/>
                  </a:cubicBezTo>
                  <a:cubicBezTo>
                    <a:pt x="18509" y="1657"/>
                    <a:pt x="18370" y="1578"/>
                    <a:pt x="18299" y="1441"/>
                  </a:cubicBezTo>
                  <a:cubicBezTo>
                    <a:pt x="18117" y="1076"/>
                    <a:pt x="17958" y="787"/>
                    <a:pt x="17816" y="561"/>
                  </a:cubicBezTo>
                  <a:cubicBezTo>
                    <a:pt x="15714" y="188"/>
                    <a:pt x="13585" y="1"/>
                    <a:pt x="11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grpSp>
        <p:nvGrpSpPr>
          <p:cNvPr id="689" name="Google Shape;689;p36"/>
          <p:cNvGrpSpPr/>
          <p:nvPr/>
        </p:nvGrpSpPr>
        <p:grpSpPr>
          <a:xfrm>
            <a:off x="3635150" y="1233648"/>
            <a:ext cx="1866375" cy="3276346"/>
            <a:chOff x="3635150" y="1233648"/>
            <a:chExt cx="1866375" cy="3276346"/>
          </a:xfrm>
        </p:grpSpPr>
        <p:sp>
          <p:nvSpPr>
            <p:cNvPr id="690" name="Google Shape;690;p36"/>
            <p:cNvSpPr/>
            <p:nvPr/>
          </p:nvSpPr>
          <p:spPr>
            <a:xfrm>
              <a:off x="3635150" y="1235799"/>
              <a:ext cx="1866375" cy="3274195"/>
            </a:xfrm>
            <a:custGeom>
              <a:rect b="b" l="l" r="r" t="t"/>
              <a:pathLst>
                <a:path extrusionOk="0" h="8642" w="4926">
                  <a:moveTo>
                    <a:pt x="2028" y="968"/>
                  </a:moveTo>
                  <a:cubicBezTo>
                    <a:pt x="2028" y="968"/>
                    <a:pt x="2023" y="990"/>
                    <a:pt x="2025" y="994"/>
                  </a:cubicBezTo>
                  <a:cubicBezTo>
                    <a:pt x="2028" y="1000"/>
                    <a:pt x="2011" y="1019"/>
                    <a:pt x="2012" y="1039"/>
                  </a:cubicBezTo>
                  <a:cubicBezTo>
                    <a:pt x="2015" y="1058"/>
                    <a:pt x="2002" y="1064"/>
                    <a:pt x="1995" y="1064"/>
                  </a:cubicBezTo>
                  <a:cubicBezTo>
                    <a:pt x="1986" y="1064"/>
                    <a:pt x="1966" y="1062"/>
                    <a:pt x="1966" y="1062"/>
                  </a:cubicBezTo>
                  <a:cubicBezTo>
                    <a:pt x="1966" y="1062"/>
                    <a:pt x="1980" y="1044"/>
                    <a:pt x="1980" y="1027"/>
                  </a:cubicBezTo>
                  <a:cubicBezTo>
                    <a:pt x="1980" y="1022"/>
                    <a:pt x="1978" y="1020"/>
                    <a:pt x="1974" y="1020"/>
                  </a:cubicBezTo>
                  <a:cubicBezTo>
                    <a:pt x="1968" y="1020"/>
                    <a:pt x="1958" y="1026"/>
                    <a:pt x="1951" y="1026"/>
                  </a:cubicBezTo>
                  <a:cubicBezTo>
                    <a:pt x="1941" y="1026"/>
                    <a:pt x="1890" y="1055"/>
                    <a:pt x="1881" y="1055"/>
                  </a:cubicBezTo>
                  <a:cubicBezTo>
                    <a:pt x="1886" y="1049"/>
                    <a:pt x="1922" y="1033"/>
                    <a:pt x="1966" y="1007"/>
                  </a:cubicBezTo>
                  <a:cubicBezTo>
                    <a:pt x="2018" y="977"/>
                    <a:pt x="2028" y="968"/>
                    <a:pt x="2028" y="968"/>
                  </a:cubicBezTo>
                  <a:close/>
                  <a:moveTo>
                    <a:pt x="1737" y="1"/>
                  </a:moveTo>
                  <a:cubicBezTo>
                    <a:pt x="1440" y="1"/>
                    <a:pt x="1199" y="241"/>
                    <a:pt x="1199" y="538"/>
                  </a:cubicBezTo>
                  <a:cubicBezTo>
                    <a:pt x="1199" y="684"/>
                    <a:pt x="1256" y="816"/>
                    <a:pt x="1351" y="912"/>
                  </a:cubicBezTo>
                  <a:cubicBezTo>
                    <a:pt x="1352" y="917"/>
                    <a:pt x="1352" y="918"/>
                    <a:pt x="1351" y="918"/>
                  </a:cubicBezTo>
                  <a:cubicBezTo>
                    <a:pt x="1342" y="923"/>
                    <a:pt x="1341" y="926"/>
                    <a:pt x="1350" y="952"/>
                  </a:cubicBezTo>
                  <a:cubicBezTo>
                    <a:pt x="1360" y="977"/>
                    <a:pt x="1399" y="1023"/>
                    <a:pt x="1408" y="1062"/>
                  </a:cubicBezTo>
                  <a:cubicBezTo>
                    <a:pt x="1418" y="1102"/>
                    <a:pt x="1540" y="1167"/>
                    <a:pt x="1565" y="1173"/>
                  </a:cubicBezTo>
                  <a:cubicBezTo>
                    <a:pt x="1590" y="1180"/>
                    <a:pt x="1628" y="1226"/>
                    <a:pt x="1648" y="1259"/>
                  </a:cubicBezTo>
                  <a:cubicBezTo>
                    <a:pt x="1670" y="1294"/>
                    <a:pt x="1737" y="1360"/>
                    <a:pt x="1741" y="1371"/>
                  </a:cubicBezTo>
                  <a:cubicBezTo>
                    <a:pt x="1744" y="1383"/>
                    <a:pt x="1722" y="1402"/>
                    <a:pt x="1705" y="1406"/>
                  </a:cubicBezTo>
                  <a:cubicBezTo>
                    <a:pt x="1687" y="1411"/>
                    <a:pt x="1660" y="1421"/>
                    <a:pt x="1647" y="1430"/>
                  </a:cubicBezTo>
                  <a:cubicBezTo>
                    <a:pt x="1645" y="1431"/>
                    <a:pt x="1643" y="1431"/>
                    <a:pt x="1642" y="1431"/>
                  </a:cubicBezTo>
                  <a:cubicBezTo>
                    <a:pt x="1631" y="1431"/>
                    <a:pt x="1623" y="1403"/>
                    <a:pt x="1622" y="1373"/>
                  </a:cubicBezTo>
                  <a:cubicBezTo>
                    <a:pt x="1620" y="1338"/>
                    <a:pt x="1590" y="1274"/>
                    <a:pt x="1556" y="1268"/>
                  </a:cubicBezTo>
                  <a:cubicBezTo>
                    <a:pt x="1553" y="1267"/>
                    <a:pt x="1551" y="1267"/>
                    <a:pt x="1548" y="1267"/>
                  </a:cubicBezTo>
                  <a:cubicBezTo>
                    <a:pt x="1520" y="1267"/>
                    <a:pt x="1509" y="1293"/>
                    <a:pt x="1519" y="1309"/>
                  </a:cubicBezTo>
                  <a:cubicBezTo>
                    <a:pt x="1527" y="1326"/>
                    <a:pt x="1553" y="1383"/>
                    <a:pt x="1561" y="1416"/>
                  </a:cubicBezTo>
                  <a:cubicBezTo>
                    <a:pt x="1568" y="1450"/>
                    <a:pt x="1567" y="1486"/>
                    <a:pt x="1578" y="1527"/>
                  </a:cubicBezTo>
                  <a:cubicBezTo>
                    <a:pt x="1590" y="1568"/>
                    <a:pt x="1612" y="1601"/>
                    <a:pt x="1628" y="1628"/>
                  </a:cubicBezTo>
                  <a:cubicBezTo>
                    <a:pt x="1642" y="1652"/>
                    <a:pt x="1653" y="1657"/>
                    <a:pt x="1658" y="1687"/>
                  </a:cubicBezTo>
                  <a:cubicBezTo>
                    <a:pt x="1664" y="1719"/>
                    <a:pt x="1634" y="1800"/>
                    <a:pt x="1616" y="1843"/>
                  </a:cubicBezTo>
                  <a:cubicBezTo>
                    <a:pt x="1599" y="1890"/>
                    <a:pt x="1577" y="1971"/>
                    <a:pt x="1551" y="2056"/>
                  </a:cubicBezTo>
                  <a:cubicBezTo>
                    <a:pt x="1526" y="2139"/>
                    <a:pt x="1447" y="2238"/>
                    <a:pt x="1437" y="2254"/>
                  </a:cubicBezTo>
                  <a:cubicBezTo>
                    <a:pt x="1428" y="2270"/>
                    <a:pt x="1408" y="2288"/>
                    <a:pt x="1384" y="2288"/>
                  </a:cubicBezTo>
                  <a:cubicBezTo>
                    <a:pt x="1361" y="2288"/>
                    <a:pt x="1360" y="2324"/>
                    <a:pt x="1338" y="2330"/>
                  </a:cubicBezTo>
                  <a:cubicBezTo>
                    <a:pt x="1316" y="2336"/>
                    <a:pt x="1320" y="2357"/>
                    <a:pt x="1316" y="2371"/>
                  </a:cubicBezTo>
                  <a:cubicBezTo>
                    <a:pt x="1312" y="2385"/>
                    <a:pt x="1258" y="2411"/>
                    <a:pt x="1223" y="2414"/>
                  </a:cubicBezTo>
                  <a:cubicBezTo>
                    <a:pt x="1188" y="2417"/>
                    <a:pt x="1151" y="2470"/>
                    <a:pt x="1132" y="2486"/>
                  </a:cubicBezTo>
                  <a:cubicBezTo>
                    <a:pt x="1116" y="2503"/>
                    <a:pt x="1094" y="2512"/>
                    <a:pt x="1060" y="2512"/>
                  </a:cubicBezTo>
                  <a:cubicBezTo>
                    <a:pt x="1058" y="2512"/>
                    <a:pt x="1055" y="2512"/>
                    <a:pt x="1052" y="2512"/>
                  </a:cubicBezTo>
                  <a:cubicBezTo>
                    <a:pt x="1052" y="2512"/>
                    <a:pt x="1051" y="2512"/>
                    <a:pt x="1050" y="2512"/>
                  </a:cubicBezTo>
                  <a:cubicBezTo>
                    <a:pt x="1014" y="2512"/>
                    <a:pt x="966" y="2542"/>
                    <a:pt x="958" y="2542"/>
                  </a:cubicBezTo>
                  <a:cubicBezTo>
                    <a:pt x="947" y="2542"/>
                    <a:pt x="936" y="2519"/>
                    <a:pt x="952" y="2512"/>
                  </a:cubicBezTo>
                  <a:cubicBezTo>
                    <a:pt x="966" y="2505"/>
                    <a:pt x="965" y="2470"/>
                    <a:pt x="950" y="2470"/>
                  </a:cubicBezTo>
                  <a:cubicBezTo>
                    <a:pt x="934" y="2470"/>
                    <a:pt x="914" y="2459"/>
                    <a:pt x="917" y="2442"/>
                  </a:cubicBezTo>
                  <a:cubicBezTo>
                    <a:pt x="918" y="2424"/>
                    <a:pt x="888" y="2398"/>
                    <a:pt x="888" y="2398"/>
                  </a:cubicBezTo>
                  <a:lnTo>
                    <a:pt x="872" y="2404"/>
                  </a:lnTo>
                  <a:cubicBezTo>
                    <a:pt x="862" y="2408"/>
                    <a:pt x="854" y="2411"/>
                    <a:pt x="849" y="2411"/>
                  </a:cubicBezTo>
                  <a:cubicBezTo>
                    <a:pt x="846" y="2411"/>
                    <a:pt x="844" y="2410"/>
                    <a:pt x="844" y="2407"/>
                  </a:cubicBezTo>
                  <a:cubicBezTo>
                    <a:pt x="844" y="2398"/>
                    <a:pt x="837" y="2379"/>
                    <a:pt x="822" y="2373"/>
                  </a:cubicBezTo>
                  <a:cubicBezTo>
                    <a:pt x="809" y="2368"/>
                    <a:pt x="768" y="2346"/>
                    <a:pt x="755" y="2341"/>
                  </a:cubicBezTo>
                  <a:cubicBezTo>
                    <a:pt x="745" y="2337"/>
                    <a:pt x="749" y="2328"/>
                    <a:pt x="745" y="2312"/>
                  </a:cubicBezTo>
                  <a:cubicBezTo>
                    <a:pt x="741" y="2298"/>
                    <a:pt x="697" y="2251"/>
                    <a:pt x="580" y="2206"/>
                  </a:cubicBezTo>
                  <a:cubicBezTo>
                    <a:pt x="556" y="2196"/>
                    <a:pt x="533" y="2192"/>
                    <a:pt x="510" y="2192"/>
                  </a:cubicBezTo>
                  <a:cubicBezTo>
                    <a:pt x="423" y="2192"/>
                    <a:pt x="345" y="2255"/>
                    <a:pt x="276" y="2311"/>
                  </a:cubicBezTo>
                  <a:cubicBezTo>
                    <a:pt x="189" y="2381"/>
                    <a:pt x="107" y="2475"/>
                    <a:pt x="116" y="2589"/>
                  </a:cubicBezTo>
                  <a:cubicBezTo>
                    <a:pt x="126" y="2701"/>
                    <a:pt x="202" y="2778"/>
                    <a:pt x="223" y="2793"/>
                  </a:cubicBezTo>
                  <a:cubicBezTo>
                    <a:pt x="245" y="2806"/>
                    <a:pt x="285" y="2854"/>
                    <a:pt x="298" y="2867"/>
                  </a:cubicBezTo>
                  <a:cubicBezTo>
                    <a:pt x="311" y="2882"/>
                    <a:pt x="333" y="2927"/>
                    <a:pt x="333" y="2927"/>
                  </a:cubicBezTo>
                  <a:cubicBezTo>
                    <a:pt x="333" y="2927"/>
                    <a:pt x="324" y="2931"/>
                    <a:pt x="321" y="2947"/>
                  </a:cubicBezTo>
                  <a:cubicBezTo>
                    <a:pt x="317" y="2963"/>
                    <a:pt x="317" y="2977"/>
                    <a:pt x="293" y="2994"/>
                  </a:cubicBezTo>
                  <a:cubicBezTo>
                    <a:pt x="270" y="3012"/>
                    <a:pt x="293" y="3080"/>
                    <a:pt x="299" y="3108"/>
                  </a:cubicBezTo>
                  <a:cubicBezTo>
                    <a:pt x="305" y="3135"/>
                    <a:pt x="272" y="3188"/>
                    <a:pt x="245" y="3229"/>
                  </a:cubicBezTo>
                  <a:cubicBezTo>
                    <a:pt x="218" y="3269"/>
                    <a:pt x="203" y="3312"/>
                    <a:pt x="226" y="3351"/>
                  </a:cubicBezTo>
                  <a:cubicBezTo>
                    <a:pt x="251" y="3393"/>
                    <a:pt x="254" y="3501"/>
                    <a:pt x="261" y="3577"/>
                  </a:cubicBezTo>
                  <a:cubicBezTo>
                    <a:pt x="270" y="3652"/>
                    <a:pt x="261" y="3883"/>
                    <a:pt x="266" y="3925"/>
                  </a:cubicBezTo>
                  <a:cubicBezTo>
                    <a:pt x="270" y="3964"/>
                    <a:pt x="282" y="4094"/>
                    <a:pt x="264" y="4123"/>
                  </a:cubicBezTo>
                  <a:cubicBezTo>
                    <a:pt x="247" y="4152"/>
                    <a:pt x="237" y="4270"/>
                    <a:pt x="238" y="4317"/>
                  </a:cubicBezTo>
                  <a:cubicBezTo>
                    <a:pt x="241" y="4363"/>
                    <a:pt x="173" y="4455"/>
                    <a:pt x="107" y="4547"/>
                  </a:cubicBezTo>
                  <a:cubicBezTo>
                    <a:pt x="40" y="4639"/>
                    <a:pt x="36" y="5001"/>
                    <a:pt x="30" y="5051"/>
                  </a:cubicBezTo>
                  <a:cubicBezTo>
                    <a:pt x="24" y="5100"/>
                    <a:pt x="28" y="5162"/>
                    <a:pt x="15" y="5188"/>
                  </a:cubicBezTo>
                  <a:cubicBezTo>
                    <a:pt x="1" y="5214"/>
                    <a:pt x="40" y="5207"/>
                    <a:pt x="40" y="5229"/>
                  </a:cubicBezTo>
                  <a:cubicBezTo>
                    <a:pt x="40" y="5250"/>
                    <a:pt x="65" y="5322"/>
                    <a:pt x="100" y="5393"/>
                  </a:cubicBezTo>
                  <a:cubicBezTo>
                    <a:pt x="135" y="5463"/>
                    <a:pt x="231" y="5540"/>
                    <a:pt x="266" y="5558"/>
                  </a:cubicBezTo>
                  <a:cubicBezTo>
                    <a:pt x="301" y="5575"/>
                    <a:pt x="317" y="5606"/>
                    <a:pt x="327" y="5645"/>
                  </a:cubicBezTo>
                  <a:cubicBezTo>
                    <a:pt x="337" y="5683"/>
                    <a:pt x="461" y="5750"/>
                    <a:pt x="489" y="5770"/>
                  </a:cubicBezTo>
                  <a:cubicBezTo>
                    <a:pt x="516" y="5789"/>
                    <a:pt x="532" y="5807"/>
                    <a:pt x="541" y="5870"/>
                  </a:cubicBezTo>
                  <a:cubicBezTo>
                    <a:pt x="551" y="5932"/>
                    <a:pt x="637" y="6081"/>
                    <a:pt x="666" y="6136"/>
                  </a:cubicBezTo>
                  <a:cubicBezTo>
                    <a:pt x="695" y="6193"/>
                    <a:pt x="758" y="6350"/>
                    <a:pt x="790" y="6388"/>
                  </a:cubicBezTo>
                  <a:cubicBezTo>
                    <a:pt x="821" y="6427"/>
                    <a:pt x="812" y="6432"/>
                    <a:pt x="795" y="6451"/>
                  </a:cubicBezTo>
                  <a:cubicBezTo>
                    <a:pt x="774" y="6471"/>
                    <a:pt x="824" y="6471"/>
                    <a:pt x="821" y="6487"/>
                  </a:cubicBezTo>
                  <a:cubicBezTo>
                    <a:pt x="819" y="6506"/>
                    <a:pt x="758" y="6605"/>
                    <a:pt x="687" y="6716"/>
                  </a:cubicBezTo>
                  <a:cubicBezTo>
                    <a:pt x="614" y="6828"/>
                    <a:pt x="646" y="6997"/>
                    <a:pt x="652" y="7026"/>
                  </a:cubicBezTo>
                  <a:cubicBezTo>
                    <a:pt x="658" y="7055"/>
                    <a:pt x="639" y="7316"/>
                    <a:pt x="628" y="7415"/>
                  </a:cubicBezTo>
                  <a:cubicBezTo>
                    <a:pt x="617" y="7516"/>
                    <a:pt x="580" y="7670"/>
                    <a:pt x="576" y="7689"/>
                  </a:cubicBezTo>
                  <a:cubicBezTo>
                    <a:pt x="573" y="7709"/>
                    <a:pt x="560" y="7727"/>
                    <a:pt x="541" y="7728"/>
                  </a:cubicBezTo>
                  <a:cubicBezTo>
                    <a:pt x="525" y="7730"/>
                    <a:pt x="502" y="7752"/>
                    <a:pt x="494" y="7782"/>
                  </a:cubicBezTo>
                  <a:cubicBezTo>
                    <a:pt x="489" y="7811"/>
                    <a:pt x="441" y="7817"/>
                    <a:pt x="401" y="7836"/>
                  </a:cubicBezTo>
                  <a:cubicBezTo>
                    <a:pt x="362" y="7855"/>
                    <a:pt x="290" y="7931"/>
                    <a:pt x="263" y="7941"/>
                  </a:cubicBezTo>
                  <a:cubicBezTo>
                    <a:pt x="235" y="7954"/>
                    <a:pt x="196" y="7974"/>
                    <a:pt x="210" y="8047"/>
                  </a:cubicBezTo>
                  <a:cubicBezTo>
                    <a:pt x="223" y="8119"/>
                    <a:pt x="531" y="8304"/>
                    <a:pt x="655" y="8406"/>
                  </a:cubicBezTo>
                  <a:cubicBezTo>
                    <a:pt x="780" y="8511"/>
                    <a:pt x="1007" y="8612"/>
                    <a:pt x="1068" y="8637"/>
                  </a:cubicBezTo>
                  <a:cubicBezTo>
                    <a:pt x="1077" y="8640"/>
                    <a:pt x="1085" y="8642"/>
                    <a:pt x="1092" y="8642"/>
                  </a:cubicBezTo>
                  <a:cubicBezTo>
                    <a:pt x="1136" y="8642"/>
                    <a:pt x="1152" y="8585"/>
                    <a:pt x="1165" y="8540"/>
                  </a:cubicBezTo>
                  <a:cubicBezTo>
                    <a:pt x="1181" y="8487"/>
                    <a:pt x="1071" y="8425"/>
                    <a:pt x="1048" y="8409"/>
                  </a:cubicBezTo>
                  <a:cubicBezTo>
                    <a:pt x="1025" y="8393"/>
                    <a:pt x="933" y="8232"/>
                    <a:pt x="910" y="8194"/>
                  </a:cubicBezTo>
                  <a:cubicBezTo>
                    <a:pt x="886" y="8155"/>
                    <a:pt x="864" y="8069"/>
                    <a:pt x="863" y="8037"/>
                  </a:cubicBezTo>
                  <a:cubicBezTo>
                    <a:pt x="860" y="8005"/>
                    <a:pt x="915" y="7926"/>
                    <a:pt x="924" y="7890"/>
                  </a:cubicBezTo>
                  <a:cubicBezTo>
                    <a:pt x="933" y="7861"/>
                    <a:pt x="894" y="7851"/>
                    <a:pt x="873" y="7851"/>
                  </a:cubicBezTo>
                  <a:cubicBezTo>
                    <a:pt x="869" y="7851"/>
                    <a:pt x="865" y="7851"/>
                    <a:pt x="863" y="7852"/>
                  </a:cubicBezTo>
                  <a:cubicBezTo>
                    <a:pt x="860" y="7853"/>
                    <a:pt x="857" y="7854"/>
                    <a:pt x="854" y="7854"/>
                  </a:cubicBezTo>
                  <a:cubicBezTo>
                    <a:pt x="845" y="7854"/>
                    <a:pt x="840" y="7844"/>
                    <a:pt x="840" y="7789"/>
                  </a:cubicBezTo>
                  <a:cubicBezTo>
                    <a:pt x="840" y="7717"/>
                    <a:pt x="902" y="7500"/>
                    <a:pt x="923" y="7449"/>
                  </a:cubicBezTo>
                  <a:cubicBezTo>
                    <a:pt x="943" y="7399"/>
                    <a:pt x="1031" y="7162"/>
                    <a:pt x="1054" y="7087"/>
                  </a:cubicBezTo>
                  <a:cubicBezTo>
                    <a:pt x="1077" y="7013"/>
                    <a:pt x="1144" y="6843"/>
                    <a:pt x="1157" y="6797"/>
                  </a:cubicBezTo>
                  <a:cubicBezTo>
                    <a:pt x="1170" y="6752"/>
                    <a:pt x="1253" y="6650"/>
                    <a:pt x="1287" y="6614"/>
                  </a:cubicBezTo>
                  <a:cubicBezTo>
                    <a:pt x="1320" y="6576"/>
                    <a:pt x="1357" y="6492"/>
                    <a:pt x="1360" y="6455"/>
                  </a:cubicBezTo>
                  <a:cubicBezTo>
                    <a:pt x="1364" y="6419"/>
                    <a:pt x="1357" y="6228"/>
                    <a:pt x="1357" y="6228"/>
                  </a:cubicBezTo>
                  <a:lnTo>
                    <a:pt x="1374" y="6228"/>
                  </a:lnTo>
                  <a:cubicBezTo>
                    <a:pt x="1390" y="6228"/>
                    <a:pt x="1435" y="6186"/>
                    <a:pt x="1444" y="6158"/>
                  </a:cubicBezTo>
                  <a:cubicBezTo>
                    <a:pt x="1454" y="6130"/>
                    <a:pt x="1485" y="6095"/>
                    <a:pt x="1521" y="6090"/>
                  </a:cubicBezTo>
                  <a:cubicBezTo>
                    <a:pt x="1522" y="6089"/>
                    <a:pt x="1523" y="6089"/>
                    <a:pt x="1524" y="6089"/>
                  </a:cubicBezTo>
                  <a:cubicBezTo>
                    <a:pt x="1556" y="6089"/>
                    <a:pt x="1548" y="6181"/>
                    <a:pt x="1548" y="6225"/>
                  </a:cubicBezTo>
                  <a:cubicBezTo>
                    <a:pt x="1548" y="6239"/>
                    <a:pt x="1553" y="6245"/>
                    <a:pt x="1562" y="6245"/>
                  </a:cubicBezTo>
                  <a:cubicBezTo>
                    <a:pt x="1580" y="6245"/>
                    <a:pt x="1611" y="6217"/>
                    <a:pt x="1623" y="6193"/>
                  </a:cubicBezTo>
                  <a:cubicBezTo>
                    <a:pt x="1642" y="6158"/>
                    <a:pt x="1938" y="6071"/>
                    <a:pt x="1963" y="6071"/>
                  </a:cubicBezTo>
                  <a:cubicBezTo>
                    <a:pt x="1986" y="6071"/>
                    <a:pt x="1977" y="6113"/>
                    <a:pt x="1969" y="6193"/>
                  </a:cubicBezTo>
                  <a:cubicBezTo>
                    <a:pt x="1963" y="6273"/>
                    <a:pt x="1995" y="6391"/>
                    <a:pt x="2014" y="6473"/>
                  </a:cubicBezTo>
                  <a:cubicBezTo>
                    <a:pt x="2030" y="6554"/>
                    <a:pt x="2191" y="6746"/>
                    <a:pt x="2224" y="6811"/>
                  </a:cubicBezTo>
                  <a:cubicBezTo>
                    <a:pt x="2257" y="6875"/>
                    <a:pt x="2441" y="7211"/>
                    <a:pt x="2465" y="7271"/>
                  </a:cubicBezTo>
                  <a:cubicBezTo>
                    <a:pt x="2492" y="7332"/>
                    <a:pt x="2503" y="7386"/>
                    <a:pt x="2493" y="7392"/>
                  </a:cubicBezTo>
                  <a:cubicBezTo>
                    <a:pt x="2484" y="7398"/>
                    <a:pt x="2471" y="7415"/>
                    <a:pt x="2471" y="7425"/>
                  </a:cubicBezTo>
                  <a:cubicBezTo>
                    <a:pt x="2471" y="7435"/>
                    <a:pt x="2464" y="7472"/>
                    <a:pt x="2419" y="7500"/>
                  </a:cubicBezTo>
                  <a:cubicBezTo>
                    <a:pt x="2375" y="7527"/>
                    <a:pt x="2379" y="7570"/>
                    <a:pt x="2381" y="7625"/>
                  </a:cubicBezTo>
                  <a:cubicBezTo>
                    <a:pt x="2384" y="7679"/>
                    <a:pt x="2309" y="7725"/>
                    <a:pt x="2277" y="7795"/>
                  </a:cubicBezTo>
                  <a:cubicBezTo>
                    <a:pt x="2244" y="7865"/>
                    <a:pt x="2527" y="7957"/>
                    <a:pt x="2633" y="7973"/>
                  </a:cubicBezTo>
                  <a:cubicBezTo>
                    <a:pt x="2738" y="7989"/>
                    <a:pt x="3118" y="8072"/>
                    <a:pt x="3290" y="8094"/>
                  </a:cubicBezTo>
                  <a:cubicBezTo>
                    <a:pt x="3303" y="8096"/>
                    <a:pt x="3315" y="8096"/>
                    <a:pt x="3326" y="8096"/>
                  </a:cubicBezTo>
                  <a:cubicBezTo>
                    <a:pt x="3466" y="8096"/>
                    <a:pt x="3489" y="7981"/>
                    <a:pt x="3488" y="7953"/>
                  </a:cubicBezTo>
                  <a:cubicBezTo>
                    <a:pt x="3485" y="7923"/>
                    <a:pt x="3197" y="7769"/>
                    <a:pt x="3117" y="7734"/>
                  </a:cubicBezTo>
                  <a:cubicBezTo>
                    <a:pt x="3036" y="7699"/>
                    <a:pt x="2948" y="7545"/>
                    <a:pt x="2933" y="7543"/>
                  </a:cubicBezTo>
                  <a:cubicBezTo>
                    <a:pt x="2920" y="7540"/>
                    <a:pt x="2886" y="7459"/>
                    <a:pt x="2899" y="7430"/>
                  </a:cubicBezTo>
                  <a:cubicBezTo>
                    <a:pt x="2912" y="7402"/>
                    <a:pt x="2889" y="7348"/>
                    <a:pt x="2852" y="7348"/>
                  </a:cubicBezTo>
                  <a:cubicBezTo>
                    <a:pt x="2851" y="7348"/>
                    <a:pt x="2849" y="7348"/>
                    <a:pt x="2847" y="7348"/>
                  </a:cubicBezTo>
                  <a:cubicBezTo>
                    <a:pt x="2822" y="7352"/>
                    <a:pt x="2808" y="7375"/>
                    <a:pt x="2796" y="7375"/>
                  </a:cubicBezTo>
                  <a:cubicBezTo>
                    <a:pt x="2788" y="7375"/>
                    <a:pt x="2781" y="7367"/>
                    <a:pt x="2773" y="7344"/>
                  </a:cubicBezTo>
                  <a:cubicBezTo>
                    <a:pt x="2749" y="7278"/>
                    <a:pt x="2672" y="6950"/>
                    <a:pt x="2646" y="6862"/>
                  </a:cubicBezTo>
                  <a:cubicBezTo>
                    <a:pt x="2618" y="6771"/>
                    <a:pt x="2534" y="6398"/>
                    <a:pt x="2487" y="6209"/>
                  </a:cubicBezTo>
                  <a:cubicBezTo>
                    <a:pt x="2441" y="6018"/>
                    <a:pt x="2436" y="5871"/>
                    <a:pt x="2451" y="5859"/>
                  </a:cubicBezTo>
                  <a:cubicBezTo>
                    <a:pt x="2464" y="5848"/>
                    <a:pt x="2474" y="5845"/>
                    <a:pt x="2480" y="5820"/>
                  </a:cubicBezTo>
                  <a:cubicBezTo>
                    <a:pt x="2486" y="5794"/>
                    <a:pt x="2406" y="5687"/>
                    <a:pt x="2372" y="5638"/>
                  </a:cubicBezTo>
                  <a:cubicBezTo>
                    <a:pt x="2339" y="5590"/>
                    <a:pt x="2084" y="5339"/>
                    <a:pt x="2050" y="5320"/>
                  </a:cubicBezTo>
                  <a:cubicBezTo>
                    <a:pt x="2017" y="5300"/>
                    <a:pt x="1925" y="5201"/>
                    <a:pt x="1913" y="5165"/>
                  </a:cubicBezTo>
                  <a:cubicBezTo>
                    <a:pt x="1902" y="5127"/>
                    <a:pt x="1787" y="5054"/>
                    <a:pt x="1758" y="5054"/>
                  </a:cubicBezTo>
                  <a:cubicBezTo>
                    <a:pt x="1758" y="5054"/>
                    <a:pt x="1758" y="5054"/>
                    <a:pt x="1757" y="5054"/>
                  </a:cubicBezTo>
                  <a:cubicBezTo>
                    <a:pt x="1756" y="5054"/>
                    <a:pt x="1755" y="5054"/>
                    <a:pt x="1754" y="5054"/>
                  </a:cubicBezTo>
                  <a:cubicBezTo>
                    <a:pt x="1728" y="5054"/>
                    <a:pt x="1699" y="5016"/>
                    <a:pt x="1622" y="4965"/>
                  </a:cubicBezTo>
                  <a:cubicBezTo>
                    <a:pt x="1542" y="4911"/>
                    <a:pt x="1457" y="4793"/>
                    <a:pt x="1453" y="4778"/>
                  </a:cubicBezTo>
                  <a:cubicBezTo>
                    <a:pt x="1450" y="4765"/>
                    <a:pt x="1478" y="4736"/>
                    <a:pt x="1498" y="4736"/>
                  </a:cubicBezTo>
                  <a:cubicBezTo>
                    <a:pt x="1517" y="4736"/>
                    <a:pt x="1565" y="4710"/>
                    <a:pt x="1572" y="4678"/>
                  </a:cubicBezTo>
                  <a:cubicBezTo>
                    <a:pt x="1581" y="4644"/>
                    <a:pt x="1498" y="4509"/>
                    <a:pt x="1501" y="4468"/>
                  </a:cubicBezTo>
                  <a:cubicBezTo>
                    <a:pt x="1505" y="4427"/>
                    <a:pt x="1460" y="4304"/>
                    <a:pt x="1454" y="4269"/>
                  </a:cubicBezTo>
                  <a:cubicBezTo>
                    <a:pt x="1447" y="4234"/>
                    <a:pt x="1402" y="3958"/>
                    <a:pt x="1406" y="3919"/>
                  </a:cubicBezTo>
                  <a:cubicBezTo>
                    <a:pt x="1409" y="3881"/>
                    <a:pt x="1409" y="3587"/>
                    <a:pt x="1431" y="3529"/>
                  </a:cubicBezTo>
                  <a:cubicBezTo>
                    <a:pt x="1451" y="3470"/>
                    <a:pt x="1422" y="3300"/>
                    <a:pt x="1427" y="3229"/>
                  </a:cubicBezTo>
                  <a:cubicBezTo>
                    <a:pt x="1431" y="3160"/>
                    <a:pt x="1374" y="3093"/>
                    <a:pt x="1368" y="3065"/>
                  </a:cubicBezTo>
                  <a:cubicBezTo>
                    <a:pt x="1363" y="3039"/>
                    <a:pt x="1363" y="3025"/>
                    <a:pt x="1425" y="2990"/>
                  </a:cubicBezTo>
                  <a:cubicBezTo>
                    <a:pt x="1488" y="2955"/>
                    <a:pt x="1542" y="2953"/>
                    <a:pt x="1575" y="2950"/>
                  </a:cubicBezTo>
                  <a:cubicBezTo>
                    <a:pt x="1609" y="2949"/>
                    <a:pt x="1575" y="2845"/>
                    <a:pt x="1575" y="2815"/>
                  </a:cubicBezTo>
                  <a:cubicBezTo>
                    <a:pt x="1575" y="2786"/>
                    <a:pt x="1581" y="2767"/>
                    <a:pt x="1612" y="2748"/>
                  </a:cubicBezTo>
                  <a:cubicBezTo>
                    <a:pt x="1644" y="2727"/>
                    <a:pt x="1669" y="2640"/>
                    <a:pt x="1701" y="2611"/>
                  </a:cubicBezTo>
                  <a:cubicBezTo>
                    <a:pt x="1731" y="2582"/>
                    <a:pt x="1801" y="2474"/>
                    <a:pt x="1845" y="2427"/>
                  </a:cubicBezTo>
                  <a:cubicBezTo>
                    <a:pt x="1887" y="2379"/>
                    <a:pt x="1896" y="2346"/>
                    <a:pt x="1909" y="2298"/>
                  </a:cubicBezTo>
                  <a:cubicBezTo>
                    <a:pt x="1923" y="2251"/>
                    <a:pt x="1958" y="2151"/>
                    <a:pt x="1976" y="2079"/>
                  </a:cubicBezTo>
                  <a:cubicBezTo>
                    <a:pt x="1993" y="2006"/>
                    <a:pt x="1993" y="1801"/>
                    <a:pt x="1993" y="1711"/>
                  </a:cubicBezTo>
                  <a:cubicBezTo>
                    <a:pt x="1993" y="1619"/>
                    <a:pt x="1963" y="1473"/>
                    <a:pt x="1963" y="1459"/>
                  </a:cubicBezTo>
                  <a:cubicBezTo>
                    <a:pt x="1963" y="1450"/>
                    <a:pt x="1978" y="1435"/>
                    <a:pt x="1984" y="1435"/>
                  </a:cubicBezTo>
                  <a:cubicBezTo>
                    <a:pt x="1985" y="1435"/>
                    <a:pt x="1986" y="1437"/>
                    <a:pt x="1986" y="1440"/>
                  </a:cubicBezTo>
                  <a:cubicBezTo>
                    <a:pt x="1983" y="1454"/>
                    <a:pt x="2001" y="1497"/>
                    <a:pt x="2024" y="1524"/>
                  </a:cubicBezTo>
                  <a:cubicBezTo>
                    <a:pt x="2049" y="1552"/>
                    <a:pt x="2088" y="1553"/>
                    <a:pt x="2098" y="1556"/>
                  </a:cubicBezTo>
                  <a:cubicBezTo>
                    <a:pt x="2108" y="1558"/>
                    <a:pt x="2143" y="1593"/>
                    <a:pt x="2167" y="1623"/>
                  </a:cubicBezTo>
                  <a:cubicBezTo>
                    <a:pt x="2190" y="1655"/>
                    <a:pt x="2225" y="1712"/>
                    <a:pt x="2242" y="1741"/>
                  </a:cubicBezTo>
                  <a:cubicBezTo>
                    <a:pt x="2261" y="1770"/>
                    <a:pt x="2318" y="1869"/>
                    <a:pt x="2342" y="1912"/>
                  </a:cubicBezTo>
                  <a:cubicBezTo>
                    <a:pt x="2365" y="1951"/>
                    <a:pt x="2462" y="2085"/>
                    <a:pt x="2506" y="2136"/>
                  </a:cubicBezTo>
                  <a:cubicBezTo>
                    <a:pt x="2551" y="2186"/>
                    <a:pt x="2669" y="2318"/>
                    <a:pt x="2694" y="2334"/>
                  </a:cubicBezTo>
                  <a:cubicBezTo>
                    <a:pt x="2720" y="2353"/>
                    <a:pt x="2796" y="2435"/>
                    <a:pt x="2825" y="2467"/>
                  </a:cubicBezTo>
                  <a:cubicBezTo>
                    <a:pt x="2854" y="2497"/>
                    <a:pt x="2984" y="2637"/>
                    <a:pt x="3054" y="2711"/>
                  </a:cubicBezTo>
                  <a:cubicBezTo>
                    <a:pt x="3124" y="2786"/>
                    <a:pt x="3233" y="2899"/>
                    <a:pt x="3249" y="2911"/>
                  </a:cubicBezTo>
                  <a:cubicBezTo>
                    <a:pt x="3265" y="2923"/>
                    <a:pt x="3302" y="2962"/>
                    <a:pt x="3299" y="2975"/>
                  </a:cubicBezTo>
                  <a:cubicBezTo>
                    <a:pt x="3294" y="2990"/>
                    <a:pt x="3299" y="2998"/>
                    <a:pt x="3300" y="3016"/>
                  </a:cubicBezTo>
                  <a:cubicBezTo>
                    <a:pt x="3302" y="3033"/>
                    <a:pt x="3318" y="3092"/>
                    <a:pt x="3329" y="3125"/>
                  </a:cubicBezTo>
                  <a:cubicBezTo>
                    <a:pt x="3341" y="3159"/>
                    <a:pt x="3369" y="3265"/>
                    <a:pt x="3369" y="3284"/>
                  </a:cubicBezTo>
                  <a:cubicBezTo>
                    <a:pt x="3369" y="3303"/>
                    <a:pt x="3342" y="3371"/>
                    <a:pt x="3318" y="3416"/>
                  </a:cubicBezTo>
                  <a:cubicBezTo>
                    <a:pt x="3291" y="3462"/>
                    <a:pt x="3307" y="3530"/>
                    <a:pt x="3307" y="3609"/>
                  </a:cubicBezTo>
                  <a:cubicBezTo>
                    <a:pt x="3307" y="3686"/>
                    <a:pt x="3412" y="3846"/>
                    <a:pt x="3428" y="3886"/>
                  </a:cubicBezTo>
                  <a:cubicBezTo>
                    <a:pt x="3444" y="3925"/>
                    <a:pt x="3436" y="4036"/>
                    <a:pt x="3422" y="4073"/>
                  </a:cubicBezTo>
                  <a:cubicBezTo>
                    <a:pt x="3409" y="4110"/>
                    <a:pt x="3436" y="4269"/>
                    <a:pt x="3431" y="4308"/>
                  </a:cubicBezTo>
                  <a:cubicBezTo>
                    <a:pt x="3425" y="4346"/>
                    <a:pt x="3436" y="4582"/>
                    <a:pt x="3438" y="4644"/>
                  </a:cubicBezTo>
                  <a:cubicBezTo>
                    <a:pt x="3440" y="4707"/>
                    <a:pt x="3329" y="4800"/>
                    <a:pt x="3313" y="4835"/>
                  </a:cubicBezTo>
                  <a:cubicBezTo>
                    <a:pt x="3297" y="4870"/>
                    <a:pt x="3335" y="4888"/>
                    <a:pt x="3377" y="4917"/>
                  </a:cubicBezTo>
                  <a:cubicBezTo>
                    <a:pt x="3409" y="4938"/>
                    <a:pt x="3481" y="4950"/>
                    <a:pt x="3536" y="4950"/>
                  </a:cubicBezTo>
                  <a:cubicBezTo>
                    <a:pt x="3556" y="4950"/>
                    <a:pt x="3575" y="4948"/>
                    <a:pt x="3587" y="4945"/>
                  </a:cubicBezTo>
                  <a:cubicBezTo>
                    <a:pt x="3628" y="4931"/>
                    <a:pt x="3715" y="4895"/>
                    <a:pt x="3738" y="4895"/>
                  </a:cubicBezTo>
                  <a:cubicBezTo>
                    <a:pt x="3740" y="4895"/>
                    <a:pt x="3742" y="4896"/>
                    <a:pt x="3743" y="4896"/>
                  </a:cubicBezTo>
                  <a:cubicBezTo>
                    <a:pt x="3753" y="4907"/>
                    <a:pt x="3746" y="4939"/>
                    <a:pt x="3718" y="4974"/>
                  </a:cubicBezTo>
                  <a:cubicBezTo>
                    <a:pt x="3690" y="5009"/>
                    <a:pt x="3696" y="5102"/>
                    <a:pt x="3696" y="5137"/>
                  </a:cubicBezTo>
                  <a:cubicBezTo>
                    <a:pt x="3696" y="5173"/>
                    <a:pt x="3714" y="5265"/>
                    <a:pt x="3705" y="5294"/>
                  </a:cubicBezTo>
                  <a:cubicBezTo>
                    <a:pt x="3698" y="5323"/>
                    <a:pt x="3676" y="5447"/>
                    <a:pt x="3699" y="5475"/>
                  </a:cubicBezTo>
                  <a:cubicBezTo>
                    <a:pt x="3724" y="5505"/>
                    <a:pt x="3690" y="5626"/>
                    <a:pt x="3692" y="5669"/>
                  </a:cubicBezTo>
                  <a:cubicBezTo>
                    <a:pt x="3693" y="5712"/>
                    <a:pt x="3667" y="5801"/>
                    <a:pt x="3654" y="5827"/>
                  </a:cubicBezTo>
                  <a:cubicBezTo>
                    <a:pt x="3639" y="5852"/>
                    <a:pt x="3651" y="5887"/>
                    <a:pt x="3651" y="5915"/>
                  </a:cubicBezTo>
                  <a:cubicBezTo>
                    <a:pt x="3651" y="5942"/>
                    <a:pt x="3626" y="5983"/>
                    <a:pt x="3605" y="6036"/>
                  </a:cubicBezTo>
                  <a:cubicBezTo>
                    <a:pt x="3583" y="6090"/>
                    <a:pt x="3535" y="6193"/>
                    <a:pt x="3511" y="6237"/>
                  </a:cubicBezTo>
                  <a:cubicBezTo>
                    <a:pt x="3488" y="6282"/>
                    <a:pt x="3449" y="6462"/>
                    <a:pt x="3449" y="6462"/>
                  </a:cubicBezTo>
                  <a:lnTo>
                    <a:pt x="3443" y="6461"/>
                  </a:lnTo>
                  <a:cubicBezTo>
                    <a:pt x="3441" y="6460"/>
                    <a:pt x="3440" y="6460"/>
                    <a:pt x="3439" y="6460"/>
                  </a:cubicBezTo>
                  <a:cubicBezTo>
                    <a:pt x="3433" y="6460"/>
                    <a:pt x="3428" y="6465"/>
                    <a:pt x="3428" y="6477"/>
                  </a:cubicBezTo>
                  <a:cubicBezTo>
                    <a:pt x="3428" y="6489"/>
                    <a:pt x="3418" y="6498"/>
                    <a:pt x="3411" y="6498"/>
                  </a:cubicBezTo>
                  <a:cubicBezTo>
                    <a:pt x="3408" y="6498"/>
                    <a:pt x="3405" y="6497"/>
                    <a:pt x="3403" y="6494"/>
                  </a:cubicBezTo>
                  <a:cubicBezTo>
                    <a:pt x="3401" y="6492"/>
                    <a:pt x="3397" y="6491"/>
                    <a:pt x="3392" y="6491"/>
                  </a:cubicBezTo>
                  <a:cubicBezTo>
                    <a:pt x="3385" y="6491"/>
                    <a:pt x="3375" y="6493"/>
                    <a:pt x="3361" y="6493"/>
                  </a:cubicBezTo>
                  <a:cubicBezTo>
                    <a:pt x="3336" y="6493"/>
                    <a:pt x="3341" y="6527"/>
                    <a:pt x="3347" y="6545"/>
                  </a:cubicBezTo>
                  <a:cubicBezTo>
                    <a:pt x="3352" y="6564"/>
                    <a:pt x="3329" y="6589"/>
                    <a:pt x="3319" y="6608"/>
                  </a:cubicBezTo>
                  <a:cubicBezTo>
                    <a:pt x="3317" y="6612"/>
                    <a:pt x="3314" y="6613"/>
                    <a:pt x="3310" y="6613"/>
                  </a:cubicBezTo>
                  <a:cubicBezTo>
                    <a:pt x="3292" y="6613"/>
                    <a:pt x="3257" y="6588"/>
                    <a:pt x="3243" y="6585"/>
                  </a:cubicBezTo>
                  <a:cubicBezTo>
                    <a:pt x="3242" y="6585"/>
                    <a:pt x="3241" y="6584"/>
                    <a:pt x="3240" y="6584"/>
                  </a:cubicBezTo>
                  <a:cubicBezTo>
                    <a:pt x="3225" y="6584"/>
                    <a:pt x="3218" y="6603"/>
                    <a:pt x="3197" y="6612"/>
                  </a:cubicBezTo>
                  <a:cubicBezTo>
                    <a:pt x="3172" y="6621"/>
                    <a:pt x="3143" y="6717"/>
                    <a:pt x="3143" y="6735"/>
                  </a:cubicBezTo>
                  <a:cubicBezTo>
                    <a:pt x="3143" y="6754"/>
                    <a:pt x="3121" y="6777"/>
                    <a:pt x="3099" y="6786"/>
                  </a:cubicBezTo>
                  <a:cubicBezTo>
                    <a:pt x="3077" y="6796"/>
                    <a:pt x="3001" y="6821"/>
                    <a:pt x="2975" y="6840"/>
                  </a:cubicBezTo>
                  <a:cubicBezTo>
                    <a:pt x="2950" y="6856"/>
                    <a:pt x="2869" y="6862"/>
                    <a:pt x="2800" y="6869"/>
                  </a:cubicBezTo>
                  <a:cubicBezTo>
                    <a:pt x="2732" y="6873"/>
                    <a:pt x="2714" y="6971"/>
                    <a:pt x="2732" y="6997"/>
                  </a:cubicBezTo>
                  <a:cubicBezTo>
                    <a:pt x="2749" y="7022"/>
                    <a:pt x="2882" y="7070"/>
                    <a:pt x="2942" y="7079"/>
                  </a:cubicBezTo>
                  <a:cubicBezTo>
                    <a:pt x="2975" y="7084"/>
                    <a:pt x="3039" y="7087"/>
                    <a:pt x="3096" y="7087"/>
                  </a:cubicBezTo>
                  <a:cubicBezTo>
                    <a:pt x="3144" y="7087"/>
                    <a:pt x="3187" y="7085"/>
                    <a:pt x="3202" y="7082"/>
                  </a:cubicBezTo>
                  <a:cubicBezTo>
                    <a:pt x="3214" y="7079"/>
                    <a:pt x="3230" y="7078"/>
                    <a:pt x="3246" y="7078"/>
                  </a:cubicBezTo>
                  <a:cubicBezTo>
                    <a:pt x="3277" y="7078"/>
                    <a:pt x="3313" y="7083"/>
                    <a:pt x="3334" y="7096"/>
                  </a:cubicBezTo>
                  <a:cubicBezTo>
                    <a:pt x="3362" y="7117"/>
                    <a:pt x="3428" y="7137"/>
                    <a:pt x="3513" y="7137"/>
                  </a:cubicBezTo>
                  <a:cubicBezTo>
                    <a:pt x="3519" y="7137"/>
                    <a:pt x="3525" y="7137"/>
                    <a:pt x="3530" y="7137"/>
                  </a:cubicBezTo>
                  <a:cubicBezTo>
                    <a:pt x="3625" y="7132"/>
                    <a:pt x="3655" y="7070"/>
                    <a:pt x="3661" y="7042"/>
                  </a:cubicBezTo>
                  <a:cubicBezTo>
                    <a:pt x="3667" y="7015"/>
                    <a:pt x="3609" y="6873"/>
                    <a:pt x="3609" y="6873"/>
                  </a:cubicBezTo>
                  <a:lnTo>
                    <a:pt x="3599" y="6848"/>
                  </a:lnTo>
                  <a:cubicBezTo>
                    <a:pt x="3588" y="6824"/>
                    <a:pt x="3621" y="6742"/>
                    <a:pt x="3622" y="6729"/>
                  </a:cubicBezTo>
                  <a:cubicBezTo>
                    <a:pt x="3625" y="6716"/>
                    <a:pt x="3645" y="6685"/>
                    <a:pt x="3658" y="6678"/>
                  </a:cubicBezTo>
                  <a:cubicBezTo>
                    <a:pt x="3673" y="6671"/>
                    <a:pt x="3657" y="6653"/>
                    <a:pt x="3658" y="6647"/>
                  </a:cubicBezTo>
                  <a:cubicBezTo>
                    <a:pt x="3661" y="6642"/>
                    <a:pt x="3702" y="6620"/>
                    <a:pt x="3747" y="6596"/>
                  </a:cubicBezTo>
                  <a:cubicBezTo>
                    <a:pt x="3792" y="6573"/>
                    <a:pt x="3890" y="6473"/>
                    <a:pt x="3931" y="6385"/>
                  </a:cubicBezTo>
                  <a:cubicBezTo>
                    <a:pt x="3972" y="6298"/>
                    <a:pt x="3980" y="6199"/>
                    <a:pt x="3980" y="6177"/>
                  </a:cubicBezTo>
                  <a:cubicBezTo>
                    <a:pt x="3980" y="6155"/>
                    <a:pt x="4027" y="6071"/>
                    <a:pt x="4033" y="6057"/>
                  </a:cubicBezTo>
                  <a:cubicBezTo>
                    <a:pt x="4036" y="6050"/>
                    <a:pt x="4039" y="6043"/>
                    <a:pt x="4041" y="6043"/>
                  </a:cubicBezTo>
                  <a:cubicBezTo>
                    <a:pt x="4042" y="6043"/>
                    <a:pt x="4043" y="6047"/>
                    <a:pt x="4044" y="6056"/>
                  </a:cubicBezTo>
                  <a:cubicBezTo>
                    <a:pt x="4046" y="6078"/>
                    <a:pt x="4088" y="6130"/>
                    <a:pt x="4109" y="6178"/>
                  </a:cubicBezTo>
                  <a:cubicBezTo>
                    <a:pt x="4130" y="6228"/>
                    <a:pt x="4199" y="6395"/>
                    <a:pt x="4229" y="6464"/>
                  </a:cubicBezTo>
                  <a:cubicBezTo>
                    <a:pt x="4261" y="6532"/>
                    <a:pt x="4257" y="6567"/>
                    <a:pt x="4253" y="6589"/>
                  </a:cubicBezTo>
                  <a:cubicBezTo>
                    <a:pt x="4248" y="6611"/>
                    <a:pt x="4291" y="6612"/>
                    <a:pt x="4291" y="6639"/>
                  </a:cubicBezTo>
                  <a:cubicBezTo>
                    <a:pt x="4291" y="6663"/>
                    <a:pt x="4339" y="6773"/>
                    <a:pt x="4365" y="6803"/>
                  </a:cubicBezTo>
                  <a:cubicBezTo>
                    <a:pt x="4390" y="6835"/>
                    <a:pt x="4400" y="6942"/>
                    <a:pt x="4401" y="6996"/>
                  </a:cubicBezTo>
                  <a:cubicBezTo>
                    <a:pt x="4403" y="7048"/>
                    <a:pt x="4417" y="7146"/>
                    <a:pt x="4422" y="7191"/>
                  </a:cubicBezTo>
                  <a:cubicBezTo>
                    <a:pt x="4425" y="7234"/>
                    <a:pt x="4455" y="7411"/>
                    <a:pt x="4460" y="7438"/>
                  </a:cubicBezTo>
                  <a:cubicBezTo>
                    <a:pt x="4464" y="7465"/>
                    <a:pt x="4464" y="7468"/>
                    <a:pt x="4452" y="7472"/>
                  </a:cubicBezTo>
                  <a:cubicBezTo>
                    <a:pt x="4441" y="7476"/>
                    <a:pt x="4446" y="7510"/>
                    <a:pt x="4446" y="7524"/>
                  </a:cubicBezTo>
                  <a:cubicBezTo>
                    <a:pt x="4446" y="7540"/>
                    <a:pt x="4444" y="7549"/>
                    <a:pt x="4433" y="7568"/>
                  </a:cubicBezTo>
                  <a:cubicBezTo>
                    <a:pt x="4423" y="7584"/>
                    <a:pt x="4422" y="7661"/>
                    <a:pt x="4412" y="7671"/>
                  </a:cubicBezTo>
                  <a:cubicBezTo>
                    <a:pt x="4401" y="7680"/>
                    <a:pt x="4372" y="7718"/>
                    <a:pt x="4349" y="7741"/>
                  </a:cubicBezTo>
                  <a:cubicBezTo>
                    <a:pt x="4326" y="7765"/>
                    <a:pt x="4347" y="7803"/>
                    <a:pt x="4345" y="7832"/>
                  </a:cubicBezTo>
                  <a:cubicBezTo>
                    <a:pt x="4343" y="7861"/>
                    <a:pt x="4289" y="7925"/>
                    <a:pt x="4269" y="7937"/>
                  </a:cubicBezTo>
                  <a:cubicBezTo>
                    <a:pt x="4248" y="7948"/>
                    <a:pt x="4240" y="8036"/>
                    <a:pt x="4240" y="8055"/>
                  </a:cubicBezTo>
                  <a:cubicBezTo>
                    <a:pt x="4240" y="8075"/>
                    <a:pt x="4203" y="8101"/>
                    <a:pt x="4177" y="8136"/>
                  </a:cubicBezTo>
                  <a:cubicBezTo>
                    <a:pt x="4152" y="8171"/>
                    <a:pt x="4075" y="8269"/>
                    <a:pt x="4074" y="8340"/>
                  </a:cubicBezTo>
                  <a:cubicBezTo>
                    <a:pt x="4071" y="8413"/>
                    <a:pt x="4149" y="8458"/>
                    <a:pt x="4253" y="8461"/>
                  </a:cubicBezTo>
                  <a:cubicBezTo>
                    <a:pt x="4256" y="8461"/>
                    <a:pt x="4260" y="8461"/>
                    <a:pt x="4264" y="8461"/>
                  </a:cubicBezTo>
                  <a:cubicBezTo>
                    <a:pt x="4362" y="8461"/>
                    <a:pt x="4434" y="8405"/>
                    <a:pt x="4502" y="8356"/>
                  </a:cubicBezTo>
                  <a:cubicBezTo>
                    <a:pt x="4572" y="8305"/>
                    <a:pt x="4639" y="8129"/>
                    <a:pt x="4649" y="8106"/>
                  </a:cubicBezTo>
                  <a:cubicBezTo>
                    <a:pt x="4661" y="8084"/>
                    <a:pt x="4680" y="8039"/>
                    <a:pt x="4736" y="7996"/>
                  </a:cubicBezTo>
                  <a:cubicBezTo>
                    <a:pt x="4793" y="7956"/>
                    <a:pt x="4862" y="7867"/>
                    <a:pt x="4865" y="7775"/>
                  </a:cubicBezTo>
                  <a:cubicBezTo>
                    <a:pt x="4866" y="7682"/>
                    <a:pt x="4745" y="7638"/>
                    <a:pt x="4739" y="7638"/>
                  </a:cubicBezTo>
                  <a:cubicBezTo>
                    <a:pt x="4733" y="7638"/>
                    <a:pt x="4704" y="7632"/>
                    <a:pt x="4713" y="7618"/>
                  </a:cubicBezTo>
                  <a:cubicBezTo>
                    <a:pt x="4723" y="7604"/>
                    <a:pt x="4716" y="7571"/>
                    <a:pt x="4717" y="7548"/>
                  </a:cubicBezTo>
                  <a:cubicBezTo>
                    <a:pt x="4719" y="7524"/>
                    <a:pt x="4731" y="7513"/>
                    <a:pt x="4739" y="7501"/>
                  </a:cubicBezTo>
                  <a:cubicBezTo>
                    <a:pt x="4749" y="7489"/>
                    <a:pt x="4731" y="7469"/>
                    <a:pt x="4731" y="7469"/>
                  </a:cubicBezTo>
                  <a:cubicBezTo>
                    <a:pt x="4731" y="7469"/>
                    <a:pt x="4732" y="7452"/>
                    <a:pt x="4747" y="7417"/>
                  </a:cubicBezTo>
                  <a:cubicBezTo>
                    <a:pt x="4763" y="7382"/>
                    <a:pt x="4809" y="7189"/>
                    <a:pt x="4835" y="7089"/>
                  </a:cubicBezTo>
                  <a:cubicBezTo>
                    <a:pt x="4860" y="6987"/>
                    <a:pt x="4841" y="6940"/>
                    <a:pt x="4818" y="6883"/>
                  </a:cubicBezTo>
                  <a:cubicBezTo>
                    <a:pt x="4795" y="6827"/>
                    <a:pt x="4719" y="6576"/>
                    <a:pt x="4712" y="6535"/>
                  </a:cubicBezTo>
                  <a:cubicBezTo>
                    <a:pt x="4704" y="6494"/>
                    <a:pt x="4709" y="6449"/>
                    <a:pt x="4712" y="6432"/>
                  </a:cubicBezTo>
                  <a:cubicBezTo>
                    <a:pt x="4716" y="6414"/>
                    <a:pt x="4745" y="6363"/>
                    <a:pt x="4774" y="6308"/>
                  </a:cubicBezTo>
                  <a:cubicBezTo>
                    <a:pt x="4803" y="6254"/>
                    <a:pt x="4809" y="6030"/>
                    <a:pt x="4833" y="5983"/>
                  </a:cubicBezTo>
                  <a:cubicBezTo>
                    <a:pt x="4857" y="5937"/>
                    <a:pt x="4793" y="5769"/>
                    <a:pt x="4790" y="5762"/>
                  </a:cubicBezTo>
                  <a:cubicBezTo>
                    <a:pt x="4789" y="5756"/>
                    <a:pt x="4768" y="5743"/>
                    <a:pt x="4789" y="5712"/>
                  </a:cubicBezTo>
                  <a:cubicBezTo>
                    <a:pt x="4808" y="5680"/>
                    <a:pt x="4824" y="5635"/>
                    <a:pt x="4818" y="5616"/>
                  </a:cubicBezTo>
                  <a:cubicBezTo>
                    <a:pt x="4812" y="5596"/>
                    <a:pt x="4822" y="5583"/>
                    <a:pt x="4844" y="5571"/>
                  </a:cubicBezTo>
                  <a:cubicBezTo>
                    <a:pt x="4866" y="5559"/>
                    <a:pt x="4872" y="5492"/>
                    <a:pt x="4900" y="5357"/>
                  </a:cubicBezTo>
                  <a:cubicBezTo>
                    <a:pt x="4926" y="5218"/>
                    <a:pt x="4857" y="5060"/>
                    <a:pt x="4856" y="4988"/>
                  </a:cubicBezTo>
                  <a:cubicBezTo>
                    <a:pt x="4853" y="4918"/>
                    <a:pt x="4792" y="4831"/>
                    <a:pt x="4757" y="4760"/>
                  </a:cubicBezTo>
                  <a:cubicBezTo>
                    <a:pt x="4722" y="4690"/>
                    <a:pt x="4637" y="4643"/>
                    <a:pt x="4631" y="4640"/>
                  </a:cubicBezTo>
                  <a:cubicBezTo>
                    <a:pt x="4624" y="4639"/>
                    <a:pt x="4620" y="4576"/>
                    <a:pt x="4637" y="4573"/>
                  </a:cubicBezTo>
                  <a:cubicBezTo>
                    <a:pt x="4653" y="4569"/>
                    <a:pt x="4731" y="4499"/>
                    <a:pt x="4765" y="4446"/>
                  </a:cubicBezTo>
                  <a:cubicBezTo>
                    <a:pt x="4800" y="4394"/>
                    <a:pt x="4704" y="4327"/>
                    <a:pt x="4697" y="4318"/>
                  </a:cubicBezTo>
                  <a:cubicBezTo>
                    <a:pt x="4690" y="4311"/>
                    <a:pt x="4678" y="4280"/>
                    <a:pt x="4685" y="4237"/>
                  </a:cubicBezTo>
                  <a:cubicBezTo>
                    <a:pt x="4694" y="4194"/>
                    <a:pt x="4637" y="4154"/>
                    <a:pt x="4637" y="4138"/>
                  </a:cubicBezTo>
                  <a:cubicBezTo>
                    <a:pt x="4637" y="4122"/>
                    <a:pt x="4662" y="3982"/>
                    <a:pt x="4672" y="3904"/>
                  </a:cubicBezTo>
                  <a:cubicBezTo>
                    <a:pt x="4681" y="3829"/>
                    <a:pt x="4633" y="3766"/>
                    <a:pt x="4633" y="3766"/>
                  </a:cubicBezTo>
                  <a:cubicBezTo>
                    <a:pt x="4633" y="3766"/>
                    <a:pt x="4627" y="3724"/>
                    <a:pt x="4639" y="3692"/>
                  </a:cubicBezTo>
                  <a:cubicBezTo>
                    <a:pt x="4650" y="3661"/>
                    <a:pt x="4661" y="3542"/>
                    <a:pt x="4662" y="3504"/>
                  </a:cubicBezTo>
                  <a:cubicBezTo>
                    <a:pt x="4665" y="3467"/>
                    <a:pt x="4562" y="3317"/>
                    <a:pt x="4547" y="3317"/>
                  </a:cubicBezTo>
                  <a:cubicBezTo>
                    <a:pt x="4531" y="3317"/>
                    <a:pt x="4500" y="3243"/>
                    <a:pt x="4496" y="3199"/>
                  </a:cubicBezTo>
                  <a:cubicBezTo>
                    <a:pt x="4492" y="3157"/>
                    <a:pt x="4398" y="3068"/>
                    <a:pt x="4377" y="3042"/>
                  </a:cubicBezTo>
                  <a:cubicBezTo>
                    <a:pt x="4355" y="3014"/>
                    <a:pt x="4259" y="2876"/>
                    <a:pt x="4259" y="2876"/>
                  </a:cubicBezTo>
                  <a:cubicBezTo>
                    <a:pt x="4259" y="2876"/>
                    <a:pt x="4261" y="2857"/>
                    <a:pt x="4288" y="2835"/>
                  </a:cubicBezTo>
                  <a:cubicBezTo>
                    <a:pt x="4312" y="2812"/>
                    <a:pt x="4337" y="2700"/>
                    <a:pt x="4346" y="2612"/>
                  </a:cubicBezTo>
                  <a:cubicBezTo>
                    <a:pt x="4353" y="2525"/>
                    <a:pt x="4331" y="2449"/>
                    <a:pt x="4183" y="2334"/>
                  </a:cubicBezTo>
                  <a:cubicBezTo>
                    <a:pt x="4103" y="2273"/>
                    <a:pt x="4001" y="2257"/>
                    <a:pt x="3917" y="2257"/>
                  </a:cubicBezTo>
                  <a:cubicBezTo>
                    <a:pt x="3844" y="2257"/>
                    <a:pt x="3785" y="2269"/>
                    <a:pt x="3768" y="2273"/>
                  </a:cubicBezTo>
                  <a:cubicBezTo>
                    <a:pt x="3728" y="2283"/>
                    <a:pt x="3740" y="2324"/>
                    <a:pt x="3717" y="2344"/>
                  </a:cubicBezTo>
                  <a:cubicBezTo>
                    <a:pt x="3693" y="2363"/>
                    <a:pt x="3674" y="2384"/>
                    <a:pt x="3651" y="2414"/>
                  </a:cubicBezTo>
                  <a:cubicBezTo>
                    <a:pt x="3626" y="2446"/>
                    <a:pt x="3619" y="2470"/>
                    <a:pt x="3618" y="2483"/>
                  </a:cubicBezTo>
                  <a:cubicBezTo>
                    <a:pt x="3615" y="2496"/>
                    <a:pt x="3570" y="2510"/>
                    <a:pt x="3539" y="2522"/>
                  </a:cubicBezTo>
                  <a:cubicBezTo>
                    <a:pt x="3516" y="2531"/>
                    <a:pt x="3509" y="2547"/>
                    <a:pt x="3496" y="2547"/>
                  </a:cubicBezTo>
                  <a:cubicBezTo>
                    <a:pt x="3492" y="2547"/>
                    <a:pt x="3488" y="2545"/>
                    <a:pt x="3482" y="2541"/>
                  </a:cubicBezTo>
                  <a:cubicBezTo>
                    <a:pt x="3459" y="2525"/>
                    <a:pt x="3383" y="2493"/>
                    <a:pt x="3367" y="2483"/>
                  </a:cubicBezTo>
                  <a:cubicBezTo>
                    <a:pt x="3352" y="2473"/>
                    <a:pt x="3309" y="2420"/>
                    <a:pt x="3248" y="2368"/>
                  </a:cubicBezTo>
                  <a:cubicBezTo>
                    <a:pt x="3188" y="2315"/>
                    <a:pt x="3039" y="2226"/>
                    <a:pt x="3031" y="2215"/>
                  </a:cubicBezTo>
                  <a:cubicBezTo>
                    <a:pt x="3019" y="2205"/>
                    <a:pt x="2966" y="2121"/>
                    <a:pt x="2927" y="2056"/>
                  </a:cubicBezTo>
                  <a:cubicBezTo>
                    <a:pt x="2889" y="1989"/>
                    <a:pt x="2690" y="1843"/>
                    <a:pt x="2650" y="1818"/>
                  </a:cubicBezTo>
                  <a:cubicBezTo>
                    <a:pt x="2611" y="1794"/>
                    <a:pt x="2409" y="1609"/>
                    <a:pt x="2365" y="1568"/>
                  </a:cubicBezTo>
                  <a:cubicBezTo>
                    <a:pt x="2323" y="1527"/>
                    <a:pt x="2242" y="1444"/>
                    <a:pt x="2222" y="1444"/>
                  </a:cubicBezTo>
                  <a:cubicBezTo>
                    <a:pt x="2203" y="1444"/>
                    <a:pt x="2186" y="1405"/>
                    <a:pt x="2178" y="1373"/>
                  </a:cubicBezTo>
                  <a:cubicBezTo>
                    <a:pt x="2170" y="1342"/>
                    <a:pt x="2094" y="1188"/>
                    <a:pt x="2087" y="1182"/>
                  </a:cubicBezTo>
                  <a:cubicBezTo>
                    <a:pt x="2078" y="1176"/>
                    <a:pt x="2082" y="1022"/>
                    <a:pt x="2082" y="1003"/>
                  </a:cubicBezTo>
                  <a:cubicBezTo>
                    <a:pt x="2082" y="991"/>
                    <a:pt x="2084" y="971"/>
                    <a:pt x="2087" y="947"/>
                  </a:cubicBezTo>
                  <a:cubicBezTo>
                    <a:pt x="2202" y="848"/>
                    <a:pt x="2275" y="703"/>
                    <a:pt x="2275" y="538"/>
                  </a:cubicBezTo>
                  <a:cubicBezTo>
                    <a:pt x="2275" y="241"/>
                    <a:pt x="2034" y="1"/>
                    <a:pt x="173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36"/>
            <p:cNvSpPr/>
            <p:nvPr/>
          </p:nvSpPr>
          <p:spPr>
            <a:xfrm>
              <a:off x="4070856" y="1233648"/>
              <a:ext cx="424500" cy="4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2" name="Google Shape;692;p36"/>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sp>
        <p:nvSpPr>
          <p:cNvPr id="693" name="Google Shape;693;p36"/>
          <p:cNvSpPr txBox="1"/>
          <p:nvPr/>
        </p:nvSpPr>
        <p:spPr>
          <a:xfrm>
            <a:off x="3239025" y="2849375"/>
            <a:ext cx="2658600" cy="331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BASKETBALL TACTICS</a:t>
            </a:r>
            <a:endParaRPr sz="2000">
              <a:solidFill>
                <a:schemeClr val="dk2"/>
              </a:solidFill>
              <a:latin typeface="Dosis SemiBold"/>
              <a:ea typeface="Dosis SemiBold"/>
              <a:cs typeface="Dosis SemiBold"/>
              <a:sym typeface="Dosis SemiBold"/>
            </a:endParaRPr>
          </a:p>
        </p:txBody>
      </p:sp>
      <p:grpSp>
        <p:nvGrpSpPr>
          <p:cNvPr id="694" name="Google Shape;694;p36"/>
          <p:cNvGrpSpPr/>
          <p:nvPr/>
        </p:nvGrpSpPr>
        <p:grpSpPr>
          <a:xfrm>
            <a:off x="5995238" y="2348712"/>
            <a:ext cx="2435488" cy="1970761"/>
            <a:chOff x="5995238" y="2348712"/>
            <a:chExt cx="2435488" cy="1970761"/>
          </a:xfrm>
        </p:grpSpPr>
        <p:grpSp>
          <p:nvGrpSpPr>
            <p:cNvPr id="695" name="Google Shape;695;p36"/>
            <p:cNvGrpSpPr/>
            <p:nvPr/>
          </p:nvGrpSpPr>
          <p:grpSpPr>
            <a:xfrm>
              <a:off x="5995238" y="3014836"/>
              <a:ext cx="2428213" cy="1304637"/>
              <a:chOff x="5667738" y="3035861"/>
              <a:chExt cx="2428213" cy="1304637"/>
            </a:xfrm>
          </p:grpSpPr>
          <p:sp>
            <p:nvSpPr>
              <p:cNvPr id="696" name="Google Shape;696;p36"/>
              <p:cNvSpPr txBox="1"/>
              <p:nvPr/>
            </p:nvSpPr>
            <p:spPr>
              <a:xfrm>
                <a:off x="5667750" y="3319598"/>
                <a:ext cx="2428200" cy="10209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0"/>
                  </a:spcAft>
                  <a:buNone/>
                </a:pPr>
                <a:r>
                  <a:rPr lang="en" sz="1600">
                    <a:solidFill>
                      <a:schemeClr val="lt1"/>
                    </a:solidFill>
                    <a:latin typeface="Dosis"/>
                    <a:ea typeface="Dosis"/>
                    <a:cs typeface="Dosis"/>
                    <a:sym typeface="Dosis"/>
                  </a:rPr>
                  <a:t>Venus has a beautiful name and is the second planet from the Sun</a:t>
                </a:r>
                <a:endParaRPr sz="1600">
                  <a:solidFill>
                    <a:schemeClr val="lt1"/>
                  </a:solidFill>
                  <a:latin typeface="Dosis"/>
                  <a:ea typeface="Dosis"/>
                  <a:cs typeface="Dosis"/>
                  <a:sym typeface="Dosis"/>
                </a:endParaRPr>
              </a:p>
            </p:txBody>
          </p:sp>
          <p:sp>
            <p:nvSpPr>
              <p:cNvPr id="697" name="Google Shape;697;p36"/>
              <p:cNvSpPr/>
              <p:nvPr/>
            </p:nvSpPr>
            <p:spPr>
              <a:xfrm>
                <a:off x="5667738" y="3035861"/>
                <a:ext cx="2428200" cy="405900"/>
              </a:xfrm>
              <a:prstGeom prst="roundRect">
                <a:avLst>
                  <a:gd fmla="val 0" name="adj"/>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DEFENSE</a:t>
                </a:r>
                <a:endParaRPr sz="2000">
                  <a:solidFill>
                    <a:schemeClr val="dk2"/>
                  </a:solidFill>
                  <a:latin typeface="Dosis SemiBold"/>
                  <a:ea typeface="Dosis SemiBold"/>
                  <a:cs typeface="Dosis SemiBold"/>
                  <a:sym typeface="Dosis SemiBold"/>
                </a:endParaRPr>
              </a:p>
            </p:txBody>
          </p:sp>
        </p:grpSp>
        <p:sp>
          <p:nvSpPr>
            <p:cNvPr id="698" name="Google Shape;698;p36"/>
            <p:cNvSpPr/>
            <p:nvPr/>
          </p:nvSpPr>
          <p:spPr>
            <a:xfrm>
              <a:off x="7583091" y="2348712"/>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Bevan"/>
                  <a:ea typeface="Bevan"/>
                  <a:cs typeface="Bevan"/>
                  <a:sym typeface="Bevan"/>
                </a:rPr>
                <a:t>02</a:t>
              </a:r>
              <a:endParaRPr sz="2100">
                <a:solidFill>
                  <a:schemeClr val="lt1"/>
                </a:solidFill>
                <a:latin typeface="Bevan"/>
                <a:ea typeface="Bevan"/>
                <a:cs typeface="Bevan"/>
                <a:sym typeface="Bevan"/>
              </a:endParaRPr>
            </a:p>
          </p:txBody>
        </p:sp>
      </p:grpSp>
      <p:grpSp>
        <p:nvGrpSpPr>
          <p:cNvPr id="699" name="Google Shape;699;p36"/>
          <p:cNvGrpSpPr/>
          <p:nvPr/>
        </p:nvGrpSpPr>
        <p:grpSpPr>
          <a:xfrm>
            <a:off x="713213" y="1233662"/>
            <a:ext cx="2428213" cy="1947611"/>
            <a:chOff x="713213" y="1233662"/>
            <a:chExt cx="2428213" cy="1947611"/>
          </a:xfrm>
        </p:grpSpPr>
        <p:grpSp>
          <p:nvGrpSpPr>
            <p:cNvPr id="700" name="Google Shape;700;p36"/>
            <p:cNvGrpSpPr/>
            <p:nvPr/>
          </p:nvGrpSpPr>
          <p:grpSpPr>
            <a:xfrm>
              <a:off x="713213" y="1876636"/>
              <a:ext cx="2428213" cy="1304637"/>
              <a:chOff x="713213" y="1876636"/>
              <a:chExt cx="2428213" cy="1304637"/>
            </a:xfrm>
          </p:grpSpPr>
          <p:sp>
            <p:nvSpPr>
              <p:cNvPr id="701" name="Google Shape;701;p36"/>
              <p:cNvSpPr txBox="1"/>
              <p:nvPr/>
            </p:nvSpPr>
            <p:spPr>
              <a:xfrm>
                <a:off x="713225" y="2160373"/>
                <a:ext cx="2428200" cy="1020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1600">
                    <a:solidFill>
                      <a:schemeClr val="lt1"/>
                    </a:solidFill>
                    <a:latin typeface="Dosis"/>
                    <a:ea typeface="Dosis"/>
                    <a:cs typeface="Dosis"/>
                    <a:sym typeface="Dosis"/>
                  </a:rPr>
                  <a:t>Mercury is the closest planet to the Sun and the smallest one in the Solar System</a:t>
                </a:r>
                <a:endParaRPr sz="1600">
                  <a:solidFill>
                    <a:schemeClr val="lt1"/>
                  </a:solidFill>
                  <a:latin typeface="Dosis"/>
                  <a:ea typeface="Dosis"/>
                  <a:cs typeface="Dosis"/>
                  <a:sym typeface="Dosis"/>
                </a:endParaRPr>
              </a:p>
            </p:txBody>
          </p:sp>
          <p:sp>
            <p:nvSpPr>
              <p:cNvPr id="702" name="Google Shape;702;p36"/>
              <p:cNvSpPr/>
              <p:nvPr/>
            </p:nvSpPr>
            <p:spPr>
              <a:xfrm>
                <a:off x="713213" y="1876636"/>
                <a:ext cx="2428200" cy="405900"/>
              </a:xfrm>
              <a:prstGeom prst="roundRect">
                <a:avLst>
                  <a:gd fmla="val 0" name="adj"/>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ATTACK</a:t>
                </a:r>
                <a:endParaRPr sz="2000">
                  <a:solidFill>
                    <a:schemeClr val="dk2"/>
                  </a:solidFill>
                  <a:latin typeface="Dosis SemiBold"/>
                  <a:ea typeface="Dosis SemiBold"/>
                  <a:cs typeface="Dosis SemiBold"/>
                  <a:sym typeface="Dosis SemiBold"/>
                </a:endParaRPr>
              </a:p>
            </p:txBody>
          </p:sp>
        </p:grpSp>
        <p:sp>
          <p:nvSpPr>
            <p:cNvPr id="703" name="Google Shape;703;p36"/>
            <p:cNvSpPr/>
            <p:nvPr/>
          </p:nvSpPr>
          <p:spPr>
            <a:xfrm>
              <a:off x="713216" y="1233662"/>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Bevan"/>
                  <a:ea typeface="Bevan"/>
                  <a:cs typeface="Bevan"/>
                  <a:sym typeface="Bevan"/>
                </a:rPr>
                <a:t>01</a:t>
              </a:r>
              <a:endParaRPr sz="2100">
                <a:solidFill>
                  <a:schemeClr val="lt1"/>
                </a:solidFill>
                <a:latin typeface="Bevan"/>
                <a:ea typeface="Bevan"/>
                <a:cs typeface="Bevan"/>
                <a:sym typeface="Bevan"/>
              </a:endParaRPr>
            </a:p>
          </p:txBody>
        </p:sp>
      </p:grpSp>
      <p:sp>
        <p:nvSpPr>
          <p:cNvPr id="704" name="Google Shape;704;p36"/>
          <p:cNvSpPr/>
          <p:nvPr/>
        </p:nvSpPr>
        <p:spPr>
          <a:xfrm>
            <a:off x="713216" y="3529462"/>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chemeClr val="lt1"/>
              </a:solidFill>
              <a:latin typeface="Bevan"/>
              <a:ea typeface="Bevan"/>
              <a:cs typeface="Bevan"/>
              <a:sym typeface="Bevan"/>
            </a:endParaRPr>
          </a:p>
        </p:txBody>
      </p:sp>
      <p:sp>
        <p:nvSpPr>
          <p:cNvPr id="705" name="Google Shape;705;p36"/>
          <p:cNvSpPr/>
          <p:nvPr/>
        </p:nvSpPr>
        <p:spPr>
          <a:xfrm>
            <a:off x="7583091" y="1233662"/>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chemeClr val="lt1"/>
              </a:solidFill>
              <a:latin typeface="Bevan"/>
              <a:ea typeface="Bevan"/>
              <a:cs typeface="Bevan"/>
              <a:sym typeface="Bevan"/>
            </a:endParaRPr>
          </a:p>
        </p:txBody>
      </p:sp>
      <p:grpSp>
        <p:nvGrpSpPr>
          <p:cNvPr id="706" name="Google Shape;706;p36"/>
          <p:cNvGrpSpPr/>
          <p:nvPr/>
        </p:nvGrpSpPr>
        <p:grpSpPr>
          <a:xfrm>
            <a:off x="924026" y="3548843"/>
            <a:ext cx="426029" cy="424387"/>
            <a:chOff x="6993188" y="998838"/>
            <a:chExt cx="564725" cy="562475"/>
          </a:xfrm>
        </p:grpSpPr>
        <p:sp>
          <p:nvSpPr>
            <p:cNvPr id="707" name="Google Shape;707;p36"/>
            <p:cNvSpPr/>
            <p:nvPr/>
          </p:nvSpPr>
          <p:spPr>
            <a:xfrm>
              <a:off x="6993538" y="1028813"/>
              <a:ext cx="36075" cy="147450"/>
            </a:xfrm>
            <a:custGeom>
              <a:rect b="b" l="l" r="r" t="t"/>
              <a:pathLst>
                <a:path extrusionOk="0" h="5898" w="1443">
                  <a:moveTo>
                    <a:pt x="1443" y="1"/>
                  </a:moveTo>
                  <a:lnTo>
                    <a:pt x="1443" y="1"/>
                  </a:lnTo>
                  <a:cubicBezTo>
                    <a:pt x="777" y="931"/>
                    <a:pt x="109" y="2635"/>
                    <a:pt x="1" y="5898"/>
                  </a:cubicBezTo>
                  <a:cubicBezTo>
                    <a:pt x="1277" y="4353"/>
                    <a:pt x="1351" y="2007"/>
                    <a:pt x="144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36"/>
            <p:cNvSpPr/>
            <p:nvPr/>
          </p:nvSpPr>
          <p:spPr>
            <a:xfrm>
              <a:off x="7328338" y="1028638"/>
              <a:ext cx="36075" cy="147400"/>
            </a:xfrm>
            <a:custGeom>
              <a:rect b="b" l="l" r="r" t="t"/>
              <a:pathLst>
                <a:path extrusionOk="0" h="5896" w="1443">
                  <a:moveTo>
                    <a:pt x="1" y="1"/>
                  </a:moveTo>
                  <a:lnTo>
                    <a:pt x="1" y="1"/>
                  </a:lnTo>
                  <a:cubicBezTo>
                    <a:pt x="94" y="2010"/>
                    <a:pt x="164" y="4326"/>
                    <a:pt x="1442" y="5895"/>
                  </a:cubicBezTo>
                  <a:cubicBezTo>
                    <a:pt x="1332" y="2661"/>
                    <a:pt x="666" y="943"/>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36"/>
            <p:cNvSpPr/>
            <p:nvPr/>
          </p:nvSpPr>
          <p:spPr>
            <a:xfrm>
              <a:off x="7109238" y="1010088"/>
              <a:ext cx="139525" cy="114150"/>
            </a:xfrm>
            <a:custGeom>
              <a:rect b="b" l="l" r="r" t="t"/>
              <a:pathLst>
                <a:path extrusionOk="0" h="4566" w="5581">
                  <a:moveTo>
                    <a:pt x="11" y="0"/>
                  </a:moveTo>
                  <a:cubicBezTo>
                    <a:pt x="8" y="89"/>
                    <a:pt x="1" y="178"/>
                    <a:pt x="1" y="267"/>
                  </a:cubicBezTo>
                  <a:cubicBezTo>
                    <a:pt x="1" y="2639"/>
                    <a:pt x="1251" y="4566"/>
                    <a:pt x="2791" y="4566"/>
                  </a:cubicBezTo>
                  <a:cubicBezTo>
                    <a:pt x="4329" y="4566"/>
                    <a:pt x="5581" y="2639"/>
                    <a:pt x="5581" y="267"/>
                  </a:cubicBezTo>
                  <a:cubicBezTo>
                    <a:pt x="5581" y="178"/>
                    <a:pt x="5573" y="89"/>
                    <a:pt x="5569" y="0"/>
                  </a:cubicBezTo>
                  <a:cubicBezTo>
                    <a:pt x="4874" y="652"/>
                    <a:pt x="3962" y="1012"/>
                    <a:pt x="3018" y="1012"/>
                  </a:cubicBezTo>
                  <a:cubicBezTo>
                    <a:pt x="2942" y="1012"/>
                    <a:pt x="2867" y="1009"/>
                    <a:pt x="2791" y="1005"/>
                  </a:cubicBezTo>
                  <a:cubicBezTo>
                    <a:pt x="2715" y="1009"/>
                    <a:pt x="2640" y="1012"/>
                    <a:pt x="2565" y="1012"/>
                  </a:cubicBezTo>
                  <a:cubicBezTo>
                    <a:pt x="1618" y="1012"/>
                    <a:pt x="705" y="650"/>
                    <a:pt x="1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6"/>
            <p:cNvSpPr/>
            <p:nvPr/>
          </p:nvSpPr>
          <p:spPr>
            <a:xfrm>
              <a:off x="7245088" y="1271888"/>
              <a:ext cx="141725" cy="117875"/>
            </a:xfrm>
            <a:custGeom>
              <a:rect b="b" l="l" r="r" t="t"/>
              <a:pathLst>
                <a:path extrusionOk="0" h="4715" w="5669">
                  <a:moveTo>
                    <a:pt x="3025" y="0"/>
                  </a:moveTo>
                  <a:cubicBezTo>
                    <a:pt x="1326" y="1005"/>
                    <a:pt x="204" y="2754"/>
                    <a:pt x="0" y="4715"/>
                  </a:cubicBezTo>
                  <a:cubicBezTo>
                    <a:pt x="1442" y="4102"/>
                    <a:pt x="2968" y="3703"/>
                    <a:pt x="4525" y="3535"/>
                  </a:cubicBezTo>
                  <a:cubicBezTo>
                    <a:pt x="4900" y="3487"/>
                    <a:pt x="5284" y="3458"/>
                    <a:pt x="5669" y="3429"/>
                  </a:cubicBezTo>
                  <a:cubicBezTo>
                    <a:pt x="5291" y="1973"/>
                    <a:pt x="4337" y="736"/>
                    <a:pt x="302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6"/>
            <p:cNvSpPr/>
            <p:nvPr/>
          </p:nvSpPr>
          <p:spPr>
            <a:xfrm>
              <a:off x="7431188" y="1253138"/>
              <a:ext cx="71875" cy="104500"/>
            </a:xfrm>
            <a:custGeom>
              <a:rect b="b" l="l" r="r" t="t"/>
              <a:pathLst>
                <a:path extrusionOk="0" h="4180" w="2875">
                  <a:moveTo>
                    <a:pt x="0" y="1"/>
                  </a:moveTo>
                  <a:cubicBezTo>
                    <a:pt x="616" y="1298"/>
                    <a:pt x="986" y="2697"/>
                    <a:pt x="1091" y="4129"/>
                  </a:cubicBezTo>
                  <a:cubicBezTo>
                    <a:pt x="1411" y="4138"/>
                    <a:pt x="1726" y="4155"/>
                    <a:pt x="2041" y="4179"/>
                  </a:cubicBezTo>
                  <a:cubicBezTo>
                    <a:pt x="2110" y="3218"/>
                    <a:pt x="2396" y="2286"/>
                    <a:pt x="2874" y="1447"/>
                  </a:cubicBezTo>
                  <a:cubicBezTo>
                    <a:pt x="2062" y="721"/>
                    <a:pt x="1070" y="224"/>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6"/>
            <p:cNvSpPr/>
            <p:nvPr/>
          </p:nvSpPr>
          <p:spPr>
            <a:xfrm>
              <a:off x="7502138" y="1304213"/>
              <a:ext cx="48500" cy="62975"/>
            </a:xfrm>
            <a:custGeom>
              <a:rect b="b" l="l" r="r" t="t"/>
              <a:pathLst>
                <a:path extrusionOk="0" h="2519" w="1940">
                  <a:moveTo>
                    <a:pt x="627" y="0"/>
                  </a:moveTo>
                  <a:cubicBezTo>
                    <a:pt x="274" y="687"/>
                    <a:pt x="63" y="1439"/>
                    <a:pt x="0" y="2208"/>
                  </a:cubicBezTo>
                  <a:cubicBezTo>
                    <a:pt x="58" y="2213"/>
                    <a:pt x="118" y="2216"/>
                    <a:pt x="176" y="2223"/>
                  </a:cubicBezTo>
                  <a:cubicBezTo>
                    <a:pt x="788" y="2295"/>
                    <a:pt x="1372" y="2401"/>
                    <a:pt x="1940" y="2518"/>
                  </a:cubicBezTo>
                  <a:cubicBezTo>
                    <a:pt x="1702" y="1588"/>
                    <a:pt x="1252" y="726"/>
                    <a:pt x="62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36"/>
            <p:cNvSpPr/>
            <p:nvPr/>
          </p:nvSpPr>
          <p:spPr>
            <a:xfrm>
              <a:off x="7341738" y="1249963"/>
              <a:ext cx="96550" cy="106475"/>
            </a:xfrm>
            <a:custGeom>
              <a:rect b="b" l="l" r="r" t="t"/>
              <a:pathLst>
                <a:path extrusionOk="0" h="4259" w="3862">
                  <a:moveTo>
                    <a:pt x="2329" y="0"/>
                  </a:moveTo>
                  <a:cubicBezTo>
                    <a:pt x="1531" y="0"/>
                    <a:pt x="741" y="156"/>
                    <a:pt x="0" y="457"/>
                  </a:cubicBezTo>
                  <a:cubicBezTo>
                    <a:pt x="1334" y="1336"/>
                    <a:pt x="2276" y="2699"/>
                    <a:pt x="2622" y="4258"/>
                  </a:cubicBezTo>
                  <a:cubicBezTo>
                    <a:pt x="3021" y="4241"/>
                    <a:pt x="3319" y="4227"/>
                    <a:pt x="3701" y="4227"/>
                  </a:cubicBezTo>
                  <a:cubicBezTo>
                    <a:pt x="3754" y="4227"/>
                    <a:pt x="3807" y="4229"/>
                    <a:pt x="3862" y="4232"/>
                  </a:cubicBezTo>
                  <a:cubicBezTo>
                    <a:pt x="3648" y="2326"/>
                    <a:pt x="3158" y="748"/>
                    <a:pt x="2548" y="12"/>
                  </a:cubicBezTo>
                  <a:cubicBezTo>
                    <a:pt x="2473" y="10"/>
                    <a:pt x="2401" y="0"/>
                    <a:pt x="232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36"/>
            <p:cNvSpPr/>
            <p:nvPr/>
          </p:nvSpPr>
          <p:spPr>
            <a:xfrm>
              <a:off x="7438213" y="1376413"/>
              <a:ext cx="92050" cy="179950"/>
            </a:xfrm>
            <a:custGeom>
              <a:rect b="b" l="l" r="r" t="t"/>
              <a:pathLst>
                <a:path extrusionOk="0" h="7198" w="3682">
                  <a:moveTo>
                    <a:pt x="880" y="0"/>
                  </a:moveTo>
                  <a:cubicBezTo>
                    <a:pt x="1034" y="2218"/>
                    <a:pt x="842" y="5150"/>
                    <a:pt x="1" y="7197"/>
                  </a:cubicBezTo>
                  <a:cubicBezTo>
                    <a:pt x="1512" y="6813"/>
                    <a:pt x="2826" y="5876"/>
                    <a:pt x="3682" y="4568"/>
                  </a:cubicBezTo>
                  <a:cubicBezTo>
                    <a:pt x="2519" y="3778"/>
                    <a:pt x="1755" y="2041"/>
                    <a:pt x="1728" y="53"/>
                  </a:cubicBezTo>
                  <a:cubicBezTo>
                    <a:pt x="1447" y="32"/>
                    <a:pt x="1166" y="12"/>
                    <a:pt x="8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36"/>
            <p:cNvSpPr/>
            <p:nvPr/>
          </p:nvSpPr>
          <p:spPr>
            <a:xfrm>
              <a:off x="7301063" y="1375688"/>
              <a:ext cx="140300" cy="185625"/>
            </a:xfrm>
            <a:custGeom>
              <a:rect b="b" l="l" r="r" t="t"/>
              <a:pathLst>
                <a:path extrusionOk="0" h="7425" w="5612">
                  <a:moveTo>
                    <a:pt x="5280" y="1"/>
                  </a:moveTo>
                  <a:cubicBezTo>
                    <a:pt x="4965" y="1"/>
                    <a:pt x="4655" y="17"/>
                    <a:pt x="4343" y="29"/>
                  </a:cubicBezTo>
                  <a:cubicBezTo>
                    <a:pt x="4348" y="114"/>
                    <a:pt x="4357" y="200"/>
                    <a:pt x="4357" y="284"/>
                  </a:cubicBezTo>
                  <a:cubicBezTo>
                    <a:pt x="4357" y="2735"/>
                    <a:pt x="2629" y="4963"/>
                    <a:pt x="1" y="6006"/>
                  </a:cubicBezTo>
                  <a:cubicBezTo>
                    <a:pt x="1114" y="6927"/>
                    <a:pt x="2510" y="7424"/>
                    <a:pt x="3942" y="7424"/>
                  </a:cubicBezTo>
                  <a:cubicBezTo>
                    <a:pt x="4135" y="7424"/>
                    <a:pt x="4329" y="7415"/>
                    <a:pt x="4523" y="7397"/>
                  </a:cubicBezTo>
                  <a:cubicBezTo>
                    <a:pt x="4559" y="7330"/>
                    <a:pt x="4597" y="7265"/>
                    <a:pt x="4634" y="7190"/>
                  </a:cubicBezTo>
                  <a:cubicBezTo>
                    <a:pt x="5246" y="5876"/>
                    <a:pt x="5612" y="3735"/>
                    <a:pt x="5612" y="1466"/>
                  </a:cubicBezTo>
                  <a:cubicBezTo>
                    <a:pt x="5612" y="964"/>
                    <a:pt x="5590" y="479"/>
                    <a:pt x="5556" y="8"/>
                  </a:cubicBezTo>
                  <a:cubicBezTo>
                    <a:pt x="5426" y="8"/>
                    <a:pt x="5460" y="1"/>
                    <a:pt x="528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36"/>
            <p:cNvSpPr/>
            <p:nvPr/>
          </p:nvSpPr>
          <p:spPr>
            <a:xfrm>
              <a:off x="7501538" y="1379538"/>
              <a:ext cx="56375" cy="93550"/>
            </a:xfrm>
            <a:custGeom>
              <a:rect b="b" l="l" r="r" t="t"/>
              <a:pathLst>
                <a:path extrusionOk="0" h="3742" w="2255">
                  <a:moveTo>
                    <a:pt x="0" y="0"/>
                  </a:moveTo>
                  <a:cubicBezTo>
                    <a:pt x="41" y="1639"/>
                    <a:pt x="649" y="3093"/>
                    <a:pt x="1541" y="3742"/>
                  </a:cubicBezTo>
                  <a:cubicBezTo>
                    <a:pt x="2052" y="2694"/>
                    <a:pt x="2254" y="1521"/>
                    <a:pt x="2125" y="361"/>
                  </a:cubicBezTo>
                  <a:cubicBezTo>
                    <a:pt x="1459" y="207"/>
                    <a:pt x="784" y="89"/>
                    <a:pt x="104" y="10"/>
                  </a:cubicBezTo>
                  <a:cubicBezTo>
                    <a:pt x="70" y="5"/>
                    <a:pt x="34" y="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6"/>
            <p:cNvSpPr/>
            <p:nvPr/>
          </p:nvSpPr>
          <p:spPr>
            <a:xfrm>
              <a:off x="7244588" y="1377488"/>
              <a:ext cx="145350" cy="132800"/>
            </a:xfrm>
            <a:custGeom>
              <a:rect b="b" l="l" r="r" t="t"/>
              <a:pathLst>
                <a:path extrusionOk="0" h="5312" w="5814">
                  <a:moveTo>
                    <a:pt x="5802" y="1"/>
                  </a:moveTo>
                  <a:cubicBezTo>
                    <a:pt x="5412" y="30"/>
                    <a:pt x="5023" y="61"/>
                    <a:pt x="4646" y="109"/>
                  </a:cubicBezTo>
                  <a:cubicBezTo>
                    <a:pt x="3038" y="277"/>
                    <a:pt x="1467" y="712"/>
                    <a:pt x="1" y="1394"/>
                  </a:cubicBezTo>
                  <a:cubicBezTo>
                    <a:pt x="61" y="2848"/>
                    <a:pt x="635" y="4237"/>
                    <a:pt x="1616" y="5311"/>
                  </a:cubicBezTo>
                  <a:cubicBezTo>
                    <a:pt x="4136" y="4451"/>
                    <a:pt x="5814" y="2430"/>
                    <a:pt x="5814" y="212"/>
                  </a:cubicBezTo>
                  <a:cubicBezTo>
                    <a:pt x="5814" y="140"/>
                    <a:pt x="5804" y="70"/>
                    <a:pt x="58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6"/>
            <p:cNvSpPr/>
            <p:nvPr/>
          </p:nvSpPr>
          <p:spPr>
            <a:xfrm>
              <a:off x="6993188" y="998838"/>
              <a:ext cx="371650" cy="401800"/>
            </a:xfrm>
            <a:custGeom>
              <a:rect b="b" l="l" r="r" t="t"/>
              <a:pathLst>
                <a:path extrusionOk="0" h="16072" w="14866">
                  <a:moveTo>
                    <a:pt x="12051" y="6027"/>
                  </a:moveTo>
                  <a:cubicBezTo>
                    <a:pt x="12275" y="6027"/>
                    <a:pt x="12455" y="6208"/>
                    <a:pt x="12455" y="6429"/>
                  </a:cubicBezTo>
                  <a:cubicBezTo>
                    <a:pt x="12455" y="6652"/>
                    <a:pt x="12275" y="6830"/>
                    <a:pt x="12051" y="6830"/>
                  </a:cubicBezTo>
                  <a:lnTo>
                    <a:pt x="10446" y="6830"/>
                  </a:lnTo>
                  <a:cubicBezTo>
                    <a:pt x="10223" y="6830"/>
                    <a:pt x="10042" y="6652"/>
                    <a:pt x="10042" y="6429"/>
                  </a:cubicBezTo>
                  <a:cubicBezTo>
                    <a:pt x="10042" y="6208"/>
                    <a:pt x="10223" y="6027"/>
                    <a:pt x="10446" y="6027"/>
                  </a:cubicBezTo>
                  <a:close/>
                  <a:moveTo>
                    <a:pt x="1204" y="13258"/>
                  </a:moveTo>
                  <a:cubicBezTo>
                    <a:pt x="1425" y="13258"/>
                    <a:pt x="1606" y="13438"/>
                    <a:pt x="1606" y="13662"/>
                  </a:cubicBezTo>
                  <a:lnTo>
                    <a:pt x="1606" y="14464"/>
                  </a:lnTo>
                  <a:lnTo>
                    <a:pt x="3213" y="14464"/>
                  </a:lnTo>
                  <a:cubicBezTo>
                    <a:pt x="3434" y="14464"/>
                    <a:pt x="3615" y="14644"/>
                    <a:pt x="3615" y="14866"/>
                  </a:cubicBezTo>
                  <a:cubicBezTo>
                    <a:pt x="3615" y="15089"/>
                    <a:pt x="3434" y="15269"/>
                    <a:pt x="3213" y="15269"/>
                  </a:cubicBezTo>
                  <a:lnTo>
                    <a:pt x="1204" y="15269"/>
                  </a:lnTo>
                  <a:cubicBezTo>
                    <a:pt x="983" y="15269"/>
                    <a:pt x="803" y="15089"/>
                    <a:pt x="803" y="14866"/>
                  </a:cubicBezTo>
                  <a:lnTo>
                    <a:pt x="803" y="13662"/>
                  </a:lnTo>
                  <a:cubicBezTo>
                    <a:pt x="803" y="13438"/>
                    <a:pt x="983" y="13258"/>
                    <a:pt x="1204" y="13258"/>
                  </a:cubicBezTo>
                  <a:close/>
                  <a:moveTo>
                    <a:pt x="3040" y="1"/>
                  </a:moveTo>
                  <a:cubicBezTo>
                    <a:pt x="2637" y="3"/>
                    <a:pt x="2305" y="320"/>
                    <a:pt x="2286" y="724"/>
                  </a:cubicBezTo>
                  <a:cubicBezTo>
                    <a:pt x="2274" y="931"/>
                    <a:pt x="2264" y="1142"/>
                    <a:pt x="2254" y="1361"/>
                  </a:cubicBezTo>
                  <a:cubicBezTo>
                    <a:pt x="2156" y="3569"/>
                    <a:pt x="2031" y="6321"/>
                    <a:pt x="217" y="8058"/>
                  </a:cubicBezTo>
                  <a:lnTo>
                    <a:pt x="0" y="8231"/>
                  </a:lnTo>
                  <a:lnTo>
                    <a:pt x="0" y="15308"/>
                  </a:lnTo>
                  <a:cubicBezTo>
                    <a:pt x="0" y="15728"/>
                    <a:pt x="339" y="16069"/>
                    <a:pt x="760" y="16072"/>
                  </a:cubicBezTo>
                  <a:lnTo>
                    <a:pt x="9249" y="16072"/>
                  </a:lnTo>
                  <a:cubicBezTo>
                    <a:pt x="9346" y="12811"/>
                    <a:pt x="11669" y="10043"/>
                    <a:pt x="14865" y="9384"/>
                  </a:cubicBezTo>
                  <a:lnTo>
                    <a:pt x="14865" y="8231"/>
                  </a:lnTo>
                  <a:cubicBezTo>
                    <a:pt x="14231" y="7702"/>
                    <a:pt x="13736" y="7027"/>
                    <a:pt x="13426" y="6265"/>
                  </a:cubicBezTo>
                  <a:cubicBezTo>
                    <a:pt x="12695" y="4574"/>
                    <a:pt x="12666" y="2579"/>
                    <a:pt x="12580" y="724"/>
                  </a:cubicBezTo>
                  <a:cubicBezTo>
                    <a:pt x="12566" y="481"/>
                    <a:pt x="12438" y="258"/>
                    <a:pt x="12236" y="121"/>
                  </a:cubicBezTo>
                  <a:lnTo>
                    <a:pt x="12212" y="109"/>
                  </a:lnTo>
                  <a:cubicBezTo>
                    <a:pt x="12095" y="39"/>
                    <a:pt x="11960" y="3"/>
                    <a:pt x="11823" y="1"/>
                  </a:cubicBezTo>
                  <a:lnTo>
                    <a:pt x="10987" y="1"/>
                  </a:lnTo>
                  <a:cubicBezTo>
                    <a:pt x="11011" y="239"/>
                    <a:pt x="11028" y="477"/>
                    <a:pt x="11028" y="719"/>
                  </a:cubicBezTo>
                  <a:cubicBezTo>
                    <a:pt x="11028" y="3531"/>
                    <a:pt x="9415" y="5821"/>
                    <a:pt x="7433" y="5821"/>
                  </a:cubicBezTo>
                  <a:cubicBezTo>
                    <a:pt x="5453" y="5821"/>
                    <a:pt x="3840" y="3531"/>
                    <a:pt x="3840" y="719"/>
                  </a:cubicBezTo>
                  <a:cubicBezTo>
                    <a:pt x="3840" y="477"/>
                    <a:pt x="3855" y="239"/>
                    <a:pt x="388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9" name="Google Shape;719;p36"/>
          <p:cNvGrpSpPr/>
          <p:nvPr/>
        </p:nvGrpSpPr>
        <p:grpSpPr>
          <a:xfrm>
            <a:off x="7753084" y="1293335"/>
            <a:ext cx="507656" cy="358834"/>
            <a:chOff x="2079138" y="2776438"/>
            <a:chExt cx="562500" cy="397600"/>
          </a:xfrm>
        </p:grpSpPr>
        <p:sp>
          <p:nvSpPr>
            <p:cNvPr id="720" name="Google Shape;720;p36"/>
            <p:cNvSpPr/>
            <p:nvPr/>
          </p:nvSpPr>
          <p:spPr>
            <a:xfrm>
              <a:off x="2263438" y="2931613"/>
              <a:ext cx="193950" cy="242425"/>
            </a:xfrm>
            <a:custGeom>
              <a:rect b="b" l="l" r="r" t="t"/>
              <a:pathLst>
                <a:path extrusionOk="0" h="9697" w="7758">
                  <a:moveTo>
                    <a:pt x="1401" y="2695"/>
                  </a:moveTo>
                  <a:cubicBezTo>
                    <a:pt x="1480" y="2695"/>
                    <a:pt x="1559" y="2719"/>
                    <a:pt x="1628" y="2768"/>
                  </a:cubicBezTo>
                  <a:cubicBezTo>
                    <a:pt x="2108" y="3112"/>
                    <a:pt x="2661" y="3340"/>
                    <a:pt x="3242" y="3439"/>
                  </a:cubicBezTo>
                  <a:cubicBezTo>
                    <a:pt x="3439" y="3472"/>
                    <a:pt x="3581" y="3650"/>
                    <a:pt x="3564" y="3852"/>
                  </a:cubicBezTo>
                  <a:cubicBezTo>
                    <a:pt x="3548" y="4052"/>
                    <a:pt x="3379" y="4208"/>
                    <a:pt x="3180" y="4208"/>
                  </a:cubicBezTo>
                  <a:lnTo>
                    <a:pt x="3178" y="4208"/>
                  </a:lnTo>
                  <a:cubicBezTo>
                    <a:pt x="3156" y="4208"/>
                    <a:pt x="3134" y="4205"/>
                    <a:pt x="3113" y="4203"/>
                  </a:cubicBezTo>
                  <a:cubicBezTo>
                    <a:pt x="2413" y="4088"/>
                    <a:pt x="1750" y="3811"/>
                    <a:pt x="1174" y="3398"/>
                  </a:cubicBezTo>
                  <a:cubicBezTo>
                    <a:pt x="1000" y="3271"/>
                    <a:pt x="962" y="3028"/>
                    <a:pt x="1087" y="2855"/>
                  </a:cubicBezTo>
                  <a:cubicBezTo>
                    <a:pt x="1162" y="2750"/>
                    <a:pt x="1281" y="2695"/>
                    <a:pt x="1401" y="2695"/>
                  </a:cubicBezTo>
                  <a:close/>
                  <a:moveTo>
                    <a:pt x="6359" y="2695"/>
                  </a:moveTo>
                  <a:cubicBezTo>
                    <a:pt x="6480" y="2695"/>
                    <a:pt x="6598" y="2750"/>
                    <a:pt x="6674" y="2855"/>
                  </a:cubicBezTo>
                  <a:cubicBezTo>
                    <a:pt x="6799" y="3028"/>
                    <a:pt x="6760" y="3271"/>
                    <a:pt x="6587" y="3398"/>
                  </a:cubicBezTo>
                  <a:lnTo>
                    <a:pt x="6585" y="3398"/>
                  </a:lnTo>
                  <a:cubicBezTo>
                    <a:pt x="6008" y="3811"/>
                    <a:pt x="5345" y="4085"/>
                    <a:pt x="4646" y="4203"/>
                  </a:cubicBezTo>
                  <a:cubicBezTo>
                    <a:pt x="4624" y="4205"/>
                    <a:pt x="4603" y="4208"/>
                    <a:pt x="4581" y="4208"/>
                  </a:cubicBezTo>
                  <a:cubicBezTo>
                    <a:pt x="4379" y="4208"/>
                    <a:pt x="4213" y="4052"/>
                    <a:pt x="4196" y="3852"/>
                  </a:cubicBezTo>
                  <a:cubicBezTo>
                    <a:pt x="4180" y="3650"/>
                    <a:pt x="4319" y="3470"/>
                    <a:pt x="4518" y="3436"/>
                  </a:cubicBezTo>
                  <a:cubicBezTo>
                    <a:pt x="5100" y="3340"/>
                    <a:pt x="5653" y="3112"/>
                    <a:pt x="6131" y="2768"/>
                  </a:cubicBezTo>
                  <a:cubicBezTo>
                    <a:pt x="6200" y="2719"/>
                    <a:pt x="6280" y="2695"/>
                    <a:pt x="6359" y="2695"/>
                  </a:cubicBezTo>
                  <a:close/>
                  <a:moveTo>
                    <a:pt x="20" y="0"/>
                  </a:moveTo>
                  <a:cubicBezTo>
                    <a:pt x="87" y="671"/>
                    <a:pt x="328" y="1315"/>
                    <a:pt x="722" y="1865"/>
                  </a:cubicBezTo>
                  <a:cubicBezTo>
                    <a:pt x="847" y="2038"/>
                    <a:pt x="808" y="2281"/>
                    <a:pt x="633" y="2406"/>
                  </a:cubicBezTo>
                  <a:cubicBezTo>
                    <a:pt x="565" y="2455"/>
                    <a:pt x="486" y="2478"/>
                    <a:pt x="408" y="2478"/>
                  </a:cubicBezTo>
                  <a:cubicBezTo>
                    <a:pt x="287" y="2478"/>
                    <a:pt x="168" y="2422"/>
                    <a:pt x="92" y="2317"/>
                  </a:cubicBezTo>
                  <a:cubicBezTo>
                    <a:pt x="59" y="2271"/>
                    <a:pt x="30" y="2223"/>
                    <a:pt x="1" y="2177"/>
                  </a:cubicBezTo>
                  <a:lnTo>
                    <a:pt x="1" y="9696"/>
                  </a:lnTo>
                  <a:lnTo>
                    <a:pt x="7758" y="9696"/>
                  </a:lnTo>
                  <a:lnTo>
                    <a:pt x="7758" y="2177"/>
                  </a:lnTo>
                  <a:cubicBezTo>
                    <a:pt x="7726" y="2223"/>
                    <a:pt x="7698" y="2271"/>
                    <a:pt x="7666" y="2317"/>
                  </a:cubicBezTo>
                  <a:cubicBezTo>
                    <a:pt x="7590" y="2422"/>
                    <a:pt x="7471" y="2478"/>
                    <a:pt x="7350" y="2478"/>
                  </a:cubicBezTo>
                  <a:cubicBezTo>
                    <a:pt x="7272" y="2478"/>
                    <a:pt x="7194" y="2455"/>
                    <a:pt x="7126" y="2406"/>
                  </a:cubicBezTo>
                  <a:cubicBezTo>
                    <a:pt x="6950" y="2281"/>
                    <a:pt x="6912" y="2038"/>
                    <a:pt x="7034" y="1865"/>
                  </a:cubicBezTo>
                  <a:cubicBezTo>
                    <a:pt x="7428" y="1315"/>
                    <a:pt x="7671" y="673"/>
                    <a:pt x="77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36"/>
            <p:cNvSpPr/>
            <p:nvPr/>
          </p:nvSpPr>
          <p:spPr>
            <a:xfrm>
              <a:off x="2263938" y="2824913"/>
              <a:ext cx="192975" cy="87300"/>
            </a:xfrm>
            <a:custGeom>
              <a:rect b="b" l="l" r="r" t="t"/>
              <a:pathLst>
                <a:path extrusionOk="0" h="3492" w="7719">
                  <a:moveTo>
                    <a:pt x="3859" y="0"/>
                  </a:moveTo>
                  <a:cubicBezTo>
                    <a:pt x="1867" y="3"/>
                    <a:pt x="202" y="1510"/>
                    <a:pt x="0" y="3492"/>
                  </a:cubicBezTo>
                  <a:lnTo>
                    <a:pt x="7718" y="3492"/>
                  </a:lnTo>
                  <a:cubicBezTo>
                    <a:pt x="7517" y="1510"/>
                    <a:pt x="5851" y="3"/>
                    <a:pt x="385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36"/>
            <p:cNvSpPr/>
            <p:nvPr/>
          </p:nvSpPr>
          <p:spPr>
            <a:xfrm>
              <a:off x="2079138" y="2776438"/>
              <a:ext cx="562500" cy="397600"/>
            </a:xfrm>
            <a:custGeom>
              <a:rect b="b" l="l" r="r" t="t"/>
              <a:pathLst>
                <a:path extrusionOk="0" h="15904" w="22500">
                  <a:moveTo>
                    <a:pt x="1553" y="12025"/>
                  </a:moveTo>
                  <a:cubicBezTo>
                    <a:pt x="1767" y="12025"/>
                    <a:pt x="1940" y="12198"/>
                    <a:pt x="1940" y="12412"/>
                  </a:cubicBezTo>
                  <a:lnTo>
                    <a:pt x="1940" y="13957"/>
                  </a:lnTo>
                  <a:lnTo>
                    <a:pt x="3105" y="13957"/>
                  </a:lnTo>
                  <a:cubicBezTo>
                    <a:pt x="3319" y="13957"/>
                    <a:pt x="3492" y="14130"/>
                    <a:pt x="3492" y="14344"/>
                  </a:cubicBezTo>
                  <a:cubicBezTo>
                    <a:pt x="3492" y="14557"/>
                    <a:pt x="3319" y="14733"/>
                    <a:pt x="3105" y="14733"/>
                  </a:cubicBezTo>
                  <a:lnTo>
                    <a:pt x="1553" y="14733"/>
                  </a:lnTo>
                  <a:cubicBezTo>
                    <a:pt x="1339" y="14733"/>
                    <a:pt x="1166" y="14560"/>
                    <a:pt x="1166" y="14346"/>
                  </a:cubicBezTo>
                  <a:lnTo>
                    <a:pt x="1166" y="12412"/>
                  </a:lnTo>
                  <a:cubicBezTo>
                    <a:pt x="1166" y="12198"/>
                    <a:pt x="1339" y="12025"/>
                    <a:pt x="1553" y="12025"/>
                  </a:cubicBezTo>
                  <a:close/>
                  <a:moveTo>
                    <a:pt x="11251" y="0"/>
                  </a:moveTo>
                  <a:cubicBezTo>
                    <a:pt x="5037" y="0"/>
                    <a:pt x="1" y="5037"/>
                    <a:pt x="1" y="11249"/>
                  </a:cubicBezTo>
                  <a:lnTo>
                    <a:pt x="1" y="15516"/>
                  </a:lnTo>
                  <a:cubicBezTo>
                    <a:pt x="1" y="15730"/>
                    <a:pt x="176" y="15903"/>
                    <a:pt x="390" y="15903"/>
                  </a:cubicBezTo>
                  <a:lnTo>
                    <a:pt x="6597" y="15903"/>
                  </a:lnTo>
                  <a:lnTo>
                    <a:pt x="6597" y="14351"/>
                  </a:lnTo>
                  <a:lnTo>
                    <a:pt x="5821" y="14351"/>
                  </a:lnTo>
                  <a:cubicBezTo>
                    <a:pt x="5607" y="14351"/>
                    <a:pt x="5431" y="14178"/>
                    <a:pt x="5431" y="13964"/>
                  </a:cubicBezTo>
                  <a:cubicBezTo>
                    <a:pt x="5431" y="13750"/>
                    <a:pt x="5607" y="13577"/>
                    <a:pt x="5821" y="13577"/>
                  </a:cubicBezTo>
                  <a:lnTo>
                    <a:pt x="6597" y="13577"/>
                  </a:lnTo>
                  <a:lnTo>
                    <a:pt x="6597" y="12412"/>
                  </a:lnTo>
                  <a:lnTo>
                    <a:pt x="5821" y="12412"/>
                  </a:lnTo>
                  <a:cubicBezTo>
                    <a:pt x="5607" y="12412"/>
                    <a:pt x="5431" y="12239"/>
                    <a:pt x="5431" y="12025"/>
                  </a:cubicBezTo>
                  <a:cubicBezTo>
                    <a:pt x="5431" y="11811"/>
                    <a:pt x="5607" y="11638"/>
                    <a:pt x="5821" y="11638"/>
                  </a:cubicBezTo>
                  <a:lnTo>
                    <a:pt x="6597" y="11638"/>
                  </a:lnTo>
                  <a:lnTo>
                    <a:pt x="6597" y="10472"/>
                  </a:lnTo>
                  <a:lnTo>
                    <a:pt x="5821" y="10472"/>
                  </a:lnTo>
                  <a:cubicBezTo>
                    <a:pt x="5607" y="10472"/>
                    <a:pt x="5431" y="10299"/>
                    <a:pt x="5431" y="10086"/>
                  </a:cubicBezTo>
                  <a:cubicBezTo>
                    <a:pt x="5431" y="9872"/>
                    <a:pt x="5607" y="9699"/>
                    <a:pt x="5821" y="9699"/>
                  </a:cubicBezTo>
                  <a:lnTo>
                    <a:pt x="6597" y="9699"/>
                  </a:lnTo>
                  <a:lnTo>
                    <a:pt x="6597" y="8533"/>
                  </a:lnTo>
                  <a:lnTo>
                    <a:pt x="5821" y="8533"/>
                  </a:lnTo>
                  <a:cubicBezTo>
                    <a:pt x="5607" y="8533"/>
                    <a:pt x="5431" y="8360"/>
                    <a:pt x="5431" y="8146"/>
                  </a:cubicBezTo>
                  <a:cubicBezTo>
                    <a:pt x="5431" y="7932"/>
                    <a:pt x="5607" y="7759"/>
                    <a:pt x="5821" y="7759"/>
                  </a:cubicBezTo>
                  <a:lnTo>
                    <a:pt x="6597" y="7759"/>
                  </a:lnTo>
                  <a:lnTo>
                    <a:pt x="6597" y="5820"/>
                  </a:lnTo>
                  <a:cubicBezTo>
                    <a:pt x="6597" y="3249"/>
                    <a:pt x="8680" y="1163"/>
                    <a:pt x="11251" y="1163"/>
                  </a:cubicBezTo>
                  <a:cubicBezTo>
                    <a:pt x="13822" y="1163"/>
                    <a:pt x="15906" y="3249"/>
                    <a:pt x="15906" y="5820"/>
                  </a:cubicBezTo>
                  <a:lnTo>
                    <a:pt x="15906" y="7759"/>
                  </a:lnTo>
                  <a:lnTo>
                    <a:pt x="16682" y="7759"/>
                  </a:lnTo>
                  <a:cubicBezTo>
                    <a:pt x="16896" y="7759"/>
                    <a:pt x="17069" y="7932"/>
                    <a:pt x="17069" y="8146"/>
                  </a:cubicBezTo>
                  <a:cubicBezTo>
                    <a:pt x="17069" y="8360"/>
                    <a:pt x="16896" y="8533"/>
                    <a:pt x="16682" y="8533"/>
                  </a:cubicBezTo>
                  <a:lnTo>
                    <a:pt x="15906" y="8533"/>
                  </a:lnTo>
                  <a:lnTo>
                    <a:pt x="15906" y="9699"/>
                  </a:lnTo>
                  <a:lnTo>
                    <a:pt x="16682" y="9699"/>
                  </a:lnTo>
                  <a:cubicBezTo>
                    <a:pt x="16896" y="9699"/>
                    <a:pt x="17069" y="9872"/>
                    <a:pt x="17069" y="10086"/>
                  </a:cubicBezTo>
                  <a:cubicBezTo>
                    <a:pt x="17069" y="10299"/>
                    <a:pt x="16896" y="10472"/>
                    <a:pt x="16682" y="10472"/>
                  </a:cubicBezTo>
                  <a:lnTo>
                    <a:pt x="15906" y="10472"/>
                  </a:lnTo>
                  <a:lnTo>
                    <a:pt x="15906" y="11638"/>
                  </a:lnTo>
                  <a:lnTo>
                    <a:pt x="16682" y="11638"/>
                  </a:lnTo>
                  <a:cubicBezTo>
                    <a:pt x="16896" y="11638"/>
                    <a:pt x="17069" y="11811"/>
                    <a:pt x="17069" y="12025"/>
                  </a:cubicBezTo>
                  <a:cubicBezTo>
                    <a:pt x="17069" y="12239"/>
                    <a:pt x="16896" y="12412"/>
                    <a:pt x="16682" y="12412"/>
                  </a:cubicBezTo>
                  <a:lnTo>
                    <a:pt x="15906" y="12412"/>
                  </a:lnTo>
                  <a:lnTo>
                    <a:pt x="15906" y="13577"/>
                  </a:lnTo>
                  <a:lnTo>
                    <a:pt x="16682" y="13577"/>
                  </a:lnTo>
                  <a:cubicBezTo>
                    <a:pt x="16896" y="13577"/>
                    <a:pt x="17069" y="13750"/>
                    <a:pt x="17069" y="13964"/>
                  </a:cubicBezTo>
                  <a:cubicBezTo>
                    <a:pt x="17069" y="14178"/>
                    <a:pt x="16896" y="14351"/>
                    <a:pt x="16682" y="14351"/>
                  </a:cubicBezTo>
                  <a:lnTo>
                    <a:pt x="15906" y="14351"/>
                  </a:lnTo>
                  <a:lnTo>
                    <a:pt x="15906" y="15903"/>
                  </a:lnTo>
                  <a:lnTo>
                    <a:pt x="22113" y="15903"/>
                  </a:lnTo>
                  <a:cubicBezTo>
                    <a:pt x="22326" y="15903"/>
                    <a:pt x="22499" y="15730"/>
                    <a:pt x="22499" y="15516"/>
                  </a:cubicBezTo>
                  <a:lnTo>
                    <a:pt x="22499" y="11249"/>
                  </a:lnTo>
                  <a:cubicBezTo>
                    <a:pt x="22499" y="5037"/>
                    <a:pt x="17463" y="0"/>
                    <a:pt x="112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pic>
        <p:nvPicPr>
          <p:cNvPr id="727" name="Google Shape;727;p37" title="Gráfico">
            <a:hlinkClick r:id="rId3"/>
          </p:cNvPr>
          <p:cNvPicPr preferRelativeResize="0"/>
          <p:nvPr/>
        </p:nvPicPr>
        <p:blipFill rotWithShape="1">
          <a:blip r:embed="rId4">
            <a:alphaModFix/>
          </a:blip>
          <a:srcRect b="0" l="1849" r="1840" t="0"/>
          <a:stretch/>
        </p:blipFill>
        <p:spPr>
          <a:xfrm>
            <a:off x="719450" y="1543425"/>
            <a:ext cx="4482400" cy="2651601"/>
          </a:xfrm>
          <a:prstGeom prst="rect">
            <a:avLst/>
          </a:prstGeom>
          <a:noFill/>
          <a:ln>
            <a:noFill/>
          </a:ln>
        </p:spPr>
      </p:pic>
      <p:sp>
        <p:nvSpPr>
          <p:cNvPr id="728" name="Google Shape;728;p37"/>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sp>
        <p:nvSpPr>
          <p:cNvPr id="729" name="Google Shape;729;p37"/>
          <p:cNvSpPr txBox="1"/>
          <p:nvPr/>
        </p:nvSpPr>
        <p:spPr>
          <a:xfrm>
            <a:off x="713250" y="4236150"/>
            <a:ext cx="7717500" cy="27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200">
                <a:solidFill>
                  <a:schemeClr val="lt1"/>
                </a:solidFill>
                <a:latin typeface="Dosis"/>
                <a:ea typeface="Dosis"/>
                <a:cs typeface="Dosis"/>
                <a:sym typeface="Dosis"/>
              </a:rPr>
              <a:t>Follow the link in the graph to modify its data and then paste the new one here. For more info, </a:t>
            </a:r>
            <a:r>
              <a:rPr b="1" lang="en" sz="1200">
                <a:solidFill>
                  <a:schemeClr val="lt1"/>
                </a:solidFill>
                <a:uFill>
                  <a:noFill/>
                </a:uFill>
                <a:latin typeface="Dosis"/>
                <a:ea typeface="Dosis"/>
                <a:cs typeface="Dosis"/>
                <a:sym typeface="Dosis"/>
                <a:hlinkClick r:id="rId5">
                  <a:extLst>
                    <a:ext uri="{A12FA001-AC4F-418D-AE19-62706E023703}">
                      <ahyp:hlinkClr val="tx"/>
                    </a:ext>
                  </a:extLst>
                </a:hlinkClick>
              </a:rPr>
              <a:t>click here</a:t>
            </a:r>
            <a:endParaRPr b="1" sz="1200">
              <a:solidFill>
                <a:schemeClr val="lt1"/>
              </a:solidFill>
              <a:latin typeface="Dosis"/>
              <a:ea typeface="Dosis"/>
              <a:cs typeface="Dosis"/>
              <a:sym typeface="Dosis"/>
            </a:endParaRPr>
          </a:p>
        </p:txBody>
      </p:sp>
      <p:sp>
        <p:nvSpPr>
          <p:cNvPr id="730" name="Google Shape;730;p37"/>
          <p:cNvSpPr txBox="1"/>
          <p:nvPr/>
        </p:nvSpPr>
        <p:spPr>
          <a:xfrm>
            <a:off x="719450" y="1073100"/>
            <a:ext cx="3225300" cy="371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SHOOTING EFFECTIVITY</a:t>
            </a:r>
            <a:endParaRPr sz="2000">
              <a:solidFill>
                <a:schemeClr val="dk2"/>
              </a:solidFill>
              <a:latin typeface="Dosis SemiBold"/>
              <a:ea typeface="Dosis SemiBold"/>
              <a:cs typeface="Dosis SemiBold"/>
              <a:sym typeface="Dosis SemiBold"/>
            </a:endParaRPr>
          </a:p>
        </p:txBody>
      </p:sp>
      <p:grpSp>
        <p:nvGrpSpPr>
          <p:cNvPr id="731" name="Google Shape;731;p37"/>
          <p:cNvGrpSpPr/>
          <p:nvPr/>
        </p:nvGrpSpPr>
        <p:grpSpPr>
          <a:xfrm>
            <a:off x="5267249" y="1073100"/>
            <a:ext cx="3163501" cy="860978"/>
            <a:chOff x="5267249" y="1073100"/>
            <a:chExt cx="3163501" cy="860978"/>
          </a:xfrm>
        </p:grpSpPr>
        <p:sp>
          <p:nvSpPr>
            <p:cNvPr id="732" name="Google Shape;732;p37"/>
            <p:cNvSpPr/>
            <p:nvPr/>
          </p:nvSpPr>
          <p:spPr>
            <a:xfrm>
              <a:off x="5267249" y="1324100"/>
              <a:ext cx="1040646"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100">
                  <a:solidFill>
                    <a:schemeClr val="lt1"/>
                  </a:solidFill>
                  <a:latin typeface="Bevan"/>
                  <a:ea typeface="Bevan"/>
                  <a:cs typeface="Bevan"/>
                  <a:sym typeface="Bevan"/>
                </a:rPr>
                <a:t>25%</a:t>
              </a:r>
              <a:endParaRPr sz="2100">
                <a:solidFill>
                  <a:schemeClr val="lt1"/>
                </a:solidFill>
                <a:latin typeface="Bevan"/>
                <a:ea typeface="Bevan"/>
                <a:cs typeface="Bevan"/>
                <a:sym typeface="Bevan"/>
              </a:endParaRPr>
            </a:p>
          </p:txBody>
        </p:sp>
        <p:sp>
          <p:nvSpPr>
            <p:cNvPr id="733" name="Google Shape;733;p37"/>
            <p:cNvSpPr txBox="1"/>
            <p:nvPr/>
          </p:nvSpPr>
          <p:spPr>
            <a:xfrm>
              <a:off x="6416850" y="1073100"/>
              <a:ext cx="2013900" cy="3714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COMPETITOR 1</a:t>
              </a:r>
              <a:endParaRPr sz="2000">
                <a:solidFill>
                  <a:schemeClr val="dk2"/>
                </a:solidFill>
                <a:latin typeface="Dosis SemiBold"/>
                <a:ea typeface="Dosis SemiBold"/>
                <a:cs typeface="Dosis SemiBold"/>
                <a:sym typeface="Dosis SemiBold"/>
              </a:endParaRPr>
            </a:p>
          </p:txBody>
        </p:sp>
        <p:sp>
          <p:nvSpPr>
            <p:cNvPr id="734" name="Google Shape;734;p37"/>
            <p:cNvSpPr txBox="1"/>
            <p:nvPr/>
          </p:nvSpPr>
          <p:spPr>
            <a:xfrm>
              <a:off x="6416850" y="1269578"/>
              <a:ext cx="2013900" cy="6645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0"/>
                </a:spcAft>
                <a:buNone/>
              </a:pPr>
              <a:r>
                <a:rPr lang="en" sz="1600">
                  <a:solidFill>
                    <a:schemeClr val="lt1"/>
                  </a:solidFill>
                  <a:latin typeface="Dosis"/>
                  <a:ea typeface="Dosis"/>
                  <a:cs typeface="Dosis"/>
                  <a:sym typeface="Dosis"/>
                </a:rPr>
                <a:t>Neptune is the farthest planet from the Sun</a:t>
              </a:r>
              <a:endParaRPr sz="1600">
                <a:solidFill>
                  <a:schemeClr val="lt1"/>
                </a:solidFill>
                <a:latin typeface="Dosis"/>
                <a:ea typeface="Dosis"/>
                <a:cs typeface="Dosis"/>
                <a:sym typeface="Dosis"/>
              </a:endParaRPr>
            </a:p>
          </p:txBody>
        </p:sp>
      </p:grpSp>
      <p:grpSp>
        <p:nvGrpSpPr>
          <p:cNvPr id="735" name="Google Shape;735;p37"/>
          <p:cNvGrpSpPr/>
          <p:nvPr/>
        </p:nvGrpSpPr>
        <p:grpSpPr>
          <a:xfrm>
            <a:off x="5267249" y="2157254"/>
            <a:ext cx="3163501" cy="852943"/>
            <a:chOff x="5267249" y="2157254"/>
            <a:chExt cx="3163501" cy="852943"/>
          </a:xfrm>
        </p:grpSpPr>
        <p:sp>
          <p:nvSpPr>
            <p:cNvPr id="736" name="Google Shape;736;p37"/>
            <p:cNvSpPr/>
            <p:nvPr/>
          </p:nvSpPr>
          <p:spPr>
            <a:xfrm>
              <a:off x="5267249" y="2368050"/>
              <a:ext cx="1040646"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100">
                  <a:solidFill>
                    <a:schemeClr val="lt1"/>
                  </a:solidFill>
                  <a:latin typeface="Bevan"/>
                  <a:ea typeface="Bevan"/>
                  <a:cs typeface="Bevan"/>
                  <a:sym typeface="Bevan"/>
                </a:rPr>
                <a:t>50</a:t>
              </a:r>
              <a:r>
                <a:rPr lang="en" sz="2100">
                  <a:solidFill>
                    <a:schemeClr val="lt1"/>
                  </a:solidFill>
                  <a:latin typeface="Bevan"/>
                  <a:ea typeface="Bevan"/>
                  <a:cs typeface="Bevan"/>
                  <a:sym typeface="Bevan"/>
                </a:rPr>
                <a:t>%</a:t>
              </a:r>
              <a:endParaRPr sz="2100">
                <a:solidFill>
                  <a:schemeClr val="lt1"/>
                </a:solidFill>
                <a:latin typeface="Bevan"/>
                <a:ea typeface="Bevan"/>
                <a:cs typeface="Bevan"/>
                <a:sym typeface="Bevan"/>
              </a:endParaRPr>
            </a:p>
          </p:txBody>
        </p:sp>
        <p:sp>
          <p:nvSpPr>
            <p:cNvPr id="737" name="Google Shape;737;p37"/>
            <p:cNvSpPr txBox="1"/>
            <p:nvPr/>
          </p:nvSpPr>
          <p:spPr>
            <a:xfrm>
              <a:off x="6416850" y="2157254"/>
              <a:ext cx="2013900" cy="3714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COMPETITOR 2</a:t>
              </a:r>
              <a:endParaRPr sz="2000">
                <a:solidFill>
                  <a:schemeClr val="dk2"/>
                </a:solidFill>
                <a:latin typeface="Dosis SemiBold"/>
                <a:ea typeface="Dosis SemiBold"/>
                <a:cs typeface="Dosis SemiBold"/>
                <a:sym typeface="Dosis SemiBold"/>
              </a:endParaRPr>
            </a:p>
          </p:txBody>
        </p:sp>
        <p:sp>
          <p:nvSpPr>
            <p:cNvPr id="738" name="Google Shape;738;p37"/>
            <p:cNvSpPr txBox="1"/>
            <p:nvPr/>
          </p:nvSpPr>
          <p:spPr>
            <a:xfrm>
              <a:off x="6416850" y="2345697"/>
              <a:ext cx="2013900" cy="6645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0"/>
                </a:spcAft>
                <a:buNone/>
              </a:pPr>
              <a:r>
                <a:rPr lang="en" sz="1600">
                  <a:solidFill>
                    <a:schemeClr val="lt1"/>
                  </a:solidFill>
                  <a:latin typeface="Dosis"/>
                  <a:ea typeface="Dosis"/>
                  <a:cs typeface="Dosis"/>
                  <a:sym typeface="Dosis"/>
                </a:rPr>
                <a:t>Despite being red, Mars is a cold place</a:t>
              </a:r>
              <a:endParaRPr sz="1600">
                <a:solidFill>
                  <a:schemeClr val="lt1"/>
                </a:solidFill>
                <a:latin typeface="Dosis"/>
                <a:ea typeface="Dosis"/>
                <a:cs typeface="Dosis"/>
                <a:sym typeface="Dosis"/>
              </a:endParaRPr>
            </a:p>
          </p:txBody>
        </p:sp>
      </p:grpSp>
      <p:grpSp>
        <p:nvGrpSpPr>
          <p:cNvPr id="739" name="Google Shape;739;p37"/>
          <p:cNvGrpSpPr/>
          <p:nvPr/>
        </p:nvGrpSpPr>
        <p:grpSpPr>
          <a:xfrm>
            <a:off x="5267249" y="3230076"/>
            <a:ext cx="3163501" cy="861045"/>
            <a:chOff x="5267249" y="3230076"/>
            <a:chExt cx="3163501" cy="861045"/>
          </a:xfrm>
        </p:grpSpPr>
        <p:sp>
          <p:nvSpPr>
            <p:cNvPr id="740" name="Google Shape;740;p37"/>
            <p:cNvSpPr/>
            <p:nvPr/>
          </p:nvSpPr>
          <p:spPr>
            <a:xfrm>
              <a:off x="5267249" y="3426025"/>
              <a:ext cx="1040646"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100">
                  <a:solidFill>
                    <a:schemeClr val="lt1"/>
                  </a:solidFill>
                  <a:latin typeface="Bevan"/>
                  <a:ea typeface="Bevan"/>
                  <a:cs typeface="Bevan"/>
                  <a:sym typeface="Bevan"/>
                </a:rPr>
                <a:t>100</a:t>
              </a:r>
              <a:r>
                <a:rPr lang="en" sz="2100">
                  <a:solidFill>
                    <a:schemeClr val="lt1"/>
                  </a:solidFill>
                  <a:latin typeface="Bevan"/>
                  <a:ea typeface="Bevan"/>
                  <a:cs typeface="Bevan"/>
                  <a:sym typeface="Bevan"/>
                </a:rPr>
                <a:t>%</a:t>
              </a:r>
              <a:endParaRPr sz="2100">
                <a:solidFill>
                  <a:schemeClr val="lt1"/>
                </a:solidFill>
                <a:latin typeface="Bevan"/>
                <a:ea typeface="Bevan"/>
                <a:cs typeface="Bevan"/>
                <a:sym typeface="Bevan"/>
              </a:endParaRPr>
            </a:p>
          </p:txBody>
        </p:sp>
        <p:sp>
          <p:nvSpPr>
            <p:cNvPr id="741" name="Google Shape;741;p37"/>
            <p:cNvSpPr txBox="1"/>
            <p:nvPr/>
          </p:nvSpPr>
          <p:spPr>
            <a:xfrm>
              <a:off x="6416850" y="3230076"/>
              <a:ext cx="2013900" cy="3714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OUR TEAM</a:t>
              </a:r>
              <a:endParaRPr sz="2000">
                <a:solidFill>
                  <a:schemeClr val="dk2"/>
                </a:solidFill>
                <a:latin typeface="Dosis SemiBold"/>
                <a:ea typeface="Dosis SemiBold"/>
                <a:cs typeface="Dosis SemiBold"/>
                <a:sym typeface="Dosis SemiBold"/>
              </a:endParaRPr>
            </a:p>
          </p:txBody>
        </p:sp>
        <p:sp>
          <p:nvSpPr>
            <p:cNvPr id="742" name="Google Shape;742;p37"/>
            <p:cNvSpPr txBox="1"/>
            <p:nvPr/>
          </p:nvSpPr>
          <p:spPr>
            <a:xfrm>
              <a:off x="6416850" y="3426622"/>
              <a:ext cx="2013900" cy="6645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0"/>
                </a:spcAft>
                <a:buNone/>
              </a:pPr>
              <a:r>
                <a:rPr lang="en" sz="1600">
                  <a:solidFill>
                    <a:schemeClr val="lt1"/>
                  </a:solidFill>
                  <a:latin typeface="Dosis"/>
                  <a:ea typeface="Dosis"/>
                  <a:cs typeface="Dosis"/>
                  <a:sym typeface="Dosis"/>
                </a:rPr>
                <a:t>Pluto is considered a dwarf planet</a:t>
              </a:r>
              <a:endParaRPr sz="1600">
                <a:solidFill>
                  <a:schemeClr val="lt1"/>
                </a:solidFill>
                <a:latin typeface="Dosis"/>
                <a:ea typeface="Dosis"/>
                <a:cs typeface="Dosis"/>
                <a:sym typeface="Dosis"/>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38"/>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grpSp>
        <p:nvGrpSpPr>
          <p:cNvPr id="748" name="Google Shape;748;p38"/>
          <p:cNvGrpSpPr/>
          <p:nvPr/>
        </p:nvGrpSpPr>
        <p:grpSpPr>
          <a:xfrm>
            <a:off x="1228825" y="2710975"/>
            <a:ext cx="2807700" cy="1799025"/>
            <a:chOff x="1228825" y="2710975"/>
            <a:chExt cx="2807700" cy="1799025"/>
          </a:xfrm>
        </p:grpSpPr>
        <p:sp>
          <p:nvSpPr>
            <p:cNvPr id="749" name="Google Shape;749;p38"/>
            <p:cNvSpPr/>
            <p:nvPr/>
          </p:nvSpPr>
          <p:spPr>
            <a:xfrm>
              <a:off x="2160675" y="2710975"/>
              <a:ext cx="943995"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100">
                  <a:solidFill>
                    <a:schemeClr val="lt1"/>
                  </a:solidFill>
                  <a:latin typeface="Bevan"/>
                  <a:ea typeface="Bevan"/>
                  <a:cs typeface="Bevan"/>
                  <a:sym typeface="Bevan"/>
                </a:rPr>
                <a:t>75%</a:t>
              </a:r>
              <a:endParaRPr sz="2100">
                <a:solidFill>
                  <a:schemeClr val="lt1"/>
                </a:solidFill>
                <a:latin typeface="Bevan"/>
                <a:ea typeface="Bevan"/>
                <a:cs typeface="Bevan"/>
                <a:sym typeface="Bevan"/>
              </a:endParaRPr>
            </a:p>
          </p:txBody>
        </p:sp>
        <p:sp>
          <p:nvSpPr>
            <p:cNvPr id="750" name="Google Shape;750;p38"/>
            <p:cNvSpPr txBox="1"/>
            <p:nvPr/>
          </p:nvSpPr>
          <p:spPr>
            <a:xfrm>
              <a:off x="1228825" y="3347900"/>
              <a:ext cx="2807700" cy="3318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VENUS</a:t>
              </a:r>
              <a:endParaRPr sz="2000">
                <a:solidFill>
                  <a:schemeClr val="dk2"/>
                </a:solidFill>
                <a:latin typeface="Dosis SemiBold"/>
                <a:ea typeface="Dosis SemiBold"/>
                <a:cs typeface="Dosis SemiBold"/>
                <a:sym typeface="Dosis SemiBold"/>
              </a:endParaRPr>
            </a:p>
          </p:txBody>
        </p:sp>
        <p:sp>
          <p:nvSpPr>
            <p:cNvPr id="751" name="Google Shape;751;p38"/>
            <p:cNvSpPr txBox="1"/>
            <p:nvPr/>
          </p:nvSpPr>
          <p:spPr>
            <a:xfrm>
              <a:off x="1228825" y="3613300"/>
              <a:ext cx="2807700" cy="896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Venus has a very beautiful name but is actually terribly hot, even hotter than Mercury</a:t>
              </a:r>
              <a:endParaRPr sz="1600">
                <a:solidFill>
                  <a:schemeClr val="lt1"/>
                </a:solidFill>
                <a:latin typeface="Dosis"/>
                <a:ea typeface="Dosis"/>
                <a:cs typeface="Dosis"/>
                <a:sym typeface="Dosis"/>
              </a:endParaRPr>
            </a:p>
          </p:txBody>
        </p:sp>
      </p:grpSp>
      <p:sp>
        <p:nvSpPr>
          <p:cNvPr id="752" name="Google Shape;752;p38"/>
          <p:cNvSpPr/>
          <p:nvPr/>
        </p:nvSpPr>
        <p:spPr>
          <a:xfrm>
            <a:off x="1228825" y="2040944"/>
            <a:ext cx="2807700" cy="4374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3" name="Google Shape;753;p38"/>
          <p:cNvGrpSpPr/>
          <p:nvPr/>
        </p:nvGrpSpPr>
        <p:grpSpPr>
          <a:xfrm>
            <a:off x="5107450" y="2710963"/>
            <a:ext cx="2807700" cy="1799038"/>
            <a:chOff x="5107450" y="2710963"/>
            <a:chExt cx="2807700" cy="1799038"/>
          </a:xfrm>
        </p:grpSpPr>
        <p:sp>
          <p:nvSpPr>
            <p:cNvPr id="754" name="Google Shape;754;p38"/>
            <p:cNvSpPr/>
            <p:nvPr/>
          </p:nvSpPr>
          <p:spPr>
            <a:xfrm>
              <a:off x="6039300" y="2710963"/>
              <a:ext cx="943995"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100">
                  <a:solidFill>
                    <a:schemeClr val="lt1"/>
                  </a:solidFill>
                  <a:latin typeface="Bevan"/>
                  <a:ea typeface="Bevan"/>
                  <a:cs typeface="Bevan"/>
                  <a:sym typeface="Bevan"/>
                </a:rPr>
                <a:t>25%</a:t>
              </a:r>
              <a:endParaRPr sz="2100">
                <a:solidFill>
                  <a:schemeClr val="lt1"/>
                </a:solidFill>
                <a:latin typeface="Bevan"/>
                <a:ea typeface="Bevan"/>
                <a:cs typeface="Bevan"/>
                <a:sym typeface="Bevan"/>
              </a:endParaRPr>
            </a:p>
          </p:txBody>
        </p:sp>
        <p:sp>
          <p:nvSpPr>
            <p:cNvPr id="755" name="Google Shape;755;p38"/>
            <p:cNvSpPr txBox="1"/>
            <p:nvPr/>
          </p:nvSpPr>
          <p:spPr>
            <a:xfrm>
              <a:off x="5107450" y="3347900"/>
              <a:ext cx="2807700" cy="3318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EARTH</a:t>
              </a:r>
              <a:endParaRPr sz="2000">
                <a:solidFill>
                  <a:schemeClr val="dk2"/>
                </a:solidFill>
                <a:latin typeface="Dosis SemiBold"/>
                <a:ea typeface="Dosis SemiBold"/>
                <a:cs typeface="Dosis SemiBold"/>
                <a:sym typeface="Dosis SemiBold"/>
              </a:endParaRPr>
            </a:p>
          </p:txBody>
        </p:sp>
        <p:sp>
          <p:nvSpPr>
            <p:cNvPr id="756" name="Google Shape;756;p38"/>
            <p:cNvSpPr txBox="1"/>
            <p:nvPr/>
          </p:nvSpPr>
          <p:spPr>
            <a:xfrm>
              <a:off x="5107450" y="3613300"/>
              <a:ext cx="2807700" cy="896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Earth is the third planet from the Sun and the only one that harbors life in the Solar System</a:t>
              </a:r>
              <a:endParaRPr sz="1600">
                <a:solidFill>
                  <a:schemeClr val="lt1"/>
                </a:solidFill>
                <a:latin typeface="Dosis"/>
                <a:ea typeface="Dosis"/>
                <a:cs typeface="Dosis"/>
                <a:sym typeface="Dosis"/>
              </a:endParaRPr>
            </a:p>
          </p:txBody>
        </p:sp>
      </p:grpSp>
      <p:sp>
        <p:nvSpPr>
          <p:cNvPr id="757" name="Google Shape;757;p38"/>
          <p:cNvSpPr/>
          <p:nvPr/>
        </p:nvSpPr>
        <p:spPr>
          <a:xfrm>
            <a:off x="5107450" y="2040944"/>
            <a:ext cx="2807700" cy="4374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38"/>
          <p:cNvSpPr/>
          <p:nvPr/>
        </p:nvSpPr>
        <p:spPr>
          <a:xfrm>
            <a:off x="1228825" y="2040950"/>
            <a:ext cx="2081100" cy="437400"/>
          </a:xfrm>
          <a:prstGeom prst="roundRect">
            <a:avLst>
              <a:gd fmla="val 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38"/>
          <p:cNvSpPr/>
          <p:nvPr/>
        </p:nvSpPr>
        <p:spPr>
          <a:xfrm>
            <a:off x="5107450" y="2040938"/>
            <a:ext cx="563100" cy="437400"/>
          </a:xfrm>
          <a:prstGeom prst="roundRect">
            <a:avLst>
              <a:gd fmla="val 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38"/>
          <p:cNvSpPr/>
          <p:nvPr/>
        </p:nvSpPr>
        <p:spPr>
          <a:xfrm>
            <a:off x="6039300" y="1414913"/>
            <a:ext cx="943995"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38"/>
          <p:cNvSpPr/>
          <p:nvPr/>
        </p:nvSpPr>
        <p:spPr>
          <a:xfrm>
            <a:off x="2160675" y="1414925"/>
            <a:ext cx="943995"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2" name="Google Shape;762;p38"/>
          <p:cNvGrpSpPr/>
          <p:nvPr/>
        </p:nvGrpSpPr>
        <p:grpSpPr>
          <a:xfrm>
            <a:off x="2419608" y="1386316"/>
            <a:ext cx="426132" cy="450578"/>
            <a:chOff x="5555988" y="1930463"/>
            <a:chExt cx="523375" cy="553400"/>
          </a:xfrm>
        </p:grpSpPr>
        <p:sp>
          <p:nvSpPr>
            <p:cNvPr id="763" name="Google Shape;763;p38"/>
            <p:cNvSpPr/>
            <p:nvPr/>
          </p:nvSpPr>
          <p:spPr>
            <a:xfrm>
              <a:off x="5968038" y="2311688"/>
              <a:ext cx="72575" cy="146425"/>
            </a:xfrm>
            <a:custGeom>
              <a:rect b="b" l="l" r="r" t="t"/>
              <a:pathLst>
                <a:path extrusionOk="0" h="5857" w="2903">
                  <a:moveTo>
                    <a:pt x="2505" y="0"/>
                  </a:moveTo>
                  <a:cubicBezTo>
                    <a:pt x="2301" y="0"/>
                    <a:pt x="2131" y="158"/>
                    <a:pt x="2117" y="364"/>
                  </a:cubicBezTo>
                  <a:cubicBezTo>
                    <a:pt x="2002" y="2154"/>
                    <a:pt x="1307" y="3855"/>
                    <a:pt x="139" y="5215"/>
                  </a:cubicBezTo>
                  <a:cubicBezTo>
                    <a:pt x="0" y="5379"/>
                    <a:pt x="17" y="5624"/>
                    <a:pt x="180" y="5763"/>
                  </a:cubicBezTo>
                  <a:cubicBezTo>
                    <a:pt x="253" y="5826"/>
                    <a:pt x="342" y="5857"/>
                    <a:pt x="432" y="5857"/>
                  </a:cubicBezTo>
                  <a:cubicBezTo>
                    <a:pt x="541" y="5857"/>
                    <a:pt x="650" y="5811"/>
                    <a:pt x="728" y="5722"/>
                  </a:cubicBezTo>
                  <a:cubicBezTo>
                    <a:pt x="2004" y="4233"/>
                    <a:pt x="2763" y="2370"/>
                    <a:pt x="2891" y="412"/>
                  </a:cubicBezTo>
                  <a:cubicBezTo>
                    <a:pt x="2903" y="200"/>
                    <a:pt x="2742" y="15"/>
                    <a:pt x="2528" y="1"/>
                  </a:cubicBezTo>
                  <a:cubicBezTo>
                    <a:pt x="2520" y="1"/>
                    <a:pt x="2513" y="0"/>
                    <a:pt x="250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38"/>
            <p:cNvSpPr/>
            <p:nvPr/>
          </p:nvSpPr>
          <p:spPr>
            <a:xfrm>
              <a:off x="5594838" y="2159263"/>
              <a:ext cx="72550" cy="146400"/>
            </a:xfrm>
            <a:custGeom>
              <a:rect b="b" l="l" r="r" t="t"/>
              <a:pathLst>
                <a:path extrusionOk="0" h="5856" w="2902">
                  <a:moveTo>
                    <a:pt x="2470" y="0"/>
                  </a:moveTo>
                  <a:cubicBezTo>
                    <a:pt x="2458" y="0"/>
                    <a:pt x="2447" y="1"/>
                    <a:pt x="2435" y="2"/>
                  </a:cubicBezTo>
                  <a:cubicBezTo>
                    <a:pt x="2334" y="9"/>
                    <a:pt x="2238" y="57"/>
                    <a:pt x="2171" y="134"/>
                  </a:cubicBezTo>
                  <a:cubicBezTo>
                    <a:pt x="892" y="1624"/>
                    <a:pt x="133" y="3486"/>
                    <a:pt x="8" y="5444"/>
                  </a:cubicBezTo>
                  <a:cubicBezTo>
                    <a:pt x="1" y="5545"/>
                    <a:pt x="37" y="5649"/>
                    <a:pt x="104" y="5726"/>
                  </a:cubicBezTo>
                  <a:cubicBezTo>
                    <a:pt x="171" y="5802"/>
                    <a:pt x="268" y="5848"/>
                    <a:pt x="371" y="5855"/>
                  </a:cubicBezTo>
                  <a:lnTo>
                    <a:pt x="395" y="5855"/>
                  </a:lnTo>
                  <a:cubicBezTo>
                    <a:pt x="599" y="5855"/>
                    <a:pt x="770" y="5697"/>
                    <a:pt x="782" y="5493"/>
                  </a:cubicBezTo>
                  <a:cubicBezTo>
                    <a:pt x="900" y="3702"/>
                    <a:pt x="1594" y="2001"/>
                    <a:pt x="2762" y="641"/>
                  </a:cubicBezTo>
                  <a:cubicBezTo>
                    <a:pt x="2901" y="478"/>
                    <a:pt x="2882" y="232"/>
                    <a:pt x="2719" y="93"/>
                  </a:cubicBezTo>
                  <a:cubicBezTo>
                    <a:pt x="2648" y="33"/>
                    <a:pt x="2561" y="0"/>
                    <a:pt x="247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38"/>
            <p:cNvSpPr/>
            <p:nvPr/>
          </p:nvSpPr>
          <p:spPr>
            <a:xfrm>
              <a:off x="5997638" y="2314088"/>
              <a:ext cx="81725" cy="169775"/>
            </a:xfrm>
            <a:custGeom>
              <a:rect b="b" l="l" r="r" t="t"/>
              <a:pathLst>
                <a:path extrusionOk="0" h="6791" w="3269">
                  <a:moveTo>
                    <a:pt x="2871" y="1"/>
                  </a:moveTo>
                  <a:cubicBezTo>
                    <a:pt x="2667" y="1"/>
                    <a:pt x="2494" y="158"/>
                    <a:pt x="2481" y="364"/>
                  </a:cubicBezTo>
                  <a:cubicBezTo>
                    <a:pt x="2346" y="2491"/>
                    <a:pt x="1522" y="4516"/>
                    <a:pt x="133" y="6134"/>
                  </a:cubicBezTo>
                  <a:cubicBezTo>
                    <a:pt x="34" y="6237"/>
                    <a:pt x="1" y="6386"/>
                    <a:pt x="46" y="6523"/>
                  </a:cubicBezTo>
                  <a:cubicBezTo>
                    <a:pt x="90" y="6660"/>
                    <a:pt x="207" y="6761"/>
                    <a:pt x="349" y="6785"/>
                  </a:cubicBezTo>
                  <a:cubicBezTo>
                    <a:pt x="370" y="6788"/>
                    <a:pt x="392" y="6790"/>
                    <a:pt x="413" y="6790"/>
                  </a:cubicBezTo>
                  <a:cubicBezTo>
                    <a:pt x="532" y="6790"/>
                    <a:pt x="646" y="6734"/>
                    <a:pt x="722" y="6638"/>
                  </a:cubicBezTo>
                  <a:cubicBezTo>
                    <a:pt x="2219" y="4894"/>
                    <a:pt x="3108" y="2709"/>
                    <a:pt x="3257" y="414"/>
                  </a:cubicBezTo>
                  <a:cubicBezTo>
                    <a:pt x="3269" y="201"/>
                    <a:pt x="3108" y="16"/>
                    <a:pt x="2894" y="1"/>
                  </a:cubicBezTo>
                  <a:cubicBezTo>
                    <a:pt x="2886" y="1"/>
                    <a:pt x="2879" y="1"/>
                    <a:pt x="287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38"/>
            <p:cNvSpPr/>
            <p:nvPr/>
          </p:nvSpPr>
          <p:spPr>
            <a:xfrm>
              <a:off x="5555988" y="2133913"/>
              <a:ext cx="81900" cy="169350"/>
            </a:xfrm>
            <a:custGeom>
              <a:rect b="b" l="l" r="r" t="t"/>
              <a:pathLst>
                <a:path extrusionOk="0" h="6774" w="3276">
                  <a:moveTo>
                    <a:pt x="2841" y="1"/>
                  </a:moveTo>
                  <a:cubicBezTo>
                    <a:pt x="2832" y="1"/>
                    <a:pt x="2823" y="1"/>
                    <a:pt x="2814" y="2"/>
                  </a:cubicBezTo>
                  <a:cubicBezTo>
                    <a:pt x="2713" y="9"/>
                    <a:pt x="2617" y="57"/>
                    <a:pt x="2550" y="136"/>
                  </a:cubicBezTo>
                  <a:cubicBezTo>
                    <a:pt x="1053" y="1881"/>
                    <a:pt x="161" y="4065"/>
                    <a:pt x="12" y="6362"/>
                  </a:cubicBezTo>
                  <a:cubicBezTo>
                    <a:pt x="0" y="6576"/>
                    <a:pt x="161" y="6759"/>
                    <a:pt x="375" y="6773"/>
                  </a:cubicBezTo>
                  <a:lnTo>
                    <a:pt x="401" y="6773"/>
                  </a:lnTo>
                  <a:cubicBezTo>
                    <a:pt x="606" y="6773"/>
                    <a:pt x="776" y="6615"/>
                    <a:pt x="788" y="6410"/>
                  </a:cubicBezTo>
                  <a:cubicBezTo>
                    <a:pt x="925" y="4284"/>
                    <a:pt x="1749" y="2258"/>
                    <a:pt x="3136" y="641"/>
                  </a:cubicBezTo>
                  <a:cubicBezTo>
                    <a:pt x="3275" y="480"/>
                    <a:pt x="3259" y="235"/>
                    <a:pt x="3098" y="95"/>
                  </a:cubicBezTo>
                  <a:cubicBezTo>
                    <a:pt x="3025" y="34"/>
                    <a:pt x="2935" y="1"/>
                    <a:pt x="284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38"/>
            <p:cNvSpPr/>
            <p:nvPr/>
          </p:nvSpPr>
          <p:spPr>
            <a:xfrm>
              <a:off x="5924413" y="2200263"/>
              <a:ext cx="53075" cy="68750"/>
            </a:xfrm>
            <a:custGeom>
              <a:rect b="b" l="l" r="r" t="t"/>
              <a:pathLst>
                <a:path extrusionOk="0" h="2750" w="2123">
                  <a:moveTo>
                    <a:pt x="688" y="1"/>
                  </a:moveTo>
                  <a:cubicBezTo>
                    <a:pt x="296" y="750"/>
                    <a:pt x="61" y="1572"/>
                    <a:pt x="0" y="2418"/>
                  </a:cubicBezTo>
                  <a:cubicBezTo>
                    <a:pt x="73" y="2425"/>
                    <a:pt x="145" y="2430"/>
                    <a:pt x="217" y="2440"/>
                  </a:cubicBezTo>
                  <a:cubicBezTo>
                    <a:pt x="875" y="2516"/>
                    <a:pt x="1514" y="2622"/>
                    <a:pt x="2122" y="2750"/>
                  </a:cubicBezTo>
                  <a:cubicBezTo>
                    <a:pt x="1868" y="1733"/>
                    <a:pt x="1377" y="791"/>
                    <a:pt x="68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38"/>
            <p:cNvSpPr/>
            <p:nvPr/>
          </p:nvSpPr>
          <p:spPr>
            <a:xfrm>
              <a:off x="5653538" y="2166738"/>
              <a:ext cx="151350" cy="126600"/>
            </a:xfrm>
            <a:custGeom>
              <a:rect b="b" l="l" r="r" t="t"/>
              <a:pathLst>
                <a:path extrusionOk="0" h="5064" w="6054">
                  <a:moveTo>
                    <a:pt x="3230" y="1"/>
                  </a:moveTo>
                  <a:cubicBezTo>
                    <a:pt x="1397" y="1068"/>
                    <a:pt x="195" y="2954"/>
                    <a:pt x="1" y="5064"/>
                  </a:cubicBezTo>
                  <a:cubicBezTo>
                    <a:pt x="1531" y="4405"/>
                    <a:pt x="3153" y="3980"/>
                    <a:pt x="4811" y="3800"/>
                  </a:cubicBezTo>
                  <a:cubicBezTo>
                    <a:pt x="5217" y="3749"/>
                    <a:pt x="5633" y="3711"/>
                    <a:pt x="6054" y="3680"/>
                  </a:cubicBezTo>
                  <a:cubicBezTo>
                    <a:pt x="5659" y="2115"/>
                    <a:pt x="4638" y="784"/>
                    <a:pt x="32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38"/>
            <p:cNvSpPr/>
            <p:nvPr/>
          </p:nvSpPr>
          <p:spPr>
            <a:xfrm>
              <a:off x="5754513" y="2143988"/>
              <a:ext cx="104500" cy="113550"/>
            </a:xfrm>
            <a:custGeom>
              <a:rect b="b" l="l" r="r" t="t"/>
              <a:pathLst>
                <a:path extrusionOk="0" h="4542" w="4180">
                  <a:moveTo>
                    <a:pt x="2525" y="0"/>
                  </a:moveTo>
                  <a:cubicBezTo>
                    <a:pt x="1660" y="0"/>
                    <a:pt x="801" y="171"/>
                    <a:pt x="1" y="502"/>
                  </a:cubicBezTo>
                  <a:cubicBezTo>
                    <a:pt x="1433" y="1425"/>
                    <a:pt x="2440" y="2879"/>
                    <a:pt x="2805" y="4542"/>
                  </a:cubicBezTo>
                  <a:cubicBezTo>
                    <a:pt x="3175" y="4527"/>
                    <a:pt x="3545" y="4515"/>
                    <a:pt x="3920" y="4515"/>
                  </a:cubicBezTo>
                  <a:lnTo>
                    <a:pt x="3971" y="4515"/>
                  </a:lnTo>
                  <a:cubicBezTo>
                    <a:pt x="4040" y="4515"/>
                    <a:pt x="4110" y="4518"/>
                    <a:pt x="4180" y="4518"/>
                  </a:cubicBezTo>
                  <a:cubicBezTo>
                    <a:pt x="3956" y="2477"/>
                    <a:pt x="3432" y="786"/>
                    <a:pt x="2774" y="5"/>
                  </a:cubicBezTo>
                  <a:cubicBezTo>
                    <a:pt x="2691" y="2"/>
                    <a:pt x="2608" y="0"/>
                    <a:pt x="252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38"/>
            <p:cNvSpPr/>
            <p:nvPr/>
          </p:nvSpPr>
          <p:spPr>
            <a:xfrm>
              <a:off x="5848888" y="2146863"/>
              <a:ext cx="78600" cy="112050"/>
            </a:xfrm>
            <a:custGeom>
              <a:rect b="b" l="l" r="r" t="t"/>
              <a:pathLst>
                <a:path extrusionOk="0" h="4482" w="3144">
                  <a:moveTo>
                    <a:pt x="1" y="0"/>
                  </a:moveTo>
                  <a:lnTo>
                    <a:pt x="1" y="0"/>
                  </a:lnTo>
                  <a:cubicBezTo>
                    <a:pt x="671" y="1384"/>
                    <a:pt x="1073" y="2884"/>
                    <a:pt x="1183" y="4419"/>
                  </a:cubicBezTo>
                  <a:cubicBezTo>
                    <a:pt x="1544" y="4434"/>
                    <a:pt x="1897" y="4453"/>
                    <a:pt x="2248" y="4482"/>
                  </a:cubicBezTo>
                  <a:cubicBezTo>
                    <a:pt x="2320" y="3453"/>
                    <a:pt x="2625" y="2454"/>
                    <a:pt x="3144" y="1562"/>
                  </a:cubicBezTo>
                  <a:cubicBezTo>
                    <a:pt x="2260" y="764"/>
                    <a:pt x="1171" y="221"/>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38"/>
            <p:cNvSpPr/>
            <p:nvPr/>
          </p:nvSpPr>
          <p:spPr>
            <a:xfrm>
              <a:off x="5653113" y="2277938"/>
              <a:ext cx="154900" cy="142050"/>
            </a:xfrm>
            <a:custGeom>
              <a:rect b="b" l="l" r="r" t="t"/>
              <a:pathLst>
                <a:path extrusionOk="0" h="5682" w="6196">
                  <a:moveTo>
                    <a:pt x="6181" y="1"/>
                  </a:moveTo>
                  <a:cubicBezTo>
                    <a:pt x="5756" y="32"/>
                    <a:pt x="5338" y="70"/>
                    <a:pt x="4927" y="121"/>
                  </a:cubicBezTo>
                  <a:cubicBezTo>
                    <a:pt x="3218" y="301"/>
                    <a:pt x="1553" y="762"/>
                    <a:pt x="1" y="1490"/>
                  </a:cubicBezTo>
                  <a:cubicBezTo>
                    <a:pt x="66" y="3048"/>
                    <a:pt x="676" y="4530"/>
                    <a:pt x="1726" y="5681"/>
                  </a:cubicBezTo>
                  <a:cubicBezTo>
                    <a:pt x="4408" y="4773"/>
                    <a:pt x="6196" y="2627"/>
                    <a:pt x="6196" y="267"/>
                  </a:cubicBezTo>
                  <a:cubicBezTo>
                    <a:pt x="6196" y="176"/>
                    <a:pt x="6186" y="89"/>
                    <a:pt x="618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38"/>
            <p:cNvSpPr/>
            <p:nvPr/>
          </p:nvSpPr>
          <p:spPr>
            <a:xfrm>
              <a:off x="5856538" y="2276988"/>
              <a:ext cx="99625" cy="191700"/>
            </a:xfrm>
            <a:custGeom>
              <a:rect b="b" l="l" r="r" t="t"/>
              <a:pathLst>
                <a:path extrusionOk="0" h="7668" w="3985">
                  <a:moveTo>
                    <a:pt x="947" y="0"/>
                  </a:moveTo>
                  <a:cubicBezTo>
                    <a:pt x="983" y="488"/>
                    <a:pt x="1000" y="1014"/>
                    <a:pt x="1000" y="1550"/>
                  </a:cubicBezTo>
                  <a:cubicBezTo>
                    <a:pt x="1000" y="3955"/>
                    <a:pt x="634" y="6154"/>
                    <a:pt x="0" y="7668"/>
                  </a:cubicBezTo>
                  <a:cubicBezTo>
                    <a:pt x="1641" y="7269"/>
                    <a:pt x="3066" y="6257"/>
                    <a:pt x="3984" y="4840"/>
                  </a:cubicBezTo>
                  <a:cubicBezTo>
                    <a:pt x="2747" y="4018"/>
                    <a:pt x="1932" y="2172"/>
                    <a:pt x="1913" y="60"/>
                  </a:cubicBezTo>
                  <a:cubicBezTo>
                    <a:pt x="1593" y="34"/>
                    <a:pt x="1271" y="15"/>
                    <a:pt x="94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38"/>
            <p:cNvSpPr/>
            <p:nvPr/>
          </p:nvSpPr>
          <p:spPr>
            <a:xfrm>
              <a:off x="5923763" y="2280163"/>
              <a:ext cx="60875" cy="100825"/>
            </a:xfrm>
            <a:custGeom>
              <a:rect b="b" l="l" r="r" t="t"/>
              <a:pathLst>
                <a:path extrusionOk="0" h="4033" w="2435">
                  <a:moveTo>
                    <a:pt x="0" y="0"/>
                  </a:moveTo>
                  <a:lnTo>
                    <a:pt x="0" y="0"/>
                  </a:lnTo>
                  <a:cubicBezTo>
                    <a:pt x="36" y="1776"/>
                    <a:pt x="699" y="3350"/>
                    <a:pt x="1675" y="4033"/>
                  </a:cubicBezTo>
                  <a:cubicBezTo>
                    <a:pt x="1740" y="3898"/>
                    <a:pt x="1807" y="3768"/>
                    <a:pt x="1865" y="3629"/>
                  </a:cubicBezTo>
                  <a:cubicBezTo>
                    <a:pt x="2283" y="2605"/>
                    <a:pt x="2434" y="1490"/>
                    <a:pt x="2307" y="392"/>
                  </a:cubicBezTo>
                  <a:cubicBezTo>
                    <a:pt x="1596" y="226"/>
                    <a:pt x="875" y="99"/>
                    <a:pt x="151" y="15"/>
                  </a:cubicBezTo>
                  <a:cubicBezTo>
                    <a:pt x="101" y="8"/>
                    <a:pt x="50" y="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38"/>
            <p:cNvSpPr/>
            <p:nvPr/>
          </p:nvSpPr>
          <p:spPr>
            <a:xfrm>
              <a:off x="5711813" y="2276188"/>
              <a:ext cx="150325" cy="197325"/>
            </a:xfrm>
            <a:custGeom>
              <a:rect b="b" l="l" r="r" t="t"/>
              <a:pathLst>
                <a:path extrusionOk="0" h="7893" w="6013">
                  <a:moveTo>
                    <a:pt x="5631" y="1"/>
                  </a:moveTo>
                  <a:cubicBezTo>
                    <a:pt x="5289" y="1"/>
                    <a:pt x="4950" y="13"/>
                    <a:pt x="4612" y="27"/>
                  </a:cubicBezTo>
                  <a:cubicBezTo>
                    <a:pt x="4619" y="135"/>
                    <a:pt x="4624" y="239"/>
                    <a:pt x="4624" y="337"/>
                  </a:cubicBezTo>
                  <a:cubicBezTo>
                    <a:pt x="4624" y="2918"/>
                    <a:pt x="2790" y="5268"/>
                    <a:pt x="0" y="6352"/>
                  </a:cubicBezTo>
                  <a:cubicBezTo>
                    <a:pt x="1189" y="7350"/>
                    <a:pt x="2684" y="7892"/>
                    <a:pt x="4223" y="7892"/>
                  </a:cubicBezTo>
                  <a:cubicBezTo>
                    <a:pt x="4436" y="7892"/>
                    <a:pt x="4650" y="7882"/>
                    <a:pt x="4864" y="7861"/>
                  </a:cubicBezTo>
                  <a:cubicBezTo>
                    <a:pt x="4902" y="7791"/>
                    <a:pt x="4941" y="7714"/>
                    <a:pt x="4979" y="7628"/>
                  </a:cubicBezTo>
                  <a:cubicBezTo>
                    <a:pt x="5626" y="6237"/>
                    <a:pt x="6013" y="3975"/>
                    <a:pt x="6013" y="1582"/>
                  </a:cubicBezTo>
                  <a:cubicBezTo>
                    <a:pt x="6013" y="1039"/>
                    <a:pt x="5989" y="518"/>
                    <a:pt x="5953" y="11"/>
                  </a:cubicBezTo>
                  <a:cubicBezTo>
                    <a:pt x="5861" y="11"/>
                    <a:pt x="5770" y="1"/>
                    <a:pt x="568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38"/>
            <p:cNvSpPr/>
            <p:nvPr/>
          </p:nvSpPr>
          <p:spPr>
            <a:xfrm>
              <a:off x="5578863" y="1930463"/>
              <a:ext cx="453475" cy="135800"/>
            </a:xfrm>
            <a:custGeom>
              <a:rect b="b" l="l" r="r" t="t"/>
              <a:pathLst>
                <a:path extrusionOk="0" h="5432" w="18139">
                  <a:moveTo>
                    <a:pt x="6400" y="1"/>
                  </a:moveTo>
                  <a:cubicBezTo>
                    <a:pt x="5854" y="3"/>
                    <a:pt x="5323" y="179"/>
                    <a:pt x="4888" y="506"/>
                  </a:cubicBezTo>
                  <a:cubicBezTo>
                    <a:pt x="4316" y="933"/>
                    <a:pt x="3622" y="1164"/>
                    <a:pt x="2908" y="1164"/>
                  </a:cubicBezTo>
                  <a:lnTo>
                    <a:pt x="774" y="1164"/>
                  </a:lnTo>
                  <a:cubicBezTo>
                    <a:pt x="347" y="1164"/>
                    <a:pt x="1" y="1512"/>
                    <a:pt x="1" y="1940"/>
                  </a:cubicBezTo>
                  <a:lnTo>
                    <a:pt x="1" y="3879"/>
                  </a:lnTo>
                  <a:cubicBezTo>
                    <a:pt x="1" y="4086"/>
                    <a:pt x="82" y="4283"/>
                    <a:pt x="227" y="4430"/>
                  </a:cubicBezTo>
                  <a:cubicBezTo>
                    <a:pt x="371" y="4574"/>
                    <a:pt x="570" y="4655"/>
                    <a:pt x="774" y="4655"/>
                  </a:cubicBezTo>
                  <a:lnTo>
                    <a:pt x="3180" y="4655"/>
                  </a:lnTo>
                  <a:cubicBezTo>
                    <a:pt x="3708" y="4655"/>
                    <a:pt x="4227" y="4812"/>
                    <a:pt x="4667" y="5102"/>
                  </a:cubicBezTo>
                  <a:lnTo>
                    <a:pt x="4677" y="5110"/>
                  </a:lnTo>
                  <a:cubicBezTo>
                    <a:pt x="4992" y="5319"/>
                    <a:pt x="5362" y="5432"/>
                    <a:pt x="5741" y="5432"/>
                  </a:cubicBezTo>
                  <a:lnTo>
                    <a:pt x="6008" y="5432"/>
                  </a:lnTo>
                  <a:cubicBezTo>
                    <a:pt x="6011" y="5432"/>
                    <a:pt x="6015" y="5432"/>
                    <a:pt x="6018" y="5432"/>
                  </a:cubicBezTo>
                  <a:cubicBezTo>
                    <a:pt x="6507" y="5432"/>
                    <a:pt x="6979" y="5261"/>
                    <a:pt x="7359" y="4956"/>
                  </a:cubicBezTo>
                  <a:cubicBezTo>
                    <a:pt x="7875" y="4523"/>
                    <a:pt x="8524" y="4281"/>
                    <a:pt x="9197" y="4269"/>
                  </a:cubicBezTo>
                  <a:lnTo>
                    <a:pt x="10763" y="4269"/>
                  </a:lnTo>
                  <a:cubicBezTo>
                    <a:pt x="11117" y="4261"/>
                    <a:pt x="11434" y="4045"/>
                    <a:pt x="11571" y="3716"/>
                  </a:cubicBezTo>
                  <a:cubicBezTo>
                    <a:pt x="11657" y="3519"/>
                    <a:pt x="11648" y="3293"/>
                    <a:pt x="11540" y="3103"/>
                  </a:cubicBezTo>
                  <a:lnTo>
                    <a:pt x="9930" y="3103"/>
                  </a:lnTo>
                  <a:cubicBezTo>
                    <a:pt x="9926" y="3103"/>
                    <a:pt x="9922" y="3103"/>
                    <a:pt x="9918" y="3103"/>
                  </a:cubicBezTo>
                  <a:cubicBezTo>
                    <a:pt x="9348" y="3103"/>
                    <a:pt x="8790" y="2933"/>
                    <a:pt x="8315" y="2618"/>
                  </a:cubicBezTo>
                  <a:lnTo>
                    <a:pt x="8108" y="2483"/>
                  </a:lnTo>
                  <a:cubicBezTo>
                    <a:pt x="7933" y="2365"/>
                    <a:pt x="7882" y="2128"/>
                    <a:pt x="7998" y="1950"/>
                  </a:cubicBezTo>
                  <a:cubicBezTo>
                    <a:pt x="8072" y="1835"/>
                    <a:pt x="8197" y="1773"/>
                    <a:pt x="8325" y="1773"/>
                  </a:cubicBezTo>
                  <a:cubicBezTo>
                    <a:pt x="8395" y="1773"/>
                    <a:pt x="8467" y="1792"/>
                    <a:pt x="8531" y="1832"/>
                  </a:cubicBezTo>
                  <a:lnTo>
                    <a:pt x="8740" y="1969"/>
                  </a:lnTo>
                  <a:cubicBezTo>
                    <a:pt x="9093" y="2204"/>
                    <a:pt x="9507" y="2329"/>
                    <a:pt x="9930" y="2329"/>
                  </a:cubicBezTo>
                  <a:lnTo>
                    <a:pt x="12431" y="2329"/>
                  </a:lnTo>
                  <a:cubicBezTo>
                    <a:pt x="12437" y="2329"/>
                    <a:pt x="12444" y="2329"/>
                    <a:pt x="12450" y="2329"/>
                  </a:cubicBezTo>
                  <a:cubicBezTo>
                    <a:pt x="12607" y="2329"/>
                    <a:pt x="12764" y="2358"/>
                    <a:pt x="12912" y="2409"/>
                  </a:cubicBezTo>
                  <a:lnTo>
                    <a:pt x="17561" y="3725"/>
                  </a:lnTo>
                  <a:cubicBezTo>
                    <a:pt x="17608" y="3744"/>
                    <a:pt x="17656" y="3753"/>
                    <a:pt x="17703" y="3753"/>
                  </a:cubicBezTo>
                  <a:cubicBezTo>
                    <a:pt x="17849" y="3753"/>
                    <a:pt x="17987" y="3668"/>
                    <a:pt x="18047" y="3526"/>
                  </a:cubicBezTo>
                  <a:cubicBezTo>
                    <a:pt x="18138" y="3353"/>
                    <a:pt x="18073" y="3139"/>
                    <a:pt x="17900" y="3048"/>
                  </a:cubicBezTo>
                  <a:lnTo>
                    <a:pt x="13169" y="229"/>
                  </a:lnTo>
                  <a:cubicBezTo>
                    <a:pt x="12919" y="80"/>
                    <a:pt x="12633" y="1"/>
                    <a:pt x="1234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6" name="Google Shape;776;p38"/>
          <p:cNvGrpSpPr/>
          <p:nvPr/>
        </p:nvGrpSpPr>
        <p:grpSpPr>
          <a:xfrm>
            <a:off x="6246716" y="1378175"/>
            <a:ext cx="457967" cy="457967"/>
            <a:chOff x="6420813" y="3438838"/>
            <a:chExt cx="562475" cy="562475"/>
          </a:xfrm>
        </p:grpSpPr>
        <p:sp>
          <p:nvSpPr>
            <p:cNvPr id="777" name="Google Shape;777;p38"/>
            <p:cNvSpPr/>
            <p:nvPr/>
          </p:nvSpPr>
          <p:spPr>
            <a:xfrm>
              <a:off x="6420813" y="3448188"/>
              <a:ext cx="56250" cy="375000"/>
            </a:xfrm>
            <a:custGeom>
              <a:rect b="b" l="l" r="r" t="t"/>
              <a:pathLst>
                <a:path extrusionOk="0" h="15000" w="2250">
                  <a:moveTo>
                    <a:pt x="1125" y="0"/>
                  </a:moveTo>
                  <a:cubicBezTo>
                    <a:pt x="502" y="0"/>
                    <a:pt x="0" y="505"/>
                    <a:pt x="0" y="1125"/>
                  </a:cubicBezTo>
                  <a:lnTo>
                    <a:pt x="0" y="13875"/>
                  </a:lnTo>
                  <a:cubicBezTo>
                    <a:pt x="0" y="14497"/>
                    <a:pt x="502" y="14999"/>
                    <a:pt x="1125" y="14999"/>
                  </a:cubicBezTo>
                  <a:cubicBezTo>
                    <a:pt x="1745" y="14999"/>
                    <a:pt x="2249" y="14497"/>
                    <a:pt x="2249" y="13875"/>
                  </a:cubicBezTo>
                  <a:lnTo>
                    <a:pt x="2249" y="1125"/>
                  </a:lnTo>
                  <a:cubicBezTo>
                    <a:pt x="2249" y="505"/>
                    <a:pt x="1745" y="0"/>
                    <a:pt x="112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38"/>
            <p:cNvSpPr/>
            <p:nvPr/>
          </p:nvSpPr>
          <p:spPr>
            <a:xfrm>
              <a:off x="6598913" y="3663788"/>
              <a:ext cx="384375" cy="46950"/>
            </a:xfrm>
            <a:custGeom>
              <a:rect b="b" l="l" r="r" t="t"/>
              <a:pathLst>
                <a:path extrusionOk="0" h="1878" w="15375">
                  <a:moveTo>
                    <a:pt x="1" y="0"/>
                  </a:moveTo>
                  <a:lnTo>
                    <a:pt x="1" y="1877"/>
                  </a:lnTo>
                  <a:lnTo>
                    <a:pt x="14438" y="1877"/>
                  </a:lnTo>
                  <a:cubicBezTo>
                    <a:pt x="14685" y="1877"/>
                    <a:pt x="14926" y="1779"/>
                    <a:pt x="15101" y="1603"/>
                  </a:cubicBezTo>
                  <a:cubicBezTo>
                    <a:pt x="15276" y="1428"/>
                    <a:pt x="15375" y="1187"/>
                    <a:pt x="15375" y="940"/>
                  </a:cubicBezTo>
                  <a:cubicBezTo>
                    <a:pt x="15375" y="421"/>
                    <a:pt x="14954" y="0"/>
                    <a:pt x="144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38"/>
            <p:cNvSpPr/>
            <p:nvPr/>
          </p:nvSpPr>
          <p:spPr>
            <a:xfrm>
              <a:off x="6609988" y="3729313"/>
              <a:ext cx="352825" cy="272000"/>
            </a:xfrm>
            <a:custGeom>
              <a:rect b="b" l="l" r="r" t="t"/>
              <a:pathLst>
                <a:path extrusionOk="0" h="10880" w="14113">
                  <a:moveTo>
                    <a:pt x="7057" y="87"/>
                  </a:moveTo>
                  <a:lnTo>
                    <a:pt x="8136" y="1130"/>
                  </a:lnTo>
                  <a:lnTo>
                    <a:pt x="7057" y="2173"/>
                  </a:lnTo>
                  <a:lnTo>
                    <a:pt x="5976" y="1130"/>
                  </a:lnTo>
                  <a:lnTo>
                    <a:pt x="7057" y="87"/>
                  </a:lnTo>
                  <a:close/>
                  <a:moveTo>
                    <a:pt x="5438" y="1652"/>
                  </a:moveTo>
                  <a:lnTo>
                    <a:pt x="6514" y="2695"/>
                  </a:lnTo>
                  <a:lnTo>
                    <a:pt x="5438" y="3733"/>
                  </a:lnTo>
                  <a:lnTo>
                    <a:pt x="4357" y="2695"/>
                  </a:lnTo>
                  <a:lnTo>
                    <a:pt x="5438" y="1652"/>
                  </a:lnTo>
                  <a:close/>
                  <a:moveTo>
                    <a:pt x="1137" y="628"/>
                  </a:moveTo>
                  <a:lnTo>
                    <a:pt x="3278" y="2695"/>
                  </a:lnTo>
                  <a:lnTo>
                    <a:pt x="2194" y="3735"/>
                  </a:lnTo>
                  <a:lnTo>
                    <a:pt x="1975" y="3526"/>
                  </a:lnTo>
                  <a:cubicBezTo>
                    <a:pt x="1788" y="2536"/>
                    <a:pt x="1507" y="1565"/>
                    <a:pt x="1137" y="628"/>
                  </a:cubicBezTo>
                  <a:close/>
                  <a:moveTo>
                    <a:pt x="8675" y="1652"/>
                  </a:moveTo>
                  <a:lnTo>
                    <a:pt x="9754" y="2690"/>
                  </a:lnTo>
                  <a:lnTo>
                    <a:pt x="8675" y="3735"/>
                  </a:lnTo>
                  <a:lnTo>
                    <a:pt x="7596" y="2695"/>
                  </a:lnTo>
                  <a:lnTo>
                    <a:pt x="8675" y="1652"/>
                  </a:lnTo>
                  <a:close/>
                  <a:moveTo>
                    <a:pt x="12974" y="623"/>
                  </a:moveTo>
                  <a:cubicBezTo>
                    <a:pt x="12601" y="1563"/>
                    <a:pt x="12320" y="2536"/>
                    <a:pt x="12130" y="3531"/>
                  </a:cubicBezTo>
                  <a:lnTo>
                    <a:pt x="11911" y="3740"/>
                  </a:lnTo>
                  <a:lnTo>
                    <a:pt x="10830" y="2695"/>
                  </a:lnTo>
                  <a:lnTo>
                    <a:pt x="12974" y="623"/>
                  </a:lnTo>
                  <a:close/>
                  <a:moveTo>
                    <a:pt x="3818" y="3216"/>
                  </a:moveTo>
                  <a:lnTo>
                    <a:pt x="4897" y="4254"/>
                  </a:lnTo>
                  <a:lnTo>
                    <a:pt x="3816" y="5297"/>
                  </a:lnTo>
                  <a:lnTo>
                    <a:pt x="2737" y="4261"/>
                  </a:lnTo>
                  <a:lnTo>
                    <a:pt x="3818" y="3216"/>
                  </a:lnTo>
                  <a:close/>
                  <a:moveTo>
                    <a:pt x="7057" y="3216"/>
                  </a:moveTo>
                  <a:lnTo>
                    <a:pt x="8136" y="4257"/>
                  </a:lnTo>
                  <a:lnTo>
                    <a:pt x="7057" y="5297"/>
                  </a:lnTo>
                  <a:lnTo>
                    <a:pt x="5976" y="4257"/>
                  </a:lnTo>
                  <a:lnTo>
                    <a:pt x="7057" y="3216"/>
                  </a:lnTo>
                  <a:close/>
                  <a:moveTo>
                    <a:pt x="10292" y="3211"/>
                  </a:moveTo>
                  <a:lnTo>
                    <a:pt x="11373" y="4257"/>
                  </a:lnTo>
                  <a:lnTo>
                    <a:pt x="10294" y="5300"/>
                  </a:lnTo>
                  <a:lnTo>
                    <a:pt x="9211" y="4254"/>
                  </a:lnTo>
                  <a:lnTo>
                    <a:pt x="10292" y="3211"/>
                  </a:lnTo>
                  <a:close/>
                  <a:moveTo>
                    <a:pt x="2199" y="4783"/>
                  </a:moveTo>
                  <a:lnTo>
                    <a:pt x="3275" y="5821"/>
                  </a:lnTo>
                  <a:lnTo>
                    <a:pt x="2413" y="6652"/>
                  </a:lnTo>
                  <a:lnTo>
                    <a:pt x="2413" y="6650"/>
                  </a:lnTo>
                  <a:cubicBezTo>
                    <a:pt x="2357" y="5996"/>
                    <a:pt x="2285" y="5374"/>
                    <a:pt x="2199" y="4783"/>
                  </a:cubicBezTo>
                  <a:close/>
                  <a:moveTo>
                    <a:pt x="11914" y="4780"/>
                  </a:moveTo>
                  <a:lnTo>
                    <a:pt x="11914" y="4783"/>
                  </a:lnTo>
                  <a:cubicBezTo>
                    <a:pt x="11827" y="5372"/>
                    <a:pt x="11755" y="5996"/>
                    <a:pt x="11695" y="6650"/>
                  </a:cubicBezTo>
                  <a:lnTo>
                    <a:pt x="11695" y="6652"/>
                  </a:lnTo>
                  <a:lnTo>
                    <a:pt x="10833" y="5821"/>
                  </a:lnTo>
                  <a:lnTo>
                    <a:pt x="11914" y="4780"/>
                  </a:lnTo>
                  <a:close/>
                  <a:moveTo>
                    <a:pt x="5438" y="4778"/>
                  </a:moveTo>
                  <a:lnTo>
                    <a:pt x="6512" y="5816"/>
                  </a:lnTo>
                  <a:lnTo>
                    <a:pt x="5433" y="6859"/>
                  </a:lnTo>
                  <a:lnTo>
                    <a:pt x="4357" y="5821"/>
                  </a:lnTo>
                  <a:lnTo>
                    <a:pt x="5438" y="4778"/>
                  </a:lnTo>
                  <a:close/>
                  <a:moveTo>
                    <a:pt x="8672" y="4778"/>
                  </a:moveTo>
                  <a:lnTo>
                    <a:pt x="9751" y="5821"/>
                  </a:lnTo>
                  <a:lnTo>
                    <a:pt x="8672" y="6861"/>
                  </a:lnTo>
                  <a:lnTo>
                    <a:pt x="7596" y="5819"/>
                  </a:lnTo>
                  <a:lnTo>
                    <a:pt x="8672" y="4778"/>
                  </a:lnTo>
                  <a:close/>
                  <a:moveTo>
                    <a:pt x="3816" y="6342"/>
                  </a:moveTo>
                  <a:lnTo>
                    <a:pt x="4895" y="7380"/>
                  </a:lnTo>
                  <a:lnTo>
                    <a:pt x="3818" y="8421"/>
                  </a:lnTo>
                  <a:lnTo>
                    <a:pt x="2739" y="7383"/>
                  </a:lnTo>
                  <a:lnTo>
                    <a:pt x="3816" y="6342"/>
                  </a:lnTo>
                  <a:close/>
                  <a:moveTo>
                    <a:pt x="7057" y="6340"/>
                  </a:moveTo>
                  <a:lnTo>
                    <a:pt x="8136" y="7380"/>
                  </a:lnTo>
                  <a:lnTo>
                    <a:pt x="7055" y="8421"/>
                  </a:lnTo>
                  <a:lnTo>
                    <a:pt x="5976" y="7380"/>
                  </a:lnTo>
                  <a:lnTo>
                    <a:pt x="7057" y="6340"/>
                  </a:lnTo>
                  <a:close/>
                  <a:moveTo>
                    <a:pt x="10294" y="6342"/>
                  </a:moveTo>
                  <a:lnTo>
                    <a:pt x="11371" y="7383"/>
                  </a:lnTo>
                  <a:lnTo>
                    <a:pt x="10294" y="8421"/>
                  </a:lnTo>
                  <a:lnTo>
                    <a:pt x="9215" y="7380"/>
                  </a:lnTo>
                  <a:lnTo>
                    <a:pt x="10294" y="6342"/>
                  </a:lnTo>
                  <a:close/>
                  <a:moveTo>
                    <a:pt x="2516" y="8207"/>
                  </a:moveTo>
                  <a:lnTo>
                    <a:pt x="3297" y="8959"/>
                  </a:lnTo>
                  <a:lnTo>
                    <a:pt x="2564" y="9781"/>
                  </a:lnTo>
                  <a:cubicBezTo>
                    <a:pt x="2554" y="9236"/>
                    <a:pt x="2538" y="8683"/>
                    <a:pt x="2516" y="8207"/>
                  </a:cubicBezTo>
                  <a:close/>
                  <a:moveTo>
                    <a:pt x="11589" y="8212"/>
                  </a:moveTo>
                  <a:lnTo>
                    <a:pt x="11589" y="8212"/>
                  </a:lnTo>
                  <a:cubicBezTo>
                    <a:pt x="11573" y="8688"/>
                    <a:pt x="11556" y="9233"/>
                    <a:pt x="11546" y="9781"/>
                  </a:cubicBezTo>
                  <a:lnTo>
                    <a:pt x="10813" y="8959"/>
                  </a:lnTo>
                  <a:lnTo>
                    <a:pt x="11589" y="8212"/>
                  </a:lnTo>
                  <a:close/>
                  <a:moveTo>
                    <a:pt x="5433" y="7902"/>
                  </a:moveTo>
                  <a:lnTo>
                    <a:pt x="6524" y="8952"/>
                  </a:lnTo>
                  <a:lnTo>
                    <a:pt x="5435" y="10093"/>
                  </a:lnTo>
                  <a:lnTo>
                    <a:pt x="4347" y="8952"/>
                  </a:lnTo>
                  <a:lnTo>
                    <a:pt x="5433" y="7902"/>
                  </a:lnTo>
                  <a:close/>
                  <a:moveTo>
                    <a:pt x="8675" y="7902"/>
                  </a:moveTo>
                  <a:lnTo>
                    <a:pt x="9766" y="8952"/>
                  </a:lnTo>
                  <a:lnTo>
                    <a:pt x="8675" y="10093"/>
                  </a:lnTo>
                  <a:lnTo>
                    <a:pt x="7584" y="8952"/>
                  </a:lnTo>
                  <a:lnTo>
                    <a:pt x="8675" y="7902"/>
                  </a:lnTo>
                  <a:close/>
                  <a:moveTo>
                    <a:pt x="14113" y="1"/>
                  </a:moveTo>
                  <a:cubicBezTo>
                    <a:pt x="14074" y="6"/>
                    <a:pt x="14036" y="6"/>
                    <a:pt x="13995" y="6"/>
                  </a:cubicBezTo>
                  <a:lnTo>
                    <a:pt x="12539" y="6"/>
                  </a:lnTo>
                  <a:lnTo>
                    <a:pt x="10289" y="2173"/>
                  </a:lnTo>
                  <a:lnTo>
                    <a:pt x="9213" y="1130"/>
                  </a:lnTo>
                  <a:lnTo>
                    <a:pt x="10381" y="6"/>
                  </a:lnTo>
                  <a:lnTo>
                    <a:pt x="9299" y="6"/>
                  </a:lnTo>
                  <a:lnTo>
                    <a:pt x="8675" y="609"/>
                  </a:lnTo>
                  <a:lnTo>
                    <a:pt x="8048" y="6"/>
                  </a:lnTo>
                  <a:lnTo>
                    <a:pt x="6060" y="6"/>
                  </a:lnTo>
                  <a:lnTo>
                    <a:pt x="5433" y="609"/>
                  </a:lnTo>
                  <a:lnTo>
                    <a:pt x="4811" y="6"/>
                  </a:lnTo>
                  <a:lnTo>
                    <a:pt x="3732" y="6"/>
                  </a:lnTo>
                  <a:lnTo>
                    <a:pt x="4895" y="1130"/>
                  </a:lnTo>
                  <a:lnTo>
                    <a:pt x="3818" y="2173"/>
                  </a:lnTo>
                  <a:lnTo>
                    <a:pt x="1572" y="6"/>
                  </a:lnTo>
                  <a:lnTo>
                    <a:pt x="0" y="6"/>
                  </a:lnTo>
                  <a:cubicBezTo>
                    <a:pt x="341" y="583"/>
                    <a:pt x="863" y="1731"/>
                    <a:pt x="1264" y="3786"/>
                  </a:cubicBezTo>
                  <a:cubicBezTo>
                    <a:pt x="1283" y="3882"/>
                    <a:pt x="1302" y="3985"/>
                    <a:pt x="1319" y="4086"/>
                  </a:cubicBezTo>
                  <a:cubicBezTo>
                    <a:pt x="1338" y="4187"/>
                    <a:pt x="1358" y="4281"/>
                    <a:pt x="1377" y="4382"/>
                  </a:cubicBezTo>
                  <a:lnTo>
                    <a:pt x="1394" y="4483"/>
                  </a:lnTo>
                  <a:cubicBezTo>
                    <a:pt x="1406" y="4562"/>
                    <a:pt x="1420" y="4639"/>
                    <a:pt x="1432" y="4718"/>
                  </a:cubicBezTo>
                  <a:cubicBezTo>
                    <a:pt x="1548" y="5494"/>
                    <a:pt x="1641" y="6335"/>
                    <a:pt x="1709" y="7217"/>
                  </a:cubicBezTo>
                  <a:lnTo>
                    <a:pt x="1713" y="7277"/>
                  </a:lnTo>
                  <a:lnTo>
                    <a:pt x="1713" y="7280"/>
                  </a:lnTo>
                  <a:lnTo>
                    <a:pt x="1728" y="7472"/>
                  </a:lnTo>
                  <a:lnTo>
                    <a:pt x="1728" y="7477"/>
                  </a:lnTo>
                  <a:lnTo>
                    <a:pt x="1735" y="7618"/>
                  </a:lnTo>
                  <a:cubicBezTo>
                    <a:pt x="1781" y="8322"/>
                    <a:pt x="1812" y="9353"/>
                    <a:pt x="1819" y="10317"/>
                  </a:cubicBezTo>
                  <a:cubicBezTo>
                    <a:pt x="1817" y="10543"/>
                    <a:pt x="1949" y="10747"/>
                    <a:pt x="2155" y="10838"/>
                  </a:cubicBezTo>
                  <a:cubicBezTo>
                    <a:pt x="2218" y="10865"/>
                    <a:pt x="2285" y="10879"/>
                    <a:pt x="2355" y="10879"/>
                  </a:cubicBezTo>
                  <a:cubicBezTo>
                    <a:pt x="2501" y="10877"/>
                    <a:pt x="2638" y="10817"/>
                    <a:pt x="2742" y="10711"/>
                  </a:cubicBezTo>
                  <a:lnTo>
                    <a:pt x="3826" y="9493"/>
                  </a:lnTo>
                  <a:lnTo>
                    <a:pt x="4967" y="10687"/>
                  </a:lnTo>
                  <a:cubicBezTo>
                    <a:pt x="5092" y="10809"/>
                    <a:pt x="5258" y="10879"/>
                    <a:pt x="5431" y="10879"/>
                  </a:cubicBezTo>
                  <a:cubicBezTo>
                    <a:pt x="5613" y="10877"/>
                    <a:pt x="5786" y="10805"/>
                    <a:pt x="5914" y="10677"/>
                  </a:cubicBezTo>
                  <a:lnTo>
                    <a:pt x="7055" y="9483"/>
                  </a:lnTo>
                  <a:lnTo>
                    <a:pt x="8206" y="10689"/>
                  </a:lnTo>
                  <a:cubicBezTo>
                    <a:pt x="8329" y="10809"/>
                    <a:pt x="8497" y="10879"/>
                    <a:pt x="8670" y="10879"/>
                  </a:cubicBezTo>
                  <a:cubicBezTo>
                    <a:pt x="8850" y="10877"/>
                    <a:pt x="9023" y="10805"/>
                    <a:pt x="9150" y="10677"/>
                  </a:cubicBezTo>
                  <a:lnTo>
                    <a:pt x="10282" y="9493"/>
                  </a:lnTo>
                  <a:lnTo>
                    <a:pt x="11388" y="10730"/>
                  </a:lnTo>
                  <a:cubicBezTo>
                    <a:pt x="11481" y="10824"/>
                    <a:pt x="11611" y="10879"/>
                    <a:pt x="11746" y="10879"/>
                  </a:cubicBezTo>
                  <a:cubicBezTo>
                    <a:pt x="11751" y="10879"/>
                    <a:pt x="11756" y="10879"/>
                    <a:pt x="11761" y="10879"/>
                  </a:cubicBezTo>
                  <a:cubicBezTo>
                    <a:pt x="11825" y="10879"/>
                    <a:pt x="11890" y="10865"/>
                    <a:pt x="11950" y="10838"/>
                  </a:cubicBezTo>
                  <a:cubicBezTo>
                    <a:pt x="12157" y="10749"/>
                    <a:pt x="12289" y="10543"/>
                    <a:pt x="12286" y="10317"/>
                  </a:cubicBezTo>
                  <a:cubicBezTo>
                    <a:pt x="12294" y="9358"/>
                    <a:pt x="12327" y="8322"/>
                    <a:pt x="12373" y="7618"/>
                  </a:cubicBezTo>
                  <a:lnTo>
                    <a:pt x="12394" y="7277"/>
                  </a:lnTo>
                  <a:lnTo>
                    <a:pt x="12399" y="7224"/>
                  </a:lnTo>
                  <a:cubicBezTo>
                    <a:pt x="12467" y="6335"/>
                    <a:pt x="12560" y="5492"/>
                    <a:pt x="12676" y="4718"/>
                  </a:cubicBezTo>
                  <a:cubicBezTo>
                    <a:pt x="12692" y="4644"/>
                    <a:pt x="12702" y="4564"/>
                    <a:pt x="12714" y="4490"/>
                  </a:cubicBezTo>
                  <a:lnTo>
                    <a:pt x="12733" y="4382"/>
                  </a:lnTo>
                  <a:cubicBezTo>
                    <a:pt x="12750" y="4281"/>
                    <a:pt x="12767" y="4182"/>
                    <a:pt x="12789" y="4074"/>
                  </a:cubicBezTo>
                  <a:cubicBezTo>
                    <a:pt x="12803" y="3987"/>
                    <a:pt x="12820" y="3901"/>
                    <a:pt x="12837" y="3814"/>
                  </a:cubicBezTo>
                  <a:lnTo>
                    <a:pt x="12837" y="3807"/>
                  </a:lnTo>
                  <a:cubicBezTo>
                    <a:pt x="12841" y="3798"/>
                    <a:pt x="12844" y="3781"/>
                    <a:pt x="12849" y="3766"/>
                  </a:cubicBezTo>
                  <a:cubicBezTo>
                    <a:pt x="13245" y="1724"/>
                    <a:pt x="13767" y="580"/>
                    <a:pt x="1411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38"/>
            <p:cNvSpPr/>
            <p:nvPr/>
          </p:nvSpPr>
          <p:spPr>
            <a:xfrm>
              <a:off x="6495763" y="3663788"/>
              <a:ext cx="84450" cy="121900"/>
            </a:xfrm>
            <a:custGeom>
              <a:rect b="b" l="l" r="r" t="t"/>
              <a:pathLst>
                <a:path extrusionOk="0" h="4876" w="3378">
                  <a:moveTo>
                    <a:pt x="1500" y="1127"/>
                  </a:moveTo>
                  <a:cubicBezTo>
                    <a:pt x="1709" y="1127"/>
                    <a:pt x="1875" y="1296"/>
                    <a:pt x="1875" y="1502"/>
                  </a:cubicBezTo>
                  <a:cubicBezTo>
                    <a:pt x="1875" y="1709"/>
                    <a:pt x="1709" y="1877"/>
                    <a:pt x="1500" y="1877"/>
                  </a:cubicBezTo>
                  <a:cubicBezTo>
                    <a:pt x="1294" y="1877"/>
                    <a:pt x="1126" y="1709"/>
                    <a:pt x="1126" y="1502"/>
                  </a:cubicBezTo>
                  <a:cubicBezTo>
                    <a:pt x="1126" y="1296"/>
                    <a:pt x="1294" y="1127"/>
                    <a:pt x="1500" y="1127"/>
                  </a:cubicBezTo>
                  <a:close/>
                  <a:moveTo>
                    <a:pt x="1" y="0"/>
                  </a:moveTo>
                  <a:lnTo>
                    <a:pt x="1" y="4876"/>
                  </a:lnTo>
                  <a:lnTo>
                    <a:pt x="3377" y="1877"/>
                  </a:lnTo>
                  <a:lnTo>
                    <a:pt x="337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38"/>
            <p:cNvSpPr/>
            <p:nvPr/>
          </p:nvSpPr>
          <p:spPr>
            <a:xfrm>
              <a:off x="6845338" y="3548738"/>
              <a:ext cx="44250" cy="77225"/>
            </a:xfrm>
            <a:custGeom>
              <a:rect b="b" l="l" r="r" t="t"/>
              <a:pathLst>
                <a:path extrusionOk="0" h="3089" w="1770">
                  <a:moveTo>
                    <a:pt x="1" y="1"/>
                  </a:moveTo>
                  <a:cubicBezTo>
                    <a:pt x="44" y="1349"/>
                    <a:pt x="537" y="2538"/>
                    <a:pt x="1262" y="3089"/>
                  </a:cubicBezTo>
                  <a:cubicBezTo>
                    <a:pt x="1596" y="2389"/>
                    <a:pt x="1769" y="1625"/>
                    <a:pt x="1767" y="851"/>
                  </a:cubicBezTo>
                  <a:cubicBezTo>
                    <a:pt x="1767" y="666"/>
                    <a:pt x="1757" y="481"/>
                    <a:pt x="1738" y="299"/>
                  </a:cubicBezTo>
                  <a:cubicBezTo>
                    <a:pt x="1181" y="171"/>
                    <a:pt x="618" y="73"/>
                    <a:pt x="51" y="6"/>
                  </a:cubicBezTo>
                  <a:cubicBezTo>
                    <a:pt x="34" y="3"/>
                    <a:pt x="18" y="1"/>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38"/>
            <p:cNvSpPr/>
            <p:nvPr/>
          </p:nvSpPr>
          <p:spPr>
            <a:xfrm>
              <a:off x="6845888" y="3485413"/>
              <a:ext cx="39125" cy="50850"/>
            </a:xfrm>
            <a:custGeom>
              <a:rect b="b" l="l" r="r" t="t"/>
              <a:pathLst>
                <a:path extrusionOk="0" h="2034" w="1565">
                  <a:moveTo>
                    <a:pt x="503" y="1"/>
                  </a:moveTo>
                  <a:cubicBezTo>
                    <a:pt x="224" y="558"/>
                    <a:pt x="56" y="1162"/>
                    <a:pt x="0" y="1782"/>
                  </a:cubicBezTo>
                  <a:cubicBezTo>
                    <a:pt x="39" y="1786"/>
                    <a:pt x="80" y="1789"/>
                    <a:pt x="118" y="1794"/>
                  </a:cubicBezTo>
                  <a:cubicBezTo>
                    <a:pt x="618" y="1851"/>
                    <a:pt x="1099" y="1938"/>
                    <a:pt x="1565" y="2034"/>
                  </a:cubicBezTo>
                  <a:cubicBezTo>
                    <a:pt x="1368" y="1284"/>
                    <a:pt x="1005" y="590"/>
                    <a:pt x="5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38"/>
            <p:cNvSpPr/>
            <p:nvPr/>
          </p:nvSpPr>
          <p:spPr>
            <a:xfrm>
              <a:off x="6786463" y="3441938"/>
              <a:ext cx="58175" cy="86400"/>
            </a:xfrm>
            <a:custGeom>
              <a:rect b="b" l="l" r="r" t="t"/>
              <a:pathLst>
                <a:path extrusionOk="0" h="3456" w="2327">
                  <a:moveTo>
                    <a:pt x="1" y="0"/>
                  </a:moveTo>
                  <a:lnTo>
                    <a:pt x="1" y="0"/>
                  </a:lnTo>
                  <a:cubicBezTo>
                    <a:pt x="496" y="1077"/>
                    <a:pt x="796" y="2233"/>
                    <a:pt x="890" y="3415"/>
                  </a:cubicBezTo>
                  <a:cubicBezTo>
                    <a:pt x="1140" y="3424"/>
                    <a:pt x="1387" y="3439"/>
                    <a:pt x="1632" y="3456"/>
                  </a:cubicBezTo>
                  <a:cubicBezTo>
                    <a:pt x="1695" y="2658"/>
                    <a:pt x="1930" y="1882"/>
                    <a:pt x="2327" y="1183"/>
                  </a:cubicBezTo>
                  <a:cubicBezTo>
                    <a:pt x="1664" y="596"/>
                    <a:pt x="864" y="190"/>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38"/>
            <p:cNvSpPr/>
            <p:nvPr/>
          </p:nvSpPr>
          <p:spPr>
            <a:xfrm>
              <a:off x="6731213" y="3545438"/>
              <a:ext cx="61400" cy="90200"/>
            </a:xfrm>
            <a:custGeom>
              <a:rect b="b" l="l" r="r" t="t"/>
              <a:pathLst>
                <a:path extrusionOk="0" h="3608" w="2456">
                  <a:moveTo>
                    <a:pt x="2206" y="1"/>
                  </a:moveTo>
                  <a:cubicBezTo>
                    <a:pt x="1951" y="1"/>
                    <a:pt x="1701" y="15"/>
                    <a:pt x="1449" y="25"/>
                  </a:cubicBezTo>
                  <a:cubicBezTo>
                    <a:pt x="1452" y="85"/>
                    <a:pt x="1459" y="147"/>
                    <a:pt x="1459" y="207"/>
                  </a:cubicBezTo>
                  <a:cubicBezTo>
                    <a:pt x="1437" y="1488"/>
                    <a:pt x="913" y="2709"/>
                    <a:pt x="0" y="3607"/>
                  </a:cubicBezTo>
                  <a:lnTo>
                    <a:pt x="2285" y="3607"/>
                  </a:lnTo>
                  <a:cubicBezTo>
                    <a:pt x="2398" y="2814"/>
                    <a:pt x="2456" y="2014"/>
                    <a:pt x="2456" y="1212"/>
                  </a:cubicBezTo>
                  <a:cubicBezTo>
                    <a:pt x="2456" y="815"/>
                    <a:pt x="2437" y="411"/>
                    <a:pt x="2408" y="5"/>
                  </a:cubicBezTo>
                  <a:cubicBezTo>
                    <a:pt x="2355" y="5"/>
                    <a:pt x="2302" y="1"/>
                    <a:pt x="224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38"/>
            <p:cNvSpPr/>
            <p:nvPr/>
          </p:nvSpPr>
          <p:spPr>
            <a:xfrm>
              <a:off x="6807263" y="3546088"/>
              <a:ext cx="52275" cy="89550"/>
            </a:xfrm>
            <a:custGeom>
              <a:rect b="b" l="l" r="r" t="t"/>
              <a:pathLst>
                <a:path extrusionOk="0" h="3582" w="2091">
                  <a:moveTo>
                    <a:pt x="120" y="1"/>
                  </a:moveTo>
                  <a:cubicBezTo>
                    <a:pt x="144" y="390"/>
                    <a:pt x="164" y="789"/>
                    <a:pt x="164" y="1186"/>
                  </a:cubicBezTo>
                  <a:cubicBezTo>
                    <a:pt x="164" y="1986"/>
                    <a:pt x="108" y="2788"/>
                    <a:pt x="0" y="3581"/>
                  </a:cubicBezTo>
                  <a:lnTo>
                    <a:pt x="2091" y="3581"/>
                  </a:lnTo>
                  <a:cubicBezTo>
                    <a:pt x="1300" y="2824"/>
                    <a:pt x="800" y="1515"/>
                    <a:pt x="772" y="42"/>
                  </a:cubicBezTo>
                  <a:cubicBezTo>
                    <a:pt x="555" y="25"/>
                    <a:pt x="339" y="11"/>
                    <a:pt x="12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38"/>
            <p:cNvSpPr/>
            <p:nvPr/>
          </p:nvSpPr>
          <p:spPr>
            <a:xfrm>
              <a:off x="6710588" y="3438838"/>
              <a:ext cx="79275" cy="88550"/>
            </a:xfrm>
            <a:custGeom>
              <a:rect b="b" l="l" r="r" t="t"/>
              <a:pathLst>
                <a:path extrusionOk="0" h="3542" w="3171">
                  <a:moveTo>
                    <a:pt x="1885" y="1"/>
                  </a:moveTo>
                  <a:cubicBezTo>
                    <a:pt x="1241" y="1"/>
                    <a:pt x="602" y="121"/>
                    <a:pt x="1" y="355"/>
                  </a:cubicBezTo>
                  <a:cubicBezTo>
                    <a:pt x="1104" y="1102"/>
                    <a:pt x="1882" y="2241"/>
                    <a:pt x="2176" y="3541"/>
                  </a:cubicBezTo>
                  <a:cubicBezTo>
                    <a:pt x="2459" y="3529"/>
                    <a:pt x="2743" y="3515"/>
                    <a:pt x="3029" y="3515"/>
                  </a:cubicBezTo>
                  <a:lnTo>
                    <a:pt x="3072" y="3515"/>
                  </a:lnTo>
                  <a:cubicBezTo>
                    <a:pt x="3106" y="3515"/>
                    <a:pt x="3137" y="3517"/>
                    <a:pt x="3170" y="3517"/>
                  </a:cubicBezTo>
                  <a:cubicBezTo>
                    <a:pt x="2990" y="1936"/>
                    <a:pt x="2584" y="622"/>
                    <a:pt x="2077" y="4"/>
                  </a:cubicBezTo>
                  <a:cubicBezTo>
                    <a:pt x="2013" y="2"/>
                    <a:pt x="1949" y="1"/>
                    <a:pt x="1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38"/>
            <p:cNvSpPr/>
            <p:nvPr/>
          </p:nvSpPr>
          <p:spPr>
            <a:xfrm>
              <a:off x="6627988" y="3457363"/>
              <a:ext cx="118150" cy="97775"/>
            </a:xfrm>
            <a:custGeom>
              <a:rect b="b" l="l" r="r" t="t"/>
              <a:pathLst>
                <a:path extrusionOk="0" h="3911" w="4726">
                  <a:moveTo>
                    <a:pt x="2519" y="1"/>
                  </a:moveTo>
                  <a:cubicBezTo>
                    <a:pt x="1116" y="842"/>
                    <a:pt x="186" y="2288"/>
                    <a:pt x="1" y="3910"/>
                  </a:cubicBezTo>
                  <a:cubicBezTo>
                    <a:pt x="1210" y="3406"/>
                    <a:pt x="2486" y="3074"/>
                    <a:pt x="3790" y="2930"/>
                  </a:cubicBezTo>
                  <a:cubicBezTo>
                    <a:pt x="4096" y="2892"/>
                    <a:pt x="4410" y="2868"/>
                    <a:pt x="4725" y="2844"/>
                  </a:cubicBezTo>
                  <a:cubicBezTo>
                    <a:pt x="4398" y="1640"/>
                    <a:pt x="3605" y="616"/>
                    <a:pt x="251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38"/>
            <p:cNvSpPr/>
            <p:nvPr/>
          </p:nvSpPr>
          <p:spPr>
            <a:xfrm>
              <a:off x="6627288" y="3547063"/>
              <a:ext cx="121675" cy="88575"/>
            </a:xfrm>
            <a:custGeom>
              <a:rect b="b" l="l" r="r" t="t"/>
              <a:pathLst>
                <a:path extrusionOk="0" h="3543" w="4867">
                  <a:moveTo>
                    <a:pt x="4856" y="0"/>
                  </a:moveTo>
                  <a:cubicBezTo>
                    <a:pt x="4539" y="24"/>
                    <a:pt x="4222" y="51"/>
                    <a:pt x="3914" y="87"/>
                  </a:cubicBezTo>
                  <a:cubicBezTo>
                    <a:pt x="2559" y="229"/>
                    <a:pt x="1235" y="594"/>
                    <a:pt x="0" y="1166"/>
                  </a:cubicBezTo>
                  <a:cubicBezTo>
                    <a:pt x="39" y="2004"/>
                    <a:pt x="279" y="2819"/>
                    <a:pt x="699" y="3542"/>
                  </a:cubicBezTo>
                  <a:lnTo>
                    <a:pt x="3030" y="3542"/>
                  </a:lnTo>
                  <a:cubicBezTo>
                    <a:pt x="4143" y="2761"/>
                    <a:pt x="4823" y="1500"/>
                    <a:pt x="4866" y="142"/>
                  </a:cubicBezTo>
                  <a:cubicBezTo>
                    <a:pt x="4866" y="94"/>
                    <a:pt x="4859" y="46"/>
                    <a:pt x="485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39"/>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sp>
        <p:nvSpPr>
          <p:cNvPr id="794" name="Google Shape;794;p39"/>
          <p:cNvSpPr/>
          <p:nvPr/>
        </p:nvSpPr>
        <p:spPr>
          <a:xfrm>
            <a:off x="4798562" y="2640137"/>
            <a:ext cx="1593000" cy="528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sz="2200">
              <a:solidFill>
                <a:srgbClr val="2E5C53"/>
              </a:solidFill>
              <a:latin typeface="Voltaire"/>
              <a:ea typeface="Voltaire"/>
              <a:cs typeface="Voltaire"/>
              <a:sym typeface="Voltaire"/>
            </a:endParaRPr>
          </a:p>
        </p:txBody>
      </p:sp>
      <p:sp>
        <p:nvSpPr>
          <p:cNvPr id="795" name="Google Shape;795;p39"/>
          <p:cNvSpPr/>
          <p:nvPr/>
        </p:nvSpPr>
        <p:spPr>
          <a:xfrm>
            <a:off x="2758539" y="2640137"/>
            <a:ext cx="1593000" cy="528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sz="2200">
              <a:solidFill>
                <a:srgbClr val="2E5C53"/>
              </a:solidFill>
              <a:latin typeface="Voltaire"/>
              <a:ea typeface="Voltaire"/>
              <a:cs typeface="Voltaire"/>
              <a:sym typeface="Voltaire"/>
            </a:endParaRPr>
          </a:p>
        </p:txBody>
      </p:sp>
      <p:sp>
        <p:nvSpPr>
          <p:cNvPr id="796" name="Google Shape;796;p39"/>
          <p:cNvSpPr/>
          <p:nvPr/>
        </p:nvSpPr>
        <p:spPr>
          <a:xfrm>
            <a:off x="6837650" y="2640100"/>
            <a:ext cx="1593000" cy="528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sz="2200">
              <a:solidFill>
                <a:srgbClr val="2E5C53"/>
              </a:solidFill>
              <a:latin typeface="Voltaire"/>
              <a:ea typeface="Voltaire"/>
              <a:cs typeface="Voltaire"/>
              <a:sym typeface="Voltaire"/>
            </a:endParaRPr>
          </a:p>
        </p:txBody>
      </p:sp>
      <p:cxnSp>
        <p:nvCxnSpPr>
          <p:cNvPr id="797" name="Google Shape;797;p39"/>
          <p:cNvCxnSpPr>
            <a:stCxn id="798" idx="2"/>
            <a:endCxn id="799" idx="0"/>
          </p:cNvCxnSpPr>
          <p:nvPr/>
        </p:nvCxnSpPr>
        <p:spPr>
          <a:xfrm>
            <a:off x="1515950" y="3169075"/>
            <a:ext cx="0" cy="299100"/>
          </a:xfrm>
          <a:prstGeom prst="straightConnector1">
            <a:avLst/>
          </a:prstGeom>
          <a:noFill/>
          <a:ln cap="flat" cmpd="sng" w="28575">
            <a:solidFill>
              <a:schemeClr val="lt1"/>
            </a:solidFill>
            <a:prstDash val="solid"/>
            <a:round/>
            <a:headEnd len="med" w="med" type="none"/>
            <a:tailEnd len="med" w="med" type="none"/>
          </a:ln>
        </p:spPr>
      </p:cxnSp>
      <p:cxnSp>
        <p:nvCxnSpPr>
          <p:cNvPr id="800" name="Google Shape;800;p39"/>
          <p:cNvCxnSpPr>
            <a:stCxn id="801" idx="2"/>
            <a:endCxn id="795" idx="0"/>
          </p:cNvCxnSpPr>
          <p:nvPr/>
        </p:nvCxnSpPr>
        <p:spPr>
          <a:xfrm flipH="1">
            <a:off x="3555062" y="2341000"/>
            <a:ext cx="900" cy="299100"/>
          </a:xfrm>
          <a:prstGeom prst="straightConnector1">
            <a:avLst/>
          </a:prstGeom>
          <a:noFill/>
          <a:ln cap="flat" cmpd="sng" w="28575">
            <a:solidFill>
              <a:schemeClr val="lt1"/>
            </a:solidFill>
            <a:prstDash val="solid"/>
            <a:round/>
            <a:headEnd len="med" w="med" type="none"/>
            <a:tailEnd len="med" w="med" type="none"/>
          </a:ln>
        </p:spPr>
      </p:cxnSp>
      <p:cxnSp>
        <p:nvCxnSpPr>
          <p:cNvPr id="802" name="Google Shape;802;p39"/>
          <p:cNvCxnSpPr>
            <a:stCxn id="794" idx="2"/>
            <a:endCxn id="803" idx="0"/>
          </p:cNvCxnSpPr>
          <p:nvPr/>
        </p:nvCxnSpPr>
        <p:spPr>
          <a:xfrm>
            <a:off x="5595062" y="3169037"/>
            <a:ext cx="0" cy="299100"/>
          </a:xfrm>
          <a:prstGeom prst="straightConnector1">
            <a:avLst/>
          </a:prstGeom>
          <a:noFill/>
          <a:ln cap="flat" cmpd="sng" w="28575">
            <a:solidFill>
              <a:schemeClr val="lt1"/>
            </a:solidFill>
            <a:prstDash val="solid"/>
            <a:round/>
            <a:headEnd len="med" w="med" type="none"/>
            <a:tailEnd len="med" w="med" type="none"/>
          </a:ln>
        </p:spPr>
      </p:cxnSp>
      <p:cxnSp>
        <p:nvCxnSpPr>
          <p:cNvPr id="804" name="Google Shape;804;p39"/>
          <p:cNvCxnSpPr>
            <a:stCxn id="805" idx="2"/>
            <a:endCxn id="796" idx="0"/>
          </p:cNvCxnSpPr>
          <p:nvPr/>
        </p:nvCxnSpPr>
        <p:spPr>
          <a:xfrm flipH="1">
            <a:off x="7634212" y="2340963"/>
            <a:ext cx="900" cy="299100"/>
          </a:xfrm>
          <a:prstGeom prst="straightConnector1">
            <a:avLst/>
          </a:prstGeom>
          <a:noFill/>
          <a:ln cap="flat" cmpd="sng" w="28575">
            <a:solidFill>
              <a:schemeClr val="lt1"/>
            </a:solidFill>
            <a:prstDash val="solid"/>
            <a:round/>
            <a:headEnd len="med" w="med" type="none"/>
            <a:tailEnd len="med" w="med" type="none"/>
          </a:ln>
        </p:spPr>
      </p:cxnSp>
      <p:cxnSp>
        <p:nvCxnSpPr>
          <p:cNvPr id="806" name="Google Shape;806;p39"/>
          <p:cNvCxnSpPr>
            <a:stCxn id="798" idx="3"/>
            <a:endCxn id="795" idx="1"/>
          </p:cNvCxnSpPr>
          <p:nvPr/>
        </p:nvCxnSpPr>
        <p:spPr>
          <a:xfrm>
            <a:off x="2312450" y="2904625"/>
            <a:ext cx="446100" cy="0"/>
          </a:xfrm>
          <a:prstGeom prst="straightConnector1">
            <a:avLst/>
          </a:prstGeom>
          <a:noFill/>
          <a:ln cap="flat" cmpd="sng" w="28575">
            <a:solidFill>
              <a:schemeClr val="lt1"/>
            </a:solidFill>
            <a:prstDash val="solid"/>
            <a:round/>
            <a:headEnd len="med" w="med" type="none"/>
            <a:tailEnd len="med" w="med" type="none"/>
          </a:ln>
        </p:spPr>
      </p:cxnSp>
      <p:cxnSp>
        <p:nvCxnSpPr>
          <p:cNvPr id="807" name="Google Shape;807;p39"/>
          <p:cNvCxnSpPr>
            <a:stCxn id="795" idx="3"/>
            <a:endCxn id="794" idx="1"/>
          </p:cNvCxnSpPr>
          <p:nvPr/>
        </p:nvCxnSpPr>
        <p:spPr>
          <a:xfrm>
            <a:off x="4351539" y="2904587"/>
            <a:ext cx="447000" cy="0"/>
          </a:xfrm>
          <a:prstGeom prst="straightConnector1">
            <a:avLst/>
          </a:prstGeom>
          <a:noFill/>
          <a:ln cap="flat" cmpd="sng" w="28575">
            <a:solidFill>
              <a:schemeClr val="lt1"/>
            </a:solidFill>
            <a:prstDash val="solid"/>
            <a:round/>
            <a:headEnd len="med" w="med" type="none"/>
            <a:tailEnd len="med" w="med" type="none"/>
          </a:ln>
        </p:spPr>
      </p:cxnSp>
      <p:cxnSp>
        <p:nvCxnSpPr>
          <p:cNvPr id="808" name="Google Shape;808;p39"/>
          <p:cNvCxnSpPr>
            <a:stCxn id="794" idx="3"/>
            <a:endCxn id="796" idx="1"/>
          </p:cNvCxnSpPr>
          <p:nvPr/>
        </p:nvCxnSpPr>
        <p:spPr>
          <a:xfrm>
            <a:off x="6391562" y="2904587"/>
            <a:ext cx="446100" cy="0"/>
          </a:xfrm>
          <a:prstGeom prst="straightConnector1">
            <a:avLst/>
          </a:prstGeom>
          <a:noFill/>
          <a:ln cap="flat" cmpd="sng" w="28575">
            <a:solidFill>
              <a:schemeClr val="lt1"/>
            </a:solidFill>
            <a:prstDash val="solid"/>
            <a:round/>
            <a:headEnd len="med" w="med" type="none"/>
            <a:tailEnd len="med" w="med" type="none"/>
          </a:ln>
        </p:spPr>
      </p:cxnSp>
      <p:grpSp>
        <p:nvGrpSpPr>
          <p:cNvPr id="809" name="Google Shape;809;p39"/>
          <p:cNvGrpSpPr/>
          <p:nvPr/>
        </p:nvGrpSpPr>
        <p:grpSpPr>
          <a:xfrm>
            <a:off x="719438" y="2640175"/>
            <a:ext cx="1593042" cy="1869813"/>
            <a:chOff x="719438" y="2640175"/>
            <a:chExt cx="1593042" cy="1869813"/>
          </a:xfrm>
        </p:grpSpPr>
        <p:sp>
          <p:nvSpPr>
            <p:cNvPr id="799" name="Google Shape;799;p39"/>
            <p:cNvSpPr/>
            <p:nvPr/>
          </p:nvSpPr>
          <p:spPr>
            <a:xfrm>
              <a:off x="719450" y="3468212"/>
              <a:ext cx="1593000" cy="5289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MARS</a:t>
              </a:r>
              <a:endParaRPr sz="2000">
                <a:solidFill>
                  <a:schemeClr val="dk2"/>
                </a:solidFill>
                <a:latin typeface="Dosis SemiBold"/>
                <a:ea typeface="Dosis SemiBold"/>
                <a:cs typeface="Dosis SemiBold"/>
                <a:sym typeface="Dosis SemiBold"/>
              </a:endParaRPr>
            </a:p>
          </p:txBody>
        </p:sp>
        <p:sp>
          <p:nvSpPr>
            <p:cNvPr id="810" name="Google Shape;810;p39"/>
            <p:cNvSpPr txBox="1"/>
            <p:nvPr/>
          </p:nvSpPr>
          <p:spPr>
            <a:xfrm>
              <a:off x="719438" y="3844588"/>
              <a:ext cx="1593000" cy="665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Mars is actually a very cold place</a:t>
              </a:r>
              <a:endParaRPr sz="1600">
                <a:solidFill>
                  <a:schemeClr val="lt1"/>
                </a:solidFill>
                <a:latin typeface="Dosis"/>
                <a:ea typeface="Dosis"/>
                <a:cs typeface="Dosis"/>
                <a:sym typeface="Dosis"/>
              </a:endParaRPr>
            </a:p>
          </p:txBody>
        </p:sp>
        <p:sp>
          <p:nvSpPr>
            <p:cNvPr id="798" name="Google Shape;798;p39"/>
            <p:cNvSpPr/>
            <p:nvPr/>
          </p:nvSpPr>
          <p:spPr>
            <a:xfrm>
              <a:off x="719450" y="2640175"/>
              <a:ext cx="1593000" cy="528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sz="2200">
                <a:solidFill>
                  <a:srgbClr val="2E5C53"/>
                </a:solidFill>
                <a:latin typeface="Voltaire"/>
                <a:ea typeface="Voltaire"/>
                <a:cs typeface="Voltaire"/>
                <a:sym typeface="Voltaire"/>
              </a:endParaRPr>
            </a:p>
          </p:txBody>
        </p:sp>
        <p:sp>
          <p:nvSpPr>
            <p:cNvPr id="811" name="Google Shape;811;p39"/>
            <p:cNvSpPr/>
            <p:nvPr/>
          </p:nvSpPr>
          <p:spPr>
            <a:xfrm>
              <a:off x="719452" y="2710975"/>
              <a:ext cx="1593028"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100">
                  <a:solidFill>
                    <a:schemeClr val="lt1"/>
                  </a:solidFill>
                  <a:latin typeface="Bevan"/>
                  <a:ea typeface="Bevan"/>
                  <a:cs typeface="Bevan"/>
                  <a:sym typeface="Bevan"/>
                </a:rPr>
                <a:t>STEP 1</a:t>
              </a:r>
              <a:endParaRPr sz="2100">
                <a:solidFill>
                  <a:schemeClr val="lt1"/>
                </a:solidFill>
                <a:latin typeface="Bevan"/>
                <a:ea typeface="Bevan"/>
                <a:cs typeface="Bevan"/>
                <a:sym typeface="Bevan"/>
              </a:endParaRPr>
            </a:p>
          </p:txBody>
        </p:sp>
      </p:grpSp>
      <p:grpSp>
        <p:nvGrpSpPr>
          <p:cNvPr id="812" name="Google Shape;812;p39"/>
          <p:cNvGrpSpPr/>
          <p:nvPr/>
        </p:nvGrpSpPr>
        <p:grpSpPr>
          <a:xfrm>
            <a:off x="2758539" y="1299225"/>
            <a:ext cx="1593924" cy="1805125"/>
            <a:chOff x="2758539" y="1299225"/>
            <a:chExt cx="1593924" cy="1805125"/>
          </a:xfrm>
        </p:grpSpPr>
        <p:sp>
          <p:nvSpPr>
            <p:cNvPr id="813" name="Google Shape;813;p39"/>
            <p:cNvSpPr/>
            <p:nvPr/>
          </p:nvSpPr>
          <p:spPr>
            <a:xfrm>
              <a:off x="2758539" y="1299225"/>
              <a:ext cx="1593000" cy="5289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MERCURY</a:t>
              </a:r>
              <a:endParaRPr sz="2000">
                <a:solidFill>
                  <a:schemeClr val="dk2"/>
                </a:solidFill>
                <a:latin typeface="Dosis SemiBold"/>
                <a:ea typeface="Dosis SemiBold"/>
                <a:cs typeface="Dosis SemiBold"/>
                <a:sym typeface="Dosis SemiBold"/>
              </a:endParaRPr>
            </a:p>
          </p:txBody>
        </p:sp>
        <p:sp>
          <p:nvSpPr>
            <p:cNvPr id="801" name="Google Shape;801;p39"/>
            <p:cNvSpPr txBox="1"/>
            <p:nvPr/>
          </p:nvSpPr>
          <p:spPr>
            <a:xfrm>
              <a:off x="2759462" y="1675600"/>
              <a:ext cx="1593000" cy="665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Mercury is the smallest planet</a:t>
              </a:r>
              <a:endParaRPr sz="1600">
                <a:solidFill>
                  <a:schemeClr val="lt1"/>
                </a:solidFill>
                <a:latin typeface="Dosis"/>
                <a:ea typeface="Dosis"/>
                <a:cs typeface="Dosis"/>
                <a:sym typeface="Dosis"/>
              </a:endParaRPr>
            </a:p>
          </p:txBody>
        </p:sp>
        <p:sp>
          <p:nvSpPr>
            <p:cNvPr id="814" name="Google Shape;814;p39"/>
            <p:cNvSpPr/>
            <p:nvPr/>
          </p:nvSpPr>
          <p:spPr>
            <a:xfrm>
              <a:off x="2759002" y="2710975"/>
              <a:ext cx="1593028"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100">
                  <a:solidFill>
                    <a:schemeClr val="lt1"/>
                  </a:solidFill>
                  <a:latin typeface="Bevan"/>
                  <a:ea typeface="Bevan"/>
                  <a:cs typeface="Bevan"/>
                  <a:sym typeface="Bevan"/>
                </a:rPr>
                <a:t>STEP 2</a:t>
              </a:r>
              <a:endParaRPr sz="2100">
                <a:solidFill>
                  <a:schemeClr val="lt1"/>
                </a:solidFill>
                <a:latin typeface="Bevan"/>
                <a:ea typeface="Bevan"/>
                <a:cs typeface="Bevan"/>
                <a:sym typeface="Bevan"/>
              </a:endParaRPr>
            </a:p>
          </p:txBody>
        </p:sp>
      </p:grpSp>
      <p:grpSp>
        <p:nvGrpSpPr>
          <p:cNvPr id="815" name="Google Shape;815;p39"/>
          <p:cNvGrpSpPr/>
          <p:nvPr/>
        </p:nvGrpSpPr>
        <p:grpSpPr>
          <a:xfrm>
            <a:off x="4798089" y="2710975"/>
            <a:ext cx="1593472" cy="1798975"/>
            <a:chOff x="4798089" y="2710975"/>
            <a:chExt cx="1593472" cy="1798975"/>
          </a:xfrm>
        </p:grpSpPr>
        <p:sp>
          <p:nvSpPr>
            <p:cNvPr id="803" name="Google Shape;803;p39"/>
            <p:cNvSpPr/>
            <p:nvPr/>
          </p:nvSpPr>
          <p:spPr>
            <a:xfrm>
              <a:off x="4798562" y="3468175"/>
              <a:ext cx="1593000" cy="5289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JUPITER</a:t>
              </a:r>
              <a:endParaRPr sz="2000">
                <a:solidFill>
                  <a:schemeClr val="dk2"/>
                </a:solidFill>
                <a:latin typeface="Dosis SemiBold"/>
                <a:ea typeface="Dosis SemiBold"/>
                <a:cs typeface="Dosis SemiBold"/>
                <a:sym typeface="Dosis SemiBold"/>
              </a:endParaRPr>
            </a:p>
          </p:txBody>
        </p:sp>
        <p:sp>
          <p:nvSpPr>
            <p:cNvPr id="816" name="Google Shape;816;p39"/>
            <p:cNvSpPr txBox="1"/>
            <p:nvPr/>
          </p:nvSpPr>
          <p:spPr>
            <a:xfrm>
              <a:off x="4799492" y="3844550"/>
              <a:ext cx="1591200" cy="665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Jupiter is the biggest planet</a:t>
              </a:r>
              <a:endParaRPr sz="1600">
                <a:solidFill>
                  <a:schemeClr val="lt1"/>
                </a:solidFill>
                <a:latin typeface="Dosis"/>
                <a:ea typeface="Dosis"/>
                <a:cs typeface="Dosis"/>
                <a:sym typeface="Dosis"/>
              </a:endParaRPr>
            </a:p>
          </p:txBody>
        </p:sp>
        <p:sp>
          <p:nvSpPr>
            <p:cNvPr id="817" name="Google Shape;817;p39"/>
            <p:cNvSpPr/>
            <p:nvPr/>
          </p:nvSpPr>
          <p:spPr>
            <a:xfrm>
              <a:off x="4798089" y="2710975"/>
              <a:ext cx="1593028"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100">
                  <a:solidFill>
                    <a:schemeClr val="lt1"/>
                  </a:solidFill>
                  <a:latin typeface="Bevan"/>
                  <a:ea typeface="Bevan"/>
                  <a:cs typeface="Bevan"/>
                  <a:sym typeface="Bevan"/>
                </a:rPr>
                <a:t>STEP 3</a:t>
              </a:r>
              <a:endParaRPr sz="2100">
                <a:solidFill>
                  <a:schemeClr val="lt1"/>
                </a:solidFill>
                <a:latin typeface="Bevan"/>
                <a:ea typeface="Bevan"/>
                <a:cs typeface="Bevan"/>
                <a:sym typeface="Bevan"/>
              </a:endParaRPr>
            </a:p>
          </p:txBody>
        </p:sp>
      </p:grpSp>
      <p:grpSp>
        <p:nvGrpSpPr>
          <p:cNvPr id="818" name="Google Shape;818;p39"/>
          <p:cNvGrpSpPr/>
          <p:nvPr/>
        </p:nvGrpSpPr>
        <p:grpSpPr>
          <a:xfrm>
            <a:off x="6837650" y="1299187"/>
            <a:ext cx="1593442" cy="1805163"/>
            <a:chOff x="6837650" y="1299187"/>
            <a:chExt cx="1593442" cy="1805163"/>
          </a:xfrm>
        </p:grpSpPr>
        <p:sp>
          <p:nvSpPr>
            <p:cNvPr id="819" name="Google Shape;819;p39"/>
            <p:cNvSpPr/>
            <p:nvPr/>
          </p:nvSpPr>
          <p:spPr>
            <a:xfrm>
              <a:off x="6837650" y="1299187"/>
              <a:ext cx="1593000" cy="5289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VENUS</a:t>
              </a:r>
              <a:endParaRPr sz="2000">
                <a:solidFill>
                  <a:schemeClr val="dk2"/>
                </a:solidFill>
                <a:latin typeface="Dosis SemiBold"/>
                <a:ea typeface="Dosis SemiBold"/>
                <a:cs typeface="Dosis SemiBold"/>
                <a:sym typeface="Dosis SemiBold"/>
              </a:endParaRPr>
            </a:p>
          </p:txBody>
        </p:sp>
        <p:sp>
          <p:nvSpPr>
            <p:cNvPr id="805" name="Google Shape;805;p39"/>
            <p:cNvSpPr txBox="1"/>
            <p:nvPr/>
          </p:nvSpPr>
          <p:spPr>
            <a:xfrm>
              <a:off x="6839512" y="1675563"/>
              <a:ext cx="1591200" cy="665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Venus has a beautiful name</a:t>
              </a:r>
              <a:endParaRPr sz="1600">
                <a:solidFill>
                  <a:schemeClr val="lt1"/>
                </a:solidFill>
                <a:latin typeface="Dosis"/>
                <a:ea typeface="Dosis"/>
                <a:cs typeface="Dosis"/>
                <a:sym typeface="Dosis"/>
              </a:endParaRPr>
            </a:p>
          </p:txBody>
        </p:sp>
        <p:sp>
          <p:nvSpPr>
            <p:cNvPr id="820" name="Google Shape;820;p39"/>
            <p:cNvSpPr/>
            <p:nvPr/>
          </p:nvSpPr>
          <p:spPr>
            <a:xfrm>
              <a:off x="6838064" y="2710975"/>
              <a:ext cx="1593028"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100">
                  <a:solidFill>
                    <a:schemeClr val="lt1"/>
                  </a:solidFill>
                  <a:latin typeface="Bevan"/>
                  <a:ea typeface="Bevan"/>
                  <a:cs typeface="Bevan"/>
                  <a:sym typeface="Bevan"/>
                </a:rPr>
                <a:t>STEP 4</a:t>
              </a:r>
              <a:endParaRPr sz="2100">
                <a:solidFill>
                  <a:schemeClr val="lt1"/>
                </a:solidFill>
                <a:latin typeface="Bevan"/>
                <a:ea typeface="Bevan"/>
                <a:cs typeface="Bevan"/>
                <a:sym typeface="Bevan"/>
              </a:endParaRPr>
            </a:p>
          </p:txBody>
        </p:sp>
      </p:grpSp>
      <p:grpSp>
        <p:nvGrpSpPr>
          <p:cNvPr id="821" name="Google Shape;821;p39"/>
          <p:cNvGrpSpPr/>
          <p:nvPr/>
        </p:nvGrpSpPr>
        <p:grpSpPr>
          <a:xfrm>
            <a:off x="1155713" y="1513433"/>
            <a:ext cx="720466" cy="827610"/>
            <a:chOff x="1155713" y="1513433"/>
            <a:chExt cx="720466" cy="827610"/>
          </a:xfrm>
        </p:grpSpPr>
        <p:sp>
          <p:nvSpPr>
            <p:cNvPr id="822" name="Google Shape;822;p39"/>
            <p:cNvSpPr/>
            <p:nvPr/>
          </p:nvSpPr>
          <p:spPr>
            <a:xfrm>
              <a:off x="1155713" y="1513433"/>
              <a:ext cx="720466" cy="827610"/>
            </a:xfrm>
            <a:custGeom>
              <a:rect b="b" l="l" r="r" t="t"/>
              <a:pathLst>
                <a:path extrusionOk="0" h="7423" w="6462">
                  <a:moveTo>
                    <a:pt x="3257" y="4128"/>
                  </a:moveTo>
                  <a:cubicBezTo>
                    <a:pt x="3257" y="4128"/>
                    <a:pt x="3428" y="4361"/>
                    <a:pt x="3463" y="4385"/>
                  </a:cubicBezTo>
                  <a:cubicBezTo>
                    <a:pt x="3498" y="4410"/>
                    <a:pt x="3498" y="4438"/>
                    <a:pt x="3498" y="4438"/>
                  </a:cubicBezTo>
                  <a:cubicBezTo>
                    <a:pt x="3498" y="4438"/>
                    <a:pt x="3487" y="4442"/>
                    <a:pt x="3474" y="4442"/>
                  </a:cubicBezTo>
                  <a:cubicBezTo>
                    <a:pt x="3467" y="4442"/>
                    <a:pt x="3460" y="4441"/>
                    <a:pt x="3454" y="4438"/>
                  </a:cubicBezTo>
                  <a:cubicBezTo>
                    <a:pt x="3433" y="4429"/>
                    <a:pt x="3410" y="4388"/>
                    <a:pt x="3391" y="4385"/>
                  </a:cubicBezTo>
                  <a:cubicBezTo>
                    <a:pt x="3372" y="4383"/>
                    <a:pt x="3348" y="4377"/>
                    <a:pt x="3345" y="4358"/>
                  </a:cubicBezTo>
                  <a:cubicBezTo>
                    <a:pt x="3342" y="4339"/>
                    <a:pt x="3342" y="4311"/>
                    <a:pt x="3313" y="4289"/>
                  </a:cubicBezTo>
                  <a:cubicBezTo>
                    <a:pt x="3285" y="4267"/>
                    <a:pt x="3230" y="4174"/>
                    <a:pt x="3230" y="4174"/>
                  </a:cubicBezTo>
                  <a:lnTo>
                    <a:pt x="3257" y="4128"/>
                  </a:lnTo>
                  <a:close/>
                  <a:moveTo>
                    <a:pt x="3713" y="1"/>
                  </a:moveTo>
                  <a:cubicBezTo>
                    <a:pt x="3697" y="1"/>
                    <a:pt x="3680" y="2"/>
                    <a:pt x="3662" y="4"/>
                  </a:cubicBezTo>
                  <a:cubicBezTo>
                    <a:pt x="3348" y="42"/>
                    <a:pt x="3243" y="200"/>
                    <a:pt x="3212" y="329"/>
                  </a:cubicBezTo>
                  <a:cubicBezTo>
                    <a:pt x="3180" y="455"/>
                    <a:pt x="3246" y="707"/>
                    <a:pt x="3246" y="707"/>
                  </a:cubicBezTo>
                  <a:cubicBezTo>
                    <a:pt x="3246" y="707"/>
                    <a:pt x="3248" y="712"/>
                    <a:pt x="3243" y="712"/>
                  </a:cubicBezTo>
                  <a:cubicBezTo>
                    <a:pt x="3240" y="712"/>
                    <a:pt x="3235" y="711"/>
                    <a:pt x="3227" y="707"/>
                  </a:cubicBezTo>
                  <a:cubicBezTo>
                    <a:pt x="3220" y="705"/>
                    <a:pt x="3213" y="704"/>
                    <a:pt x="3206" y="704"/>
                  </a:cubicBezTo>
                  <a:cubicBezTo>
                    <a:pt x="3186" y="704"/>
                    <a:pt x="3165" y="714"/>
                    <a:pt x="3155" y="742"/>
                  </a:cubicBezTo>
                  <a:cubicBezTo>
                    <a:pt x="3142" y="779"/>
                    <a:pt x="3161" y="860"/>
                    <a:pt x="3183" y="875"/>
                  </a:cubicBezTo>
                  <a:cubicBezTo>
                    <a:pt x="3205" y="891"/>
                    <a:pt x="3224" y="964"/>
                    <a:pt x="3264" y="983"/>
                  </a:cubicBezTo>
                  <a:cubicBezTo>
                    <a:pt x="3274" y="987"/>
                    <a:pt x="3282" y="989"/>
                    <a:pt x="3289" y="989"/>
                  </a:cubicBezTo>
                  <a:cubicBezTo>
                    <a:pt x="3305" y="989"/>
                    <a:pt x="3313" y="980"/>
                    <a:pt x="3321" y="980"/>
                  </a:cubicBezTo>
                  <a:cubicBezTo>
                    <a:pt x="3323" y="980"/>
                    <a:pt x="3325" y="981"/>
                    <a:pt x="3327" y="983"/>
                  </a:cubicBezTo>
                  <a:cubicBezTo>
                    <a:pt x="3339" y="990"/>
                    <a:pt x="3342" y="1019"/>
                    <a:pt x="3317" y="1019"/>
                  </a:cubicBezTo>
                  <a:cubicBezTo>
                    <a:pt x="3292" y="1019"/>
                    <a:pt x="3031" y="1104"/>
                    <a:pt x="2963" y="1122"/>
                  </a:cubicBezTo>
                  <a:cubicBezTo>
                    <a:pt x="2893" y="1140"/>
                    <a:pt x="2776" y="1265"/>
                    <a:pt x="2701" y="1323"/>
                  </a:cubicBezTo>
                  <a:cubicBezTo>
                    <a:pt x="2626" y="1383"/>
                    <a:pt x="2262" y="1744"/>
                    <a:pt x="2262" y="1788"/>
                  </a:cubicBezTo>
                  <a:cubicBezTo>
                    <a:pt x="2262" y="1830"/>
                    <a:pt x="2374" y="2084"/>
                    <a:pt x="2393" y="2104"/>
                  </a:cubicBezTo>
                  <a:cubicBezTo>
                    <a:pt x="2412" y="2128"/>
                    <a:pt x="2399" y="2183"/>
                    <a:pt x="2393" y="2273"/>
                  </a:cubicBezTo>
                  <a:cubicBezTo>
                    <a:pt x="2386" y="2364"/>
                    <a:pt x="2290" y="2476"/>
                    <a:pt x="2268" y="2531"/>
                  </a:cubicBezTo>
                  <a:cubicBezTo>
                    <a:pt x="2246" y="2588"/>
                    <a:pt x="2265" y="2771"/>
                    <a:pt x="2219" y="2780"/>
                  </a:cubicBezTo>
                  <a:cubicBezTo>
                    <a:pt x="2172" y="2789"/>
                    <a:pt x="2085" y="2939"/>
                    <a:pt x="2073" y="2983"/>
                  </a:cubicBezTo>
                  <a:cubicBezTo>
                    <a:pt x="2060" y="3026"/>
                    <a:pt x="2010" y="3114"/>
                    <a:pt x="1951" y="3147"/>
                  </a:cubicBezTo>
                  <a:cubicBezTo>
                    <a:pt x="1892" y="3182"/>
                    <a:pt x="1863" y="3358"/>
                    <a:pt x="1830" y="3396"/>
                  </a:cubicBezTo>
                  <a:cubicBezTo>
                    <a:pt x="1795" y="3434"/>
                    <a:pt x="1830" y="3558"/>
                    <a:pt x="1798" y="3577"/>
                  </a:cubicBezTo>
                  <a:cubicBezTo>
                    <a:pt x="1767" y="3596"/>
                    <a:pt x="1680" y="3727"/>
                    <a:pt x="1677" y="3775"/>
                  </a:cubicBezTo>
                  <a:cubicBezTo>
                    <a:pt x="1674" y="3826"/>
                    <a:pt x="1639" y="3883"/>
                    <a:pt x="1589" y="3932"/>
                  </a:cubicBezTo>
                  <a:cubicBezTo>
                    <a:pt x="1541" y="3982"/>
                    <a:pt x="1484" y="4147"/>
                    <a:pt x="1463" y="4193"/>
                  </a:cubicBezTo>
                  <a:cubicBezTo>
                    <a:pt x="1441" y="4240"/>
                    <a:pt x="1317" y="4429"/>
                    <a:pt x="1294" y="4452"/>
                  </a:cubicBezTo>
                  <a:cubicBezTo>
                    <a:pt x="1273" y="4473"/>
                    <a:pt x="1279" y="4538"/>
                    <a:pt x="1279" y="4538"/>
                  </a:cubicBezTo>
                  <a:cubicBezTo>
                    <a:pt x="1279" y="4538"/>
                    <a:pt x="1247" y="4579"/>
                    <a:pt x="1195" y="4623"/>
                  </a:cubicBezTo>
                  <a:cubicBezTo>
                    <a:pt x="1142" y="4667"/>
                    <a:pt x="1068" y="4798"/>
                    <a:pt x="1055" y="4818"/>
                  </a:cubicBezTo>
                  <a:cubicBezTo>
                    <a:pt x="1042" y="4841"/>
                    <a:pt x="934" y="4955"/>
                    <a:pt x="893" y="5053"/>
                  </a:cubicBezTo>
                  <a:cubicBezTo>
                    <a:pt x="852" y="5149"/>
                    <a:pt x="743" y="5373"/>
                    <a:pt x="724" y="5423"/>
                  </a:cubicBezTo>
                  <a:cubicBezTo>
                    <a:pt x="707" y="5472"/>
                    <a:pt x="693" y="5478"/>
                    <a:pt x="683" y="5478"/>
                  </a:cubicBezTo>
                  <a:cubicBezTo>
                    <a:pt x="677" y="5478"/>
                    <a:pt x="663" y="5475"/>
                    <a:pt x="642" y="5475"/>
                  </a:cubicBezTo>
                  <a:cubicBezTo>
                    <a:pt x="632" y="5475"/>
                    <a:pt x="620" y="5476"/>
                    <a:pt x="606" y="5478"/>
                  </a:cubicBezTo>
                  <a:cubicBezTo>
                    <a:pt x="567" y="5484"/>
                    <a:pt x="510" y="5587"/>
                    <a:pt x="495" y="5624"/>
                  </a:cubicBezTo>
                  <a:cubicBezTo>
                    <a:pt x="478" y="5662"/>
                    <a:pt x="438" y="5694"/>
                    <a:pt x="428" y="5724"/>
                  </a:cubicBezTo>
                  <a:cubicBezTo>
                    <a:pt x="420" y="5755"/>
                    <a:pt x="318" y="5836"/>
                    <a:pt x="293" y="5871"/>
                  </a:cubicBezTo>
                  <a:cubicBezTo>
                    <a:pt x="267" y="5905"/>
                    <a:pt x="227" y="6023"/>
                    <a:pt x="186" y="6029"/>
                  </a:cubicBezTo>
                  <a:cubicBezTo>
                    <a:pt x="146" y="6034"/>
                    <a:pt x="118" y="6097"/>
                    <a:pt x="58" y="6209"/>
                  </a:cubicBezTo>
                  <a:cubicBezTo>
                    <a:pt x="0" y="6321"/>
                    <a:pt x="31" y="6431"/>
                    <a:pt x="58" y="6471"/>
                  </a:cubicBezTo>
                  <a:cubicBezTo>
                    <a:pt x="69" y="6486"/>
                    <a:pt x="116" y="6493"/>
                    <a:pt x="178" y="6493"/>
                  </a:cubicBezTo>
                  <a:cubicBezTo>
                    <a:pt x="288" y="6493"/>
                    <a:pt x="446" y="6471"/>
                    <a:pt x="532" y="6428"/>
                  </a:cubicBezTo>
                  <a:cubicBezTo>
                    <a:pt x="666" y="6359"/>
                    <a:pt x="709" y="6206"/>
                    <a:pt x="709" y="6182"/>
                  </a:cubicBezTo>
                  <a:cubicBezTo>
                    <a:pt x="709" y="6157"/>
                    <a:pt x="862" y="6066"/>
                    <a:pt x="896" y="6026"/>
                  </a:cubicBezTo>
                  <a:cubicBezTo>
                    <a:pt x="929" y="5986"/>
                    <a:pt x="912" y="5948"/>
                    <a:pt x="921" y="5924"/>
                  </a:cubicBezTo>
                  <a:cubicBezTo>
                    <a:pt x="929" y="5899"/>
                    <a:pt x="961" y="5790"/>
                    <a:pt x="964" y="5724"/>
                  </a:cubicBezTo>
                  <a:cubicBezTo>
                    <a:pt x="967" y="5659"/>
                    <a:pt x="942" y="5603"/>
                    <a:pt x="942" y="5587"/>
                  </a:cubicBezTo>
                  <a:cubicBezTo>
                    <a:pt x="942" y="5573"/>
                    <a:pt x="1074" y="5439"/>
                    <a:pt x="1157" y="5360"/>
                  </a:cubicBezTo>
                  <a:cubicBezTo>
                    <a:pt x="1241" y="5283"/>
                    <a:pt x="1272" y="5245"/>
                    <a:pt x="1288" y="5227"/>
                  </a:cubicBezTo>
                  <a:cubicBezTo>
                    <a:pt x="1304" y="5208"/>
                    <a:pt x="1381" y="5174"/>
                    <a:pt x="1438" y="5139"/>
                  </a:cubicBezTo>
                  <a:cubicBezTo>
                    <a:pt x="1493" y="5105"/>
                    <a:pt x="1578" y="4987"/>
                    <a:pt x="1617" y="4919"/>
                  </a:cubicBezTo>
                  <a:cubicBezTo>
                    <a:pt x="1658" y="4850"/>
                    <a:pt x="1687" y="4801"/>
                    <a:pt x="1706" y="4774"/>
                  </a:cubicBezTo>
                  <a:cubicBezTo>
                    <a:pt x="1720" y="4754"/>
                    <a:pt x="1752" y="4709"/>
                    <a:pt x="1774" y="4709"/>
                  </a:cubicBezTo>
                  <a:cubicBezTo>
                    <a:pt x="1778" y="4709"/>
                    <a:pt x="1783" y="4711"/>
                    <a:pt x="1786" y="4716"/>
                  </a:cubicBezTo>
                  <a:cubicBezTo>
                    <a:pt x="1805" y="4744"/>
                    <a:pt x="2003" y="4774"/>
                    <a:pt x="2093" y="4804"/>
                  </a:cubicBezTo>
                  <a:cubicBezTo>
                    <a:pt x="2184" y="4831"/>
                    <a:pt x="2523" y="4933"/>
                    <a:pt x="2580" y="4968"/>
                  </a:cubicBezTo>
                  <a:cubicBezTo>
                    <a:pt x="2585" y="4971"/>
                    <a:pt x="2590" y="4973"/>
                    <a:pt x="2595" y="4973"/>
                  </a:cubicBezTo>
                  <a:cubicBezTo>
                    <a:pt x="2651" y="4973"/>
                    <a:pt x="2733" y="4821"/>
                    <a:pt x="2775" y="4774"/>
                  </a:cubicBezTo>
                  <a:cubicBezTo>
                    <a:pt x="2822" y="4725"/>
                    <a:pt x="2966" y="4518"/>
                    <a:pt x="2996" y="4518"/>
                  </a:cubicBezTo>
                  <a:cubicBezTo>
                    <a:pt x="3027" y="4518"/>
                    <a:pt x="3024" y="4535"/>
                    <a:pt x="3043" y="4573"/>
                  </a:cubicBezTo>
                  <a:cubicBezTo>
                    <a:pt x="3062" y="4610"/>
                    <a:pt x="3096" y="4760"/>
                    <a:pt x="3096" y="4792"/>
                  </a:cubicBezTo>
                  <a:cubicBezTo>
                    <a:pt x="3096" y="4822"/>
                    <a:pt x="3152" y="4847"/>
                    <a:pt x="3171" y="4850"/>
                  </a:cubicBezTo>
                  <a:cubicBezTo>
                    <a:pt x="3189" y="4853"/>
                    <a:pt x="3243" y="4878"/>
                    <a:pt x="3273" y="4924"/>
                  </a:cubicBezTo>
                  <a:cubicBezTo>
                    <a:pt x="3304" y="4971"/>
                    <a:pt x="3372" y="4980"/>
                    <a:pt x="3410" y="4993"/>
                  </a:cubicBezTo>
                  <a:cubicBezTo>
                    <a:pt x="3416" y="4995"/>
                    <a:pt x="3422" y="4996"/>
                    <a:pt x="3428" y="4996"/>
                  </a:cubicBezTo>
                  <a:cubicBezTo>
                    <a:pt x="3458" y="4996"/>
                    <a:pt x="3487" y="4971"/>
                    <a:pt x="3487" y="4971"/>
                  </a:cubicBezTo>
                  <a:cubicBezTo>
                    <a:pt x="3487" y="4971"/>
                    <a:pt x="3547" y="4993"/>
                    <a:pt x="3584" y="5018"/>
                  </a:cubicBezTo>
                  <a:cubicBezTo>
                    <a:pt x="3601" y="5029"/>
                    <a:pt x="3615" y="5032"/>
                    <a:pt x="3625" y="5032"/>
                  </a:cubicBezTo>
                  <a:cubicBezTo>
                    <a:pt x="3637" y="5032"/>
                    <a:pt x="3643" y="5028"/>
                    <a:pt x="3643" y="5028"/>
                  </a:cubicBezTo>
                  <a:cubicBezTo>
                    <a:pt x="3643" y="5028"/>
                    <a:pt x="3684" y="5089"/>
                    <a:pt x="3709" y="5118"/>
                  </a:cubicBezTo>
                  <a:cubicBezTo>
                    <a:pt x="3716" y="5127"/>
                    <a:pt x="3724" y="5130"/>
                    <a:pt x="3731" y="5130"/>
                  </a:cubicBezTo>
                  <a:cubicBezTo>
                    <a:pt x="3746" y="5130"/>
                    <a:pt x="3758" y="5112"/>
                    <a:pt x="3758" y="5095"/>
                  </a:cubicBezTo>
                  <a:cubicBezTo>
                    <a:pt x="3758" y="5070"/>
                    <a:pt x="3681" y="4943"/>
                    <a:pt x="3652" y="4908"/>
                  </a:cubicBezTo>
                  <a:cubicBezTo>
                    <a:pt x="3626" y="4875"/>
                    <a:pt x="3581" y="4785"/>
                    <a:pt x="3553" y="4754"/>
                  </a:cubicBezTo>
                  <a:cubicBezTo>
                    <a:pt x="3525" y="4722"/>
                    <a:pt x="3512" y="4683"/>
                    <a:pt x="3498" y="4667"/>
                  </a:cubicBezTo>
                  <a:cubicBezTo>
                    <a:pt x="3485" y="4654"/>
                    <a:pt x="3489" y="4623"/>
                    <a:pt x="3500" y="4623"/>
                  </a:cubicBezTo>
                  <a:cubicBezTo>
                    <a:pt x="3503" y="4623"/>
                    <a:pt x="3506" y="4624"/>
                    <a:pt x="3509" y="4629"/>
                  </a:cubicBezTo>
                  <a:cubicBezTo>
                    <a:pt x="3528" y="4651"/>
                    <a:pt x="3559" y="4684"/>
                    <a:pt x="3608" y="4719"/>
                  </a:cubicBezTo>
                  <a:cubicBezTo>
                    <a:pt x="3659" y="4754"/>
                    <a:pt x="3741" y="4755"/>
                    <a:pt x="3741" y="4755"/>
                  </a:cubicBezTo>
                  <a:cubicBezTo>
                    <a:pt x="3741" y="4755"/>
                    <a:pt x="3783" y="4822"/>
                    <a:pt x="3812" y="4847"/>
                  </a:cubicBezTo>
                  <a:cubicBezTo>
                    <a:pt x="3821" y="4856"/>
                    <a:pt x="3830" y="4859"/>
                    <a:pt x="3839" y="4859"/>
                  </a:cubicBezTo>
                  <a:cubicBezTo>
                    <a:pt x="3856" y="4859"/>
                    <a:pt x="3873" y="4847"/>
                    <a:pt x="3889" y="4841"/>
                  </a:cubicBezTo>
                  <a:cubicBezTo>
                    <a:pt x="3914" y="4831"/>
                    <a:pt x="4042" y="4629"/>
                    <a:pt x="4051" y="4588"/>
                  </a:cubicBezTo>
                  <a:cubicBezTo>
                    <a:pt x="4061" y="4549"/>
                    <a:pt x="4144" y="4517"/>
                    <a:pt x="4191" y="4511"/>
                  </a:cubicBezTo>
                  <a:cubicBezTo>
                    <a:pt x="4201" y="4509"/>
                    <a:pt x="4210" y="4509"/>
                    <a:pt x="4217" y="4509"/>
                  </a:cubicBezTo>
                  <a:cubicBezTo>
                    <a:pt x="4242" y="4509"/>
                    <a:pt x="4249" y="4518"/>
                    <a:pt x="4254" y="4543"/>
                  </a:cubicBezTo>
                  <a:cubicBezTo>
                    <a:pt x="4259" y="4573"/>
                    <a:pt x="4238" y="4658"/>
                    <a:pt x="4238" y="4684"/>
                  </a:cubicBezTo>
                  <a:cubicBezTo>
                    <a:pt x="4238" y="4691"/>
                    <a:pt x="4241" y="4694"/>
                    <a:pt x="4247" y="4694"/>
                  </a:cubicBezTo>
                  <a:cubicBezTo>
                    <a:pt x="4265" y="4694"/>
                    <a:pt x="4303" y="4664"/>
                    <a:pt x="4303" y="4648"/>
                  </a:cubicBezTo>
                  <a:cubicBezTo>
                    <a:pt x="4303" y="4626"/>
                    <a:pt x="4344" y="4505"/>
                    <a:pt x="4344" y="4505"/>
                  </a:cubicBezTo>
                  <a:cubicBezTo>
                    <a:pt x="4344" y="4505"/>
                    <a:pt x="4383" y="4549"/>
                    <a:pt x="4388" y="4573"/>
                  </a:cubicBezTo>
                  <a:cubicBezTo>
                    <a:pt x="4391" y="4598"/>
                    <a:pt x="4396" y="4694"/>
                    <a:pt x="4393" y="4725"/>
                  </a:cubicBezTo>
                  <a:cubicBezTo>
                    <a:pt x="4391" y="4755"/>
                    <a:pt x="4402" y="4804"/>
                    <a:pt x="4434" y="4804"/>
                  </a:cubicBezTo>
                  <a:cubicBezTo>
                    <a:pt x="4465" y="4804"/>
                    <a:pt x="4465" y="4769"/>
                    <a:pt x="4465" y="4741"/>
                  </a:cubicBezTo>
                  <a:cubicBezTo>
                    <a:pt x="4465" y="4713"/>
                    <a:pt x="4453" y="4629"/>
                    <a:pt x="4453" y="4629"/>
                  </a:cubicBezTo>
                  <a:lnTo>
                    <a:pt x="4453" y="4629"/>
                  </a:lnTo>
                  <a:lnTo>
                    <a:pt x="4478" y="4653"/>
                  </a:lnTo>
                  <a:cubicBezTo>
                    <a:pt x="4478" y="4653"/>
                    <a:pt x="4492" y="4703"/>
                    <a:pt x="4500" y="4735"/>
                  </a:cubicBezTo>
                  <a:cubicBezTo>
                    <a:pt x="4506" y="4766"/>
                    <a:pt x="4522" y="4779"/>
                    <a:pt x="4539" y="4782"/>
                  </a:cubicBezTo>
                  <a:cubicBezTo>
                    <a:pt x="4540" y="4782"/>
                    <a:pt x="4541" y="4782"/>
                    <a:pt x="4542" y="4782"/>
                  </a:cubicBezTo>
                  <a:cubicBezTo>
                    <a:pt x="4559" y="4782"/>
                    <a:pt x="4564" y="4760"/>
                    <a:pt x="4564" y="4760"/>
                  </a:cubicBezTo>
                  <a:cubicBezTo>
                    <a:pt x="4564" y="4760"/>
                    <a:pt x="4643" y="4859"/>
                    <a:pt x="4643" y="4889"/>
                  </a:cubicBezTo>
                  <a:cubicBezTo>
                    <a:pt x="4643" y="4920"/>
                    <a:pt x="4689" y="5037"/>
                    <a:pt x="4717" y="5102"/>
                  </a:cubicBezTo>
                  <a:cubicBezTo>
                    <a:pt x="4746" y="5168"/>
                    <a:pt x="4864" y="5407"/>
                    <a:pt x="4911" y="5447"/>
                  </a:cubicBezTo>
                  <a:cubicBezTo>
                    <a:pt x="4957" y="5488"/>
                    <a:pt x="5110" y="5711"/>
                    <a:pt x="5152" y="5779"/>
                  </a:cubicBezTo>
                  <a:cubicBezTo>
                    <a:pt x="5196" y="5848"/>
                    <a:pt x="5401" y="6184"/>
                    <a:pt x="5423" y="6209"/>
                  </a:cubicBezTo>
                  <a:cubicBezTo>
                    <a:pt x="5445" y="6234"/>
                    <a:pt x="5495" y="6343"/>
                    <a:pt x="5514" y="6365"/>
                  </a:cubicBezTo>
                  <a:cubicBezTo>
                    <a:pt x="5533" y="6387"/>
                    <a:pt x="5489" y="6403"/>
                    <a:pt x="5470" y="6418"/>
                  </a:cubicBezTo>
                  <a:cubicBezTo>
                    <a:pt x="5451" y="6434"/>
                    <a:pt x="5527" y="6452"/>
                    <a:pt x="5546" y="6480"/>
                  </a:cubicBezTo>
                  <a:cubicBezTo>
                    <a:pt x="5563" y="6508"/>
                    <a:pt x="5528" y="6514"/>
                    <a:pt x="5528" y="6562"/>
                  </a:cubicBezTo>
                  <a:cubicBezTo>
                    <a:pt x="5528" y="6608"/>
                    <a:pt x="5557" y="6686"/>
                    <a:pt x="5572" y="6723"/>
                  </a:cubicBezTo>
                  <a:cubicBezTo>
                    <a:pt x="5588" y="6761"/>
                    <a:pt x="5579" y="6834"/>
                    <a:pt x="5579" y="6878"/>
                  </a:cubicBezTo>
                  <a:cubicBezTo>
                    <a:pt x="5579" y="6923"/>
                    <a:pt x="5694" y="7003"/>
                    <a:pt x="5735" y="7025"/>
                  </a:cubicBezTo>
                  <a:cubicBezTo>
                    <a:pt x="5776" y="7047"/>
                    <a:pt x="5796" y="7239"/>
                    <a:pt x="5840" y="7321"/>
                  </a:cubicBezTo>
                  <a:cubicBezTo>
                    <a:pt x="5885" y="7402"/>
                    <a:pt x="6127" y="7417"/>
                    <a:pt x="6127" y="7417"/>
                  </a:cubicBezTo>
                  <a:cubicBezTo>
                    <a:pt x="6127" y="7417"/>
                    <a:pt x="6133" y="7417"/>
                    <a:pt x="6294" y="7423"/>
                  </a:cubicBezTo>
                  <a:cubicBezTo>
                    <a:pt x="6300" y="7423"/>
                    <a:pt x="6304" y="7423"/>
                    <a:pt x="6309" y="7423"/>
                  </a:cubicBezTo>
                  <a:cubicBezTo>
                    <a:pt x="6456" y="7423"/>
                    <a:pt x="6462" y="7337"/>
                    <a:pt x="6453" y="7223"/>
                  </a:cubicBezTo>
                  <a:cubicBezTo>
                    <a:pt x="6443" y="7105"/>
                    <a:pt x="6351" y="7015"/>
                    <a:pt x="6329" y="6968"/>
                  </a:cubicBezTo>
                  <a:cubicBezTo>
                    <a:pt x="6306" y="6922"/>
                    <a:pt x="6166" y="6707"/>
                    <a:pt x="6146" y="6675"/>
                  </a:cubicBezTo>
                  <a:cubicBezTo>
                    <a:pt x="6123" y="6643"/>
                    <a:pt x="6092" y="6573"/>
                    <a:pt x="6098" y="6489"/>
                  </a:cubicBezTo>
                  <a:cubicBezTo>
                    <a:pt x="6105" y="6406"/>
                    <a:pt x="6018" y="6381"/>
                    <a:pt x="5971" y="6374"/>
                  </a:cubicBezTo>
                  <a:cubicBezTo>
                    <a:pt x="5924" y="6368"/>
                    <a:pt x="5869" y="6362"/>
                    <a:pt x="5866" y="6330"/>
                  </a:cubicBezTo>
                  <a:cubicBezTo>
                    <a:pt x="5862" y="6300"/>
                    <a:pt x="5809" y="6324"/>
                    <a:pt x="5790" y="6275"/>
                  </a:cubicBezTo>
                  <a:cubicBezTo>
                    <a:pt x="5771" y="6225"/>
                    <a:pt x="5604" y="5801"/>
                    <a:pt x="5547" y="5667"/>
                  </a:cubicBezTo>
                  <a:cubicBezTo>
                    <a:pt x="5492" y="5533"/>
                    <a:pt x="5323" y="5121"/>
                    <a:pt x="5265" y="5012"/>
                  </a:cubicBezTo>
                  <a:cubicBezTo>
                    <a:pt x="5206" y="4903"/>
                    <a:pt x="5053" y="4604"/>
                    <a:pt x="4997" y="4442"/>
                  </a:cubicBezTo>
                  <a:cubicBezTo>
                    <a:pt x="4941" y="4279"/>
                    <a:pt x="4779" y="4125"/>
                    <a:pt x="4766" y="4125"/>
                  </a:cubicBezTo>
                  <a:cubicBezTo>
                    <a:pt x="4755" y="4125"/>
                    <a:pt x="4758" y="4081"/>
                    <a:pt x="4758" y="4062"/>
                  </a:cubicBezTo>
                  <a:cubicBezTo>
                    <a:pt x="4758" y="4043"/>
                    <a:pt x="4723" y="3983"/>
                    <a:pt x="4689" y="3947"/>
                  </a:cubicBezTo>
                  <a:cubicBezTo>
                    <a:pt x="4656" y="3909"/>
                    <a:pt x="4558" y="3753"/>
                    <a:pt x="4533" y="3739"/>
                  </a:cubicBezTo>
                  <a:cubicBezTo>
                    <a:pt x="4509" y="3723"/>
                    <a:pt x="4456" y="3629"/>
                    <a:pt x="4456" y="3629"/>
                  </a:cubicBezTo>
                  <a:cubicBezTo>
                    <a:pt x="4456" y="3629"/>
                    <a:pt x="4443" y="3495"/>
                    <a:pt x="4443" y="3421"/>
                  </a:cubicBezTo>
                  <a:cubicBezTo>
                    <a:pt x="4443" y="3347"/>
                    <a:pt x="4421" y="2978"/>
                    <a:pt x="4412" y="2879"/>
                  </a:cubicBezTo>
                  <a:cubicBezTo>
                    <a:pt x="4402" y="2780"/>
                    <a:pt x="4316" y="2484"/>
                    <a:pt x="4309" y="2447"/>
                  </a:cubicBezTo>
                  <a:cubicBezTo>
                    <a:pt x="4303" y="2409"/>
                    <a:pt x="4337" y="2142"/>
                    <a:pt x="4337" y="2120"/>
                  </a:cubicBezTo>
                  <a:cubicBezTo>
                    <a:pt x="4337" y="2098"/>
                    <a:pt x="4341" y="2014"/>
                    <a:pt x="4377" y="1948"/>
                  </a:cubicBezTo>
                  <a:cubicBezTo>
                    <a:pt x="4415" y="1884"/>
                    <a:pt x="4446" y="1747"/>
                    <a:pt x="4446" y="1718"/>
                  </a:cubicBezTo>
                  <a:cubicBezTo>
                    <a:pt x="4446" y="1691"/>
                    <a:pt x="4452" y="1578"/>
                    <a:pt x="4479" y="1564"/>
                  </a:cubicBezTo>
                  <a:cubicBezTo>
                    <a:pt x="4509" y="1548"/>
                    <a:pt x="4490" y="1539"/>
                    <a:pt x="4490" y="1495"/>
                  </a:cubicBezTo>
                  <a:cubicBezTo>
                    <a:pt x="4490" y="1450"/>
                    <a:pt x="4281" y="1271"/>
                    <a:pt x="4229" y="1227"/>
                  </a:cubicBezTo>
                  <a:cubicBezTo>
                    <a:pt x="4176" y="1184"/>
                    <a:pt x="4032" y="1082"/>
                    <a:pt x="4023" y="1082"/>
                  </a:cubicBezTo>
                  <a:cubicBezTo>
                    <a:pt x="4013" y="1082"/>
                    <a:pt x="4026" y="1035"/>
                    <a:pt x="4044" y="1007"/>
                  </a:cubicBezTo>
                  <a:cubicBezTo>
                    <a:pt x="4063" y="978"/>
                    <a:pt x="4048" y="975"/>
                    <a:pt x="4067" y="975"/>
                  </a:cubicBezTo>
                  <a:cubicBezTo>
                    <a:pt x="4086" y="975"/>
                    <a:pt x="4117" y="935"/>
                    <a:pt x="4128" y="900"/>
                  </a:cubicBezTo>
                  <a:cubicBezTo>
                    <a:pt x="4141" y="866"/>
                    <a:pt x="4146" y="735"/>
                    <a:pt x="4157" y="699"/>
                  </a:cubicBezTo>
                  <a:cubicBezTo>
                    <a:pt x="4169" y="661"/>
                    <a:pt x="4089" y="661"/>
                    <a:pt x="4089" y="661"/>
                  </a:cubicBezTo>
                  <a:cubicBezTo>
                    <a:pt x="4089" y="661"/>
                    <a:pt x="4111" y="527"/>
                    <a:pt x="4102" y="400"/>
                  </a:cubicBezTo>
                  <a:cubicBezTo>
                    <a:pt x="4092" y="279"/>
                    <a:pt x="3989" y="1"/>
                    <a:pt x="37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39"/>
            <p:cNvSpPr/>
            <p:nvPr/>
          </p:nvSpPr>
          <p:spPr>
            <a:xfrm>
              <a:off x="1528541" y="1851701"/>
              <a:ext cx="144717" cy="151073"/>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4" name="Google Shape;824;p39"/>
          <p:cNvGrpSpPr/>
          <p:nvPr/>
        </p:nvGrpSpPr>
        <p:grpSpPr>
          <a:xfrm>
            <a:off x="7274835" y="3363359"/>
            <a:ext cx="720438" cy="1146600"/>
            <a:chOff x="7274835" y="3363359"/>
            <a:chExt cx="720438" cy="1146600"/>
          </a:xfrm>
        </p:grpSpPr>
        <p:sp>
          <p:nvSpPr>
            <p:cNvPr id="825" name="Google Shape;825;p39"/>
            <p:cNvSpPr/>
            <p:nvPr/>
          </p:nvSpPr>
          <p:spPr>
            <a:xfrm>
              <a:off x="7274835" y="3437971"/>
              <a:ext cx="720438" cy="1071989"/>
            </a:xfrm>
            <a:custGeom>
              <a:rect b="b" l="l" r="r" t="t"/>
              <a:pathLst>
                <a:path extrusionOk="0" h="8224" w="5527">
                  <a:moveTo>
                    <a:pt x="851" y="1091"/>
                  </a:moveTo>
                  <a:cubicBezTo>
                    <a:pt x="871" y="1091"/>
                    <a:pt x="920" y="1101"/>
                    <a:pt x="941" y="1101"/>
                  </a:cubicBezTo>
                  <a:cubicBezTo>
                    <a:pt x="944" y="1101"/>
                    <a:pt x="946" y="1101"/>
                    <a:pt x="948" y="1101"/>
                  </a:cubicBezTo>
                  <a:cubicBezTo>
                    <a:pt x="949" y="1100"/>
                    <a:pt x="949" y="1100"/>
                    <a:pt x="950" y="1100"/>
                  </a:cubicBezTo>
                  <a:cubicBezTo>
                    <a:pt x="955" y="1100"/>
                    <a:pt x="881" y="1134"/>
                    <a:pt x="857" y="1136"/>
                  </a:cubicBezTo>
                  <a:cubicBezTo>
                    <a:pt x="831" y="1137"/>
                    <a:pt x="815" y="1140"/>
                    <a:pt x="801" y="1144"/>
                  </a:cubicBezTo>
                  <a:cubicBezTo>
                    <a:pt x="800" y="1145"/>
                    <a:pt x="799" y="1145"/>
                    <a:pt x="798" y="1145"/>
                  </a:cubicBezTo>
                  <a:cubicBezTo>
                    <a:pt x="785" y="1145"/>
                    <a:pt x="781" y="1119"/>
                    <a:pt x="766" y="1118"/>
                  </a:cubicBezTo>
                  <a:cubicBezTo>
                    <a:pt x="766" y="1118"/>
                    <a:pt x="831" y="1098"/>
                    <a:pt x="843" y="1092"/>
                  </a:cubicBezTo>
                  <a:cubicBezTo>
                    <a:pt x="844" y="1091"/>
                    <a:pt x="847" y="1091"/>
                    <a:pt x="851" y="1091"/>
                  </a:cubicBezTo>
                  <a:close/>
                  <a:moveTo>
                    <a:pt x="1081" y="1187"/>
                  </a:moveTo>
                  <a:cubicBezTo>
                    <a:pt x="1089" y="1187"/>
                    <a:pt x="1096" y="1187"/>
                    <a:pt x="1101" y="1188"/>
                  </a:cubicBezTo>
                  <a:cubicBezTo>
                    <a:pt x="1128" y="1195"/>
                    <a:pt x="1236" y="1262"/>
                    <a:pt x="1271" y="1264"/>
                  </a:cubicBezTo>
                  <a:cubicBezTo>
                    <a:pt x="1303" y="1265"/>
                    <a:pt x="1407" y="1301"/>
                    <a:pt x="1445" y="1301"/>
                  </a:cubicBezTo>
                  <a:cubicBezTo>
                    <a:pt x="1449" y="1301"/>
                    <a:pt x="1452" y="1301"/>
                    <a:pt x="1455" y="1300"/>
                  </a:cubicBezTo>
                  <a:cubicBezTo>
                    <a:pt x="1461" y="1299"/>
                    <a:pt x="1468" y="1298"/>
                    <a:pt x="1476" y="1298"/>
                  </a:cubicBezTo>
                  <a:cubicBezTo>
                    <a:pt x="1501" y="1298"/>
                    <a:pt x="1531" y="1306"/>
                    <a:pt x="1539" y="1316"/>
                  </a:cubicBezTo>
                  <a:cubicBezTo>
                    <a:pt x="1539" y="1316"/>
                    <a:pt x="1798" y="1507"/>
                    <a:pt x="1844" y="1532"/>
                  </a:cubicBezTo>
                  <a:cubicBezTo>
                    <a:pt x="1888" y="1556"/>
                    <a:pt x="1955" y="1630"/>
                    <a:pt x="1964" y="1630"/>
                  </a:cubicBezTo>
                  <a:cubicBezTo>
                    <a:pt x="1964" y="1630"/>
                    <a:pt x="1964" y="1629"/>
                    <a:pt x="1964" y="1629"/>
                  </a:cubicBezTo>
                  <a:lnTo>
                    <a:pt x="1964" y="1629"/>
                  </a:lnTo>
                  <a:cubicBezTo>
                    <a:pt x="1957" y="1632"/>
                    <a:pt x="1879" y="1663"/>
                    <a:pt x="1825" y="1678"/>
                  </a:cubicBezTo>
                  <a:cubicBezTo>
                    <a:pt x="1812" y="1681"/>
                    <a:pt x="1799" y="1682"/>
                    <a:pt x="1786" y="1682"/>
                  </a:cubicBezTo>
                  <a:cubicBezTo>
                    <a:pt x="1737" y="1682"/>
                    <a:pt x="1686" y="1661"/>
                    <a:pt x="1648" y="1632"/>
                  </a:cubicBezTo>
                  <a:cubicBezTo>
                    <a:pt x="1600" y="1594"/>
                    <a:pt x="1407" y="1504"/>
                    <a:pt x="1353" y="1485"/>
                  </a:cubicBezTo>
                  <a:cubicBezTo>
                    <a:pt x="1300" y="1468"/>
                    <a:pt x="1090" y="1350"/>
                    <a:pt x="1040" y="1326"/>
                  </a:cubicBezTo>
                  <a:cubicBezTo>
                    <a:pt x="989" y="1303"/>
                    <a:pt x="884" y="1223"/>
                    <a:pt x="865" y="1213"/>
                  </a:cubicBezTo>
                  <a:cubicBezTo>
                    <a:pt x="847" y="1204"/>
                    <a:pt x="936" y="1208"/>
                    <a:pt x="956" y="1203"/>
                  </a:cubicBezTo>
                  <a:cubicBezTo>
                    <a:pt x="976" y="1197"/>
                    <a:pt x="1042" y="1187"/>
                    <a:pt x="1081" y="1187"/>
                  </a:cubicBezTo>
                  <a:close/>
                  <a:moveTo>
                    <a:pt x="574" y="1"/>
                  </a:moveTo>
                  <a:cubicBezTo>
                    <a:pt x="441" y="1"/>
                    <a:pt x="313" y="43"/>
                    <a:pt x="225" y="120"/>
                  </a:cubicBezTo>
                  <a:cubicBezTo>
                    <a:pt x="26" y="299"/>
                    <a:pt x="1" y="483"/>
                    <a:pt x="15" y="658"/>
                  </a:cubicBezTo>
                  <a:cubicBezTo>
                    <a:pt x="33" y="830"/>
                    <a:pt x="157" y="954"/>
                    <a:pt x="157" y="961"/>
                  </a:cubicBezTo>
                  <a:cubicBezTo>
                    <a:pt x="152" y="965"/>
                    <a:pt x="158" y="980"/>
                    <a:pt x="183" y="1010"/>
                  </a:cubicBezTo>
                  <a:cubicBezTo>
                    <a:pt x="209" y="1039"/>
                    <a:pt x="284" y="1077"/>
                    <a:pt x="301" y="1077"/>
                  </a:cubicBezTo>
                  <a:cubicBezTo>
                    <a:pt x="302" y="1077"/>
                    <a:pt x="302" y="1077"/>
                    <a:pt x="302" y="1077"/>
                  </a:cubicBezTo>
                  <a:cubicBezTo>
                    <a:pt x="320" y="1077"/>
                    <a:pt x="381" y="1128"/>
                    <a:pt x="406" y="1156"/>
                  </a:cubicBezTo>
                  <a:cubicBezTo>
                    <a:pt x="431" y="1182"/>
                    <a:pt x="489" y="1224"/>
                    <a:pt x="518" y="1249"/>
                  </a:cubicBezTo>
                  <a:cubicBezTo>
                    <a:pt x="549" y="1274"/>
                    <a:pt x="661" y="1357"/>
                    <a:pt x="693" y="1375"/>
                  </a:cubicBezTo>
                  <a:cubicBezTo>
                    <a:pt x="723" y="1393"/>
                    <a:pt x="809" y="1474"/>
                    <a:pt x="853" y="1520"/>
                  </a:cubicBezTo>
                  <a:cubicBezTo>
                    <a:pt x="898" y="1567"/>
                    <a:pt x="1076" y="1702"/>
                    <a:pt x="1143" y="1761"/>
                  </a:cubicBezTo>
                  <a:cubicBezTo>
                    <a:pt x="1211" y="1817"/>
                    <a:pt x="1450" y="1973"/>
                    <a:pt x="1536" y="2023"/>
                  </a:cubicBezTo>
                  <a:cubicBezTo>
                    <a:pt x="1591" y="2055"/>
                    <a:pt x="1630" y="2059"/>
                    <a:pt x="1662" y="2059"/>
                  </a:cubicBezTo>
                  <a:cubicBezTo>
                    <a:pt x="1674" y="2059"/>
                    <a:pt x="1685" y="2059"/>
                    <a:pt x="1697" y="2059"/>
                  </a:cubicBezTo>
                  <a:cubicBezTo>
                    <a:pt x="1701" y="2059"/>
                    <a:pt x="1705" y="2059"/>
                    <a:pt x="1710" y="2059"/>
                  </a:cubicBezTo>
                  <a:cubicBezTo>
                    <a:pt x="1752" y="2062"/>
                    <a:pt x="2039" y="2062"/>
                    <a:pt x="2166" y="2065"/>
                  </a:cubicBezTo>
                  <a:cubicBezTo>
                    <a:pt x="2173" y="2065"/>
                    <a:pt x="2182" y="2065"/>
                    <a:pt x="2190" y="2065"/>
                  </a:cubicBezTo>
                  <a:cubicBezTo>
                    <a:pt x="2326" y="2065"/>
                    <a:pt x="2576" y="2045"/>
                    <a:pt x="2616" y="2031"/>
                  </a:cubicBezTo>
                  <a:cubicBezTo>
                    <a:pt x="2647" y="2022"/>
                    <a:pt x="2721" y="2003"/>
                    <a:pt x="2760" y="2003"/>
                  </a:cubicBezTo>
                  <a:cubicBezTo>
                    <a:pt x="2773" y="2003"/>
                    <a:pt x="2783" y="2005"/>
                    <a:pt x="2785" y="2011"/>
                  </a:cubicBezTo>
                  <a:cubicBezTo>
                    <a:pt x="2790" y="2031"/>
                    <a:pt x="2798" y="2036"/>
                    <a:pt x="2811" y="2052"/>
                  </a:cubicBezTo>
                  <a:cubicBezTo>
                    <a:pt x="2824" y="2069"/>
                    <a:pt x="2840" y="2115"/>
                    <a:pt x="2862" y="2173"/>
                  </a:cubicBezTo>
                  <a:cubicBezTo>
                    <a:pt x="2884" y="2230"/>
                    <a:pt x="2986" y="2554"/>
                    <a:pt x="2997" y="2591"/>
                  </a:cubicBezTo>
                  <a:cubicBezTo>
                    <a:pt x="3008" y="2627"/>
                    <a:pt x="3041" y="2924"/>
                    <a:pt x="3034" y="2943"/>
                  </a:cubicBezTo>
                  <a:cubicBezTo>
                    <a:pt x="3025" y="2962"/>
                    <a:pt x="3044" y="2967"/>
                    <a:pt x="3059" y="3015"/>
                  </a:cubicBezTo>
                  <a:cubicBezTo>
                    <a:pt x="3073" y="3063"/>
                    <a:pt x="3041" y="3292"/>
                    <a:pt x="3012" y="3357"/>
                  </a:cubicBezTo>
                  <a:cubicBezTo>
                    <a:pt x="2984" y="3421"/>
                    <a:pt x="3063" y="3493"/>
                    <a:pt x="3105" y="3522"/>
                  </a:cubicBezTo>
                  <a:cubicBezTo>
                    <a:pt x="3136" y="3545"/>
                    <a:pt x="3113" y="3568"/>
                    <a:pt x="3077" y="3568"/>
                  </a:cubicBezTo>
                  <a:cubicBezTo>
                    <a:pt x="3065" y="3568"/>
                    <a:pt x="3051" y="3565"/>
                    <a:pt x="3038" y="3560"/>
                  </a:cubicBezTo>
                  <a:cubicBezTo>
                    <a:pt x="3036" y="3559"/>
                    <a:pt x="3033" y="3558"/>
                    <a:pt x="3031" y="3558"/>
                  </a:cubicBezTo>
                  <a:cubicBezTo>
                    <a:pt x="2978" y="3558"/>
                    <a:pt x="2943" y="3786"/>
                    <a:pt x="2933" y="3820"/>
                  </a:cubicBezTo>
                  <a:cubicBezTo>
                    <a:pt x="2923" y="3858"/>
                    <a:pt x="2772" y="3877"/>
                    <a:pt x="2715" y="3895"/>
                  </a:cubicBezTo>
                  <a:cubicBezTo>
                    <a:pt x="2658" y="3911"/>
                    <a:pt x="2474" y="4099"/>
                    <a:pt x="2460" y="4133"/>
                  </a:cubicBezTo>
                  <a:cubicBezTo>
                    <a:pt x="2444" y="4168"/>
                    <a:pt x="2335" y="4291"/>
                    <a:pt x="2286" y="4321"/>
                  </a:cubicBezTo>
                  <a:cubicBezTo>
                    <a:pt x="2238" y="4353"/>
                    <a:pt x="2279" y="4394"/>
                    <a:pt x="2279" y="4394"/>
                  </a:cubicBezTo>
                  <a:cubicBezTo>
                    <a:pt x="2279" y="4394"/>
                    <a:pt x="2155" y="4553"/>
                    <a:pt x="2103" y="4632"/>
                  </a:cubicBezTo>
                  <a:cubicBezTo>
                    <a:pt x="2050" y="4710"/>
                    <a:pt x="1973" y="4933"/>
                    <a:pt x="1975" y="4999"/>
                  </a:cubicBezTo>
                  <a:cubicBezTo>
                    <a:pt x="1978" y="5064"/>
                    <a:pt x="2072" y="5236"/>
                    <a:pt x="2109" y="5350"/>
                  </a:cubicBezTo>
                  <a:cubicBezTo>
                    <a:pt x="2144" y="5463"/>
                    <a:pt x="2253" y="5632"/>
                    <a:pt x="2291" y="5685"/>
                  </a:cubicBezTo>
                  <a:cubicBezTo>
                    <a:pt x="2326" y="5739"/>
                    <a:pt x="2504" y="5915"/>
                    <a:pt x="2550" y="5966"/>
                  </a:cubicBezTo>
                  <a:cubicBezTo>
                    <a:pt x="2597" y="6018"/>
                    <a:pt x="2689" y="6173"/>
                    <a:pt x="2700" y="6193"/>
                  </a:cubicBezTo>
                  <a:cubicBezTo>
                    <a:pt x="2713" y="6214"/>
                    <a:pt x="2707" y="6215"/>
                    <a:pt x="2691" y="6230"/>
                  </a:cubicBezTo>
                  <a:cubicBezTo>
                    <a:pt x="2675" y="6244"/>
                    <a:pt x="2683" y="6266"/>
                    <a:pt x="2672" y="6278"/>
                  </a:cubicBezTo>
                  <a:cubicBezTo>
                    <a:pt x="2661" y="6289"/>
                    <a:pt x="2638" y="6327"/>
                    <a:pt x="2635" y="6352"/>
                  </a:cubicBezTo>
                  <a:cubicBezTo>
                    <a:pt x="2632" y="6377"/>
                    <a:pt x="2493" y="6562"/>
                    <a:pt x="2483" y="6608"/>
                  </a:cubicBezTo>
                  <a:cubicBezTo>
                    <a:pt x="2473" y="6654"/>
                    <a:pt x="2444" y="6723"/>
                    <a:pt x="2358" y="6786"/>
                  </a:cubicBezTo>
                  <a:cubicBezTo>
                    <a:pt x="2269" y="6849"/>
                    <a:pt x="2164" y="7048"/>
                    <a:pt x="2164" y="7104"/>
                  </a:cubicBezTo>
                  <a:cubicBezTo>
                    <a:pt x="2163" y="7160"/>
                    <a:pt x="2240" y="7193"/>
                    <a:pt x="2361" y="7200"/>
                  </a:cubicBezTo>
                  <a:cubicBezTo>
                    <a:pt x="2366" y="7200"/>
                    <a:pt x="2372" y="7200"/>
                    <a:pt x="2378" y="7200"/>
                  </a:cubicBezTo>
                  <a:cubicBezTo>
                    <a:pt x="2499" y="7200"/>
                    <a:pt x="2676" y="7119"/>
                    <a:pt x="2779" y="7044"/>
                  </a:cubicBezTo>
                  <a:cubicBezTo>
                    <a:pt x="2885" y="6964"/>
                    <a:pt x="2967" y="6807"/>
                    <a:pt x="3000" y="6782"/>
                  </a:cubicBezTo>
                  <a:cubicBezTo>
                    <a:pt x="3035" y="6757"/>
                    <a:pt x="3182" y="6740"/>
                    <a:pt x="3274" y="6686"/>
                  </a:cubicBezTo>
                  <a:cubicBezTo>
                    <a:pt x="3366" y="6630"/>
                    <a:pt x="3401" y="6528"/>
                    <a:pt x="3391" y="6455"/>
                  </a:cubicBezTo>
                  <a:cubicBezTo>
                    <a:pt x="3379" y="6383"/>
                    <a:pt x="3227" y="6168"/>
                    <a:pt x="3198" y="6134"/>
                  </a:cubicBezTo>
                  <a:cubicBezTo>
                    <a:pt x="3169" y="6099"/>
                    <a:pt x="3080" y="6072"/>
                    <a:pt x="3061" y="6069"/>
                  </a:cubicBezTo>
                  <a:cubicBezTo>
                    <a:pt x="3042" y="6068"/>
                    <a:pt x="2968" y="5924"/>
                    <a:pt x="2948" y="5882"/>
                  </a:cubicBezTo>
                  <a:cubicBezTo>
                    <a:pt x="2927" y="5839"/>
                    <a:pt x="2871" y="5708"/>
                    <a:pt x="2868" y="5675"/>
                  </a:cubicBezTo>
                  <a:cubicBezTo>
                    <a:pt x="2866" y="5643"/>
                    <a:pt x="2857" y="5554"/>
                    <a:pt x="2828" y="5449"/>
                  </a:cubicBezTo>
                  <a:cubicBezTo>
                    <a:pt x="2798" y="5344"/>
                    <a:pt x="2689" y="5210"/>
                    <a:pt x="2658" y="5172"/>
                  </a:cubicBezTo>
                  <a:cubicBezTo>
                    <a:pt x="2627" y="5133"/>
                    <a:pt x="2581" y="5077"/>
                    <a:pt x="2610" y="5067"/>
                  </a:cubicBezTo>
                  <a:cubicBezTo>
                    <a:pt x="2639" y="5058"/>
                    <a:pt x="2709" y="4991"/>
                    <a:pt x="2737" y="4983"/>
                  </a:cubicBezTo>
                  <a:cubicBezTo>
                    <a:pt x="2742" y="4981"/>
                    <a:pt x="2746" y="4980"/>
                    <a:pt x="2750" y="4980"/>
                  </a:cubicBezTo>
                  <a:cubicBezTo>
                    <a:pt x="2766" y="4980"/>
                    <a:pt x="2772" y="4993"/>
                    <a:pt x="2788" y="4997"/>
                  </a:cubicBezTo>
                  <a:cubicBezTo>
                    <a:pt x="2805" y="5005"/>
                    <a:pt x="2825" y="5038"/>
                    <a:pt x="2872" y="5063"/>
                  </a:cubicBezTo>
                  <a:cubicBezTo>
                    <a:pt x="2888" y="5072"/>
                    <a:pt x="2911" y="5076"/>
                    <a:pt x="2936" y="5076"/>
                  </a:cubicBezTo>
                  <a:cubicBezTo>
                    <a:pt x="2984" y="5076"/>
                    <a:pt x="3039" y="5064"/>
                    <a:pt x="3070" y="5054"/>
                  </a:cubicBezTo>
                  <a:cubicBezTo>
                    <a:pt x="3118" y="5040"/>
                    <a:pt x="3261" y="4939"/>
                    <a:pt x="3316" y="4920"/>
                  </a:cubicBezTo>
                  <a:cubicBezTo>
                    <a:pt x="3325" y="4917"/>
                    <a:pt x="3333" y="4916"/>
                    <a:pt x="3340" y="4916"/>
                  </a:cubicBezTo>
                  <a:cubicBezTo>
                    <a:pt x="3377" y="4916"/>
                    <a:pt x="3386" y="4957"/>
                    <a:pt x="3402" y="4986"/>
                  </a:cubicBezTo>
                  <a:cubicBezTo>
                    <a:pt x="3421" y="5021"/>
                    <a:pt x="3421" y="5050"/>
                    <a:pt x="3424" y="5114"/>
                  </a:cubicBezTo>
                  <a:cubicBezTo>
                    <a:pt x="3426" y="5178"/>
                    <a:pt x="3622" y="5341"/>
                    <a:pt x="3646" y="5395"/>
                  </a:cubicBezTo>
                  <a:cubicBezTo>
                    <a:pt x="3667" y="5447"/>
                    <a:pt x="3654" y="5469"/>
                    <a:pt x="3637" y="5510"/>
                  </a:cubicBezTo>
                  <a:cubicBezTo>
                    <a:pt x="3619" y="5551"/>
                    <a:pt x="3657" y="5576"/>
                    <a:pt x="3673" y="5590"/>
                  </a:cubicBezTo>
                  <a:cubicBezTo>
                    <a:pt x="3691" y="5606"/>
                    <a:pt x="3739" y="5816"/>
                    <a:pt x="3755" y="5890"/>
                  </a:cubicBezTo>
                  <a:cubicBezTo>
                    <a:pt x="3769" y="5963"/>
                    <a:pt x="3871" y="6005"/>
                    <a:pt x="3889" y="6049"/>
                  </a:cubicBezTo>
                  <a:cubicBezTo>
                    <a:pt x="3906" y="6091"/>
                    <a:pt x="3992" y="6252"/>
                    <a:pt x="4032" y="6346"/>
                  </a:cubicBezTo>
                  <a:cubicBezTo>
                    <a:pt x="4071" y="6441"/>
                    <a:pt x="4268" y="6575"/>
                    <a:pt x="4297" y="6598"/>
                  </a:cubicBezTo>
                  <a:cubicBezTo>
                    <a:pt x="4326" y="6620"/>
                    <a:pt x="4547" y="6922"/>
                    <a:pt x="4608" y="6996"/>
                  </a:cubicBezTo>
                  <a:cubicBezTo>
                    <a:pt x="4668" y="7070"/>
                    <a:pt x="4791" y="7219"/>
                    <a:pt x="4804" y="7245"/>
                  </a:cubicBezTo>
                  <a:cubicBezTo>
                    <a:pt x="4815" y="7271"/>
                    <a:pt x="4823" y="7297"/>
                    <a:pt x="4808" y="7308"/>
                  </a:cubicBezTo>
                  <a:cubicBezTo>
                    <a:pt x="4792" y="7319"/>
                    <a:pt x="4812" y="7344"/>
                    <a:pt x="4815" y="7356"/>
                  </a:cubicBezTo>
                  <a:cubicBezTo>
                    <a:pt x="4820" y="7366"/>
                    <a:pt x="4796" y="7424"/>
                    <a:pt x="4776" y="7456"/>
                  </a:cubicBezTo>
                  <a:cubicBezTo>
                    <a:pt x="4757" y="7488"/>
                    <a:pt x="4775" y="7522"/>
                    <a:pt x="4814" y="7551"/>
                  </a:cubicBezTo>
                  <a:cubicBezTo>
                    <a:pt x="4853" y="7579"/>
                    <a:pt x="4856" y="7596"/>
                    <a:pt x="4875" y="7670"/>
                  </a:cubicBezTo>
                  <a:cubicBezTo>
                    <a:pt x="4894" y="7745"/>
                    <a:pt x="4868" y="7970"/>
                    <a:pt x="4897" y="8104"/>
                  </a:cubicBezTo>
                  <a:cubicBezTo>
                    <a:pt x="4915" y="8187"/>
                    <a:pt x="4970" y="8224"/>
                    <a:pt x="5044" y="8224"/>
                  </a:cubicBezTo>
                  <a:cubicBezTo>
                    <a:pt x="5090" y="8224"/>
                    <a:pt x="5143" y="8209"/>
                    <a:pt x="5200" y="8183"/>
                  </a:cubicBezTo>
                  <a:cubicBezTo>
                    <a:pt x="5347" y="8115"/>
                    <a:pt x="5408" y="7912"/>
                    <a:pt x="5434" y="7791"/>
                  </a:cubicBezTo>
                  <a:cubicBezTo>
                    <a:pt x="5462" y="7670"/>
                    <a:pt x="5421" y="7501"/>
                    <a:pt x="5421" y="7485"/>
                  </a:cubicBezTo>
                  <a:cubicBezTo>
                    <a:pt x="5420" y="7471"/>
                    <a:pt x="5456" y="7380"/>
                    <a:pt x="5480" y="7345"/>
                  </a:cubicBezTo>
                  <a:cubicBezTo>
                    <a:pt x="5503" y="7311"/>
                    <a:pt x="5517" y="7254"/>
                    <a:pt x="5522" y="7155"/>
                  </a:cubicBezTo>
                  <a:cubicBezTo>
                    <a:pt x="5526" y="7059"/>
                    <a:pt x="5430" y="7016"/>
                    <a:pt x="5328" y="6993"/>
                  </a:cubicBezTo>
                  <a:cubicBezTo>
                    <a:pt x="5276" y="6981"/>
                    <a:pt x="5210" y="6975"/>
                    <a:pt x="5164" y="6975"/>
                  </a:cubicBezTo>
                  <a:cubicBezTo>
                    <a:pt x="5135" y="6975"/>
                    <a:pt x="5114" y="6977"/>
                    <a:pt x="5110" y="6981"/>
                  </a:cubicBezTo>
                  <a:cubicBezTo>
                    <a:pt x="5105" y="6987"/>
                    <a:pt x="5092" y="6992"/>
                    <a:pt x="5079" y="6992"/>
                  </a:cubicBezTo>
                  <a:cubicBezTo>
                    <a:pt x="5066" y="6992"/>
                    <a:pt x="5051" y="6987"/>
                    <a:pt x="5044" y="6970"/>
                  </a:cubicBezTo>
                  <a:cubicBezTo>
                    <a:pt x="5029" y="6936"/>
                    <a:pt x="4948" y="6662"/>
                    <a:pt x="4916" y="6568"/>
                  </a:cubicBezTo>
                  <a:cubicBezTo>
                    <a:pt x="4884" y="6473"/>
                    <a:pt x="4792" y="6355"/>
                    <a:pt x="4731" y="6310"/>
                  </a:cubicBezTo>
                  <a:cubicBezTo>
                    <a:pt x="4671" y="6263"/>
                    <a:pt x="4552" y="6142"/>
                    <a:pt x="4530" y="6116"/>
                  </a:cubicBezTo>
                  <a:cubicBezTo>
                    <a:pt x="4511" y="6090"/>
                    <a:pt x="4493" y="6016"/>
                    <a:pt x="4489" y="5988"/>
                  </a:cubicBezTo>
                  <a:cubicBezTo>
                    <a:pt x="4485" y="5962"/>
                    <a:pt x="4489" y="5908"/>
                    <a:pt x="4495" y="5908"/>
                  </a:cubicBezTo>
                  <a:cubicBezTo>
                    <a:pt x="4501" y="5908"/>
                    <a:pt x="4511" y="5898"/>
                    <a:pt x="4506" y="5874"/>
                  </a:cubicBezTo>
                  <a:cubicBezTo>
                    <a:pt x="4501" y="5852"/>
                    <a:pt x="4512" y="5549"/>
                    <a:pt x="4527" y="5487"/>
                  </a:cubicBezTo>
                  <a:cubicBezTo>
                    <a:pt x="4541" y="5424"/>
                    <a:pt x="4543" y="5038"/>
                    <a:pt x="4568" y="4933"/>
                  </a:cubicBezTo>
                  <a:cubicBezTo>
                    <a:pt x="4591" y="4827"/>
                    <a:pt x="4544" y="4677"/>
                    <a:pt x="4533" y="4629"/>
                  </a:cubicBezTo>
                  <a:cubicBezTo>
                    <a:pt x="4522" y="4581"/>
                    <a:pt x="4563" y="4358"/>
                    <a:pt x="4573" y="4291"/>
                  </a:cubicBezTo>
                  <a:cubicBezTo>
                    <a:pt x="4582" y="4224"/>
                    <a:pt x="4537" y="4061"/>
                    <a:pt x="4530" y="4042"/>
                  </a:cubicBezTo>
                  <a:cubicBezTo>
                    <a:pt x="4525" y="4024"/>
                    <a:pt x="4541" y="4036"/>
                    <a:pt x="4608" y="4023"/>
                  </a:cubicBezTo>
                  <a:cubicBezTo>
                    <a:pt x="4677" y="4010"/>
                    <a:pt x="4744" y="3957"/>
                    <a:pt x="4770" y="3880"/>
                  </a:cubicBezTo>
                  <a:cubicBezTo>
                    <a:pt x="4796" y="3804"/>
                    <a:pt x="4712" y="3682"/>
                    <a:pt x="4700" y="3629"/>
                  </a:cubicBezTo>
                  <a:cubicBezTo>
                    <a:pt x="4690" y="3580"/>
                    <a:pt x="4522" y="3286"/>
                    <a:pt x="4492" y="3251"/>
                  </a:cubicBezTo>
                  <a:cubicBezTo>
                    <a:pt x="4463" y="3216"/>
                    <a:pt x="4437" y="3153"/>
                    <a:pt x="4447" y="3133"/>
                  </a:cubicBezTo>
                  <a:cubicBezTo>
                    <a:pt x="4455" y="3111"/>
                    <a:pt x="4458" y="2971"/>
                    <a:pt x="4451" y="2946"/>
                  </a:cubicBezTo>
                  <a:cubicBezTo>
                    <a:pt x="4444" y="2923"/>
                    <a:pt x="4450" y="2782"/>
                    <a:pt x="4461" y="2757"/>
                  </a:cubicBezTo>
                  <a:cubicBezTo>
                    <a:pt x="4472" y="2731"/>
                    <a:pt x="4480" y="2605"/>
                    <a:pt x="4479" y="2530"/>
                  </a:cubicBezTo>
                  <a:cubicBezTo>
                    <a:pt x="4477" y="2454"/>
                    <a:pt x="4352" y="2154"/>
                    <a:pt x="4343" y="2090"/>
                  </a:cubicBezTo>
                  <a:cubicBezTo>
                    <a:pt x="4333" y="2024"/>
                    <a:pt x="4259" y="1819"/>
                    <a:pt x="4189" y="1663"/>
                  </a:cubicBezTo>
                  <a:cubicBezTo>
                    <a:pt x="4119" y="1507"/>
                    <a:pt x="3915" y="1393"/>
                    <a:pt x="3915" y="1393"/>
                  </a:cubicBezTo>
                  <a:cubicBezTo>
                    <a:pt x="3914" y="1394"/>
                    <a:pt x="3913" y="1394"/>
                    <a:pt x="3912" y="1394"/>
                  </a:cubicBezTo>
                  <a:cubicBezTo>
                    <a:pt x="3901" y="1394"/>
                    <a:pt x="3880" y="1369"/>
                    <a:pt x="3895" y="1369"/>
                  </a:cubicBezTo>
                  <a:cubicBezTo>
                    <a:pt x="3911" y="1367"/>
                    <a:pt x="3918" y="1326"/>
                    <a:pt x="3922" y="1267"/>
                  </a:cubicBezTo>
                  <a:cubicBezTo>
                    <a:pt x="3925" y="1207"/>
                    <a:pt x="3966" y="1136"/>
                    <a:pt x="4049" y="914"/>
                  </a:cubicBezTo>
                  <a:cubicBezTo>
                    <a:pt x="4131" y="694"/>
                    <a:pt x="3863" y="502"/>
                    <a:pt x="3720" y="450"/>
                  </a:cubicBezTo>
                  <a:cubicBezTo>
                    <a:pt x="3686" y="437"/>
                    <a:pt x="3643" y="432"/>
                    <a:pt x="3598" y="432"/>
                  </a:cubicBezTo>
                  <a:cubicBezTo>
                    <a:pt x="3453" y="432"/>
                    <a:pt x="3278" y="481"/>
                    <a:pt x="3229" y="487"/>
                  </a:cubicBezTo>
                  <a:cubicBezTo>
                    <a:pt x="3165" y="495"/>
                    <a:pt x="3146" y="589"/>
                    <a:pt x="3152" y="616"/>
                  </a:cubicBezTo>
                  <a:cubicBezTo>
                    <a:pt x="3158" y="642"/>
                    <a:pt x="3117" y="712"/>
                    <a:pt x="3091" y="755"/>
                  </a:cubicBezTo>
                  <a:cubicBezTo>
                    <a:pt x="3063" y="798"/>
                    <a:pt x="3089" y="834"/>
                    <a:pt x="3095" y="856"/>
                  </a:cubicBezTo>
                  <a:cubicBezTo>
                    <a:pt x="3102" y="878"/>
                    <a:pt x="3072" y="903"/>
                    <a:pt x="3000" y="958"/>
                  </a:cubicBezTo>
                  <a:cubicBezTo>
                    <a:pt x="2929" y="1012"/>
                    <a:pt x="2962" y="1044"/>
                    <a:pt x="2981" y="1057"/>
                  </a:cubicBezTo>
                  <a:cubicBezTo>
                    <a:pt x="3000" y="1072"/>
                    <a:pt x="3000" y="1108"/>
                    <a:pt x="2981" y="1139"/>
                  </a:cubicBezTo>
                  <a:cubicBezTo>
                    <a:pt x="2962" y="1168"/>
                    <a:pt x="2970" y="1198"/>
                    <a:pt x="2986" y="1223"/>
                  </a:cubicBezTo>
                  <a:cubicBezTo>
                    <a:pt x="3002" y="1246"/>
                    <a:pt x="2978" y="1258"/>
                    <a:pt x="2954" y="1275"/>
                  </a:cubicBezTo>
                  <a:cubicBezTo>
                    <a:pt x="2929" y="1293"/>
                    <a:pt x="2955" y="1331"/>
                    <a:pt x="2977" y="1356"/>
                  </a:cubicBezTo>
                  <a:cubicBezTo>
                    <a:pt x="2999" y="1382"/>
                    <a:pt x="2965" y="1431"/>
                    <a:pt x="2965" y="1431"/>
                  </a:cubicBezTo>
                  <a:cubicBezTo>
                    <a:pt x="2965" y="1431"/>
                    <a:pt x="2917" y="1431"/>
                    <a:pt x="2833" y="1436"/>
                  </a:cubicBezTo>
                  <a:cubicBezTo>
                    <a:pt x="2747" y="1440"/>
                    <a:pt x="2571" y="1494"/>
                    <a:pt x="2559" y="1498"/>
                  </a:cubicBezTo>
                  <a:cubicBezTo>
                    <a:pt x="2558" y="1498"/>
                    <a:pt x="2557" y="1499"/>
                    <a:pt x="2556" y="1499"/>
                  </a:cubicBezTo>
                  <a:cubicBezTo>
                    <a:pt x="2539" y="1499"/>
                    <a:pt x="2478" y="1475"/>
                    <a:pt x="2435" y="1446"/>
                  </a:cubicBezTo>
                  <a:cubicBezTo>
                    <a:pt x="2388" y="1414"/>
                    <a:pt x="2228" y="1375"/>
                    <a:pt x="2168" y="1348"/>
                  </a:cubicBezTo>
                  <a:cubicBezTo>
                    <a:pt x="2109" y="1324"/>
                    <a:pt x="1729" y="1141"/>
                    <a:pt x="1688" y="1124"/>
                  </a:cubicBezTo>
                  <a:cubicBezTo>
                    <a:pt x="1646" y="1106"/>
                    <a:pt x="1544" y="1088"/>
                    <a:pt x="1526" y="1069"/>
                  </a:cubicBezTo>
                  <a:cubicBezTo>
                    <a:pt x="1509" y="1050"/>
                    <a:pt x="1315" y="939"/>
                    <a:pt x="1306" y="938"/>
                  </a:cubicBezTo>
                  <a:cubicBezTo>
                    <a:pt x="1297" y="936"/>
                    <a:pt x="1312" y="916"/>
                    <a:pt x="1290" y="894"/>
                  </a:cubicBezTo>
                  <a:cubicBezTo>
                    <a:pt x="1285" y="888"/>
                    <a:pt x="1278" y="887"/>
                    <a:pt x="1271" y="887"/>
                  </a:cubicBezTo>
                  <a:cubicBezTo>
                    <a:pt x="1256" y="887"/>
                    <a:pt x="1237" y="896"/>
                    <a:pt x="1220" y="896"/>
                  </a:cubicBezTo>
                  <a:cubicBezTo>
                    <a:pt x="1216" y="896"/>
                    <a:pt x="1211" y="895"/>
                    <a:pt x="1207" y="894"/>
                  </a:cubicBezTo>
                  <a:cubicBezTo>
                    <a:pt x="1179" y="884"/>
                    <a:pt x="1101" y="841"/>
                    <a:pt x="1101" y="841"/>
                  </a:cubicBezTo>
                  <a:cubicBezTo>
                    <a:pt x="1101" y="841"/>
                    <a:pt x="1105" y="820"/>
                    <a:pt x="1123" y="771"/>
                  </a:cubicBezTo>
                  <a:cubicBezTo>
                    <a:pt x="1140" y="725"/>
                    <a:pt x="1219" y="505"/>
                    <a:pt x="1031" y="228"/>
                  </a:cubicBezTo>
                  <a:cubicBezTo>
                    <a:pt x="925" y="72"/>
                    <a:pt x="746" y="1"/>
                    <a:pt x="5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39"/>
            <p:cNvSpPr/>
            <p:nvPr/>
          </p:nvSpPr>
          <p:spPr>
            <a:xfrm>
              <a:off x="7274861" y="3363359"/>
              <a:ext cx="169193" cy="176623"/>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7" name="Google Shape;827;p39"/>
          <p:cNvGrpSpPr/>
          <p:nvPr/>
        </p:nvGrpSpPr>
        <p:grpSpPr>
          <a:xfrm>
            <a:off x="5312603" y="1348775"/>
            <a:ext cx="566749" cy="988786"/>
            <a:chOff x="5312603" y="1348775"/>
            <a:chExt cx="566749" cy="988786"/>
          </a:xfrm>
        </p:grpSpPr>
        <p:sp>
          <p:nvSpPr>
            <p:cNvPr id="828" name="Google Shape;828;p39"/>
            <p:cNvSpPr/>
            <p:nvPr/>
          </p:nvSpPr>
          <p:spPr>
            <a:xfrm>
              <a:off x="5312603" y="1348775"/>
              <a:ext cx="566749" cy="988786"/>
            </a:xfrm>
            <a:custGeom>
              <a:rect b="b" l="l" r="r" t="t"/>
              <a:pathLst>
                <a:path extrusionOk="0" h="8418" w="4825">
                  <a:moveTo>
                    <a:pt x="763" y="3204"/>
                  </a:moveTo>
                  <a:cubicBezTo>
                    <a:pt x="766" y="3204"/>
                    <a:pt x="768" y="3207"/>
                    <a:pt x="768" y="3215"/>
                  </a:cubicBezTo>
                  <a:cubicBezTo>
                    <a:pt x="768" y="3250"/>
                    <a:pt x="758" y="3331"/>
                    <a:pt x="758" y="3404"/>
                  </a:cubicBezTo>
                  <a:cubicBezTo>
                    <a:pt x="758" y="3477"/>
                    <a:pt x="851" y="3570"/>
                    <a:pt x="854" y="3649"/>
                  </a:cubicBezTo>
                  <a:cubicBezTo>
                    <a:pt x="859" y="3727"/>
                    <a:pt x="810" y="3869"/>
                    <a:pt x="810" y="3869"/>
                  </a:cubicBezTo>
                  <a:cubicBezTo>
                    <a:pt x="809" y="3869"/>
                    <a:pt x="808" y="3870"/>
                    <a:pt x="807" y="3870"/>
                  </a:cubicBezTo>
                  <a:cubicBezTo>
                    <a:pt x="785" y="3870"/>
                    <a:pt x="741" y="3779"/>
                    <a:pt x="724" y="3710"/>
                  </a:cubicBezTo>
                  <a:cubicBezTo>
                    <a:pt x="706" y="3639"/>
                    <a:pt x="583" y="3422"/>
                    <a:pt x="576" y="3376"/>
                  </a:cubicBezTo>
                  <a:cubicBezTo>
                    <a:pt x="569" y="3331"/>
                    <a:pt x="627" y="3304"/>
                    <a:pt x="679" y="3270"/>
                  </a:cubicBezTo>
                  <a:cubicBezTo>
                    <a:pt x="719" y="3243"/>
                    <a:pt x="751" y="3204"/>
                    <a:pt x="763" y="3204"/>
                  </a:cubicBezTo>
                  <a:close/>
                  <a:moveTo>
                    <a:pt x="1844" y="1"/>
                  </a:moveTo>
                  <a:cubicBezTo>
                    <a:pt x="1808" y="1"/>
                    <a:pt x="1775" y="5"/>
                    <a:pt x="1746" y="13"/>
                  </a:cubicBezTo>
                  <a:cubicBezTo>
                    <a:pt x="1558" y="64"/>
                    <a:pt x="1440" y="282"/>
                    <a:pt x="1424" y="383"/>
                  </a:cubicBezTo>
                  <a:cubicBezTo>
                    <a:pt x="1409" y="483"/>
                    <a:pt x="1422" y="655"/>
                    <a:pt x="1430" y="702"/>
                  </a:cubicBezTo>
                  <a:cubicBezTo>
                    <a:pt x="1435" y="749"/>
                    <a:pt x="1428" y="826"/>
                    <a:pt x="1440" y="901"/>
                  </a:cubicBezTo>
                  <a:cubicBezTo>
                    <a:pt x="1451" y="980"/>
                    <a:pt x="1492" y="1041"/>
                    <a:pt x="1488" y="1065"/>
                  </a:cubicBezTo>
                  <a:cubicBezTo>
                    <a:pt x="1482" y="1088"/>
                    <a:pt x="1368" y="1086"/>
                    <a:pt x="1328" y="1092"/>
                  </a:cubicBezTo>
                  <a:cubicBezTo>
                    <a:pt x="1285" y="1100"/>
                    <a:pt x="1234" y="1177"/>
                    <a:pt x="1226" y="1204"/>
                  </a:cubicBezTo>
                  <a:cubicBezTo>
                    <a:pt x="1215" y="1231"/>
                    <a:pt x="1099" y="1267"/>
                    <a:pt x="1049" y="1292"/>
                  </a:cubicBezTo>
                  <a:cubicBezTo>
                    <a:pt x="1001" y="1317"/>
                    <a:pt x="918" y="1458"/>
                    <a:pt x="870" y="1526"/>
                  </a:cubicBezTo>
                  <a:cubicBezTo>
                    <a:pt x="824" y="1595"/>
                    <a:pt x="611" y="1650"/>
                    <a:pt x="519" y="1679"/>
                  </a:cubicBezTo>
                  <a:cubicBezTo>
                    <a:pt x="427" y="1707"/>
                    <a:pt x="516" y="2080"/>
                    <a:pt x="541" y="2132"/>
                  </a:cubicBezTo>
                  <a:cubicBezTo>
                    <a:pt x="567" y="2183"/>
                    <a:pt x="563" y="2229"/>
                    <a:pt x="547" y="2253"/>
                  </a:cubicBezTo>
                  <a:cubicBezTo>
                    <a:pt x="529" y="2275"/>
                    <a:pt x="502" y="2330"/>
                    <a:pt x="467" y="2392"/>
                  </a:cubicBezTo>
                  <a:cubicBezTo>
                    <a:pt x="429" y="2451"/>
                    <a:pt x="226" y="2816"/>
                    <a:pt x="152" y="2954"/>
                  </a:cubicBezTo>
                  <a:cubicBezTo>
                    <a:pt x="76" y="3094"/>
                    <a:pt x="44" y="3292"/>
                    <a:pt x="22" y="3407"/>
                  </a:cubicBezTo>
                  <a:cubicBezTo>
                    <a:pt x="1" y="3522"/>
                    <a:pt x="76" y="3630"/>
                    <a:pt x="100" y="3672"/>
                  </a:cubicBezTo>
                  <a:cubicBezTo>
                    <a:pt x="123" y="3714"/>
                    <a:pt x="210" y="3808"/>
                    <a:pt x="244" y="3859"/>
                  </a:cubicBezTo>
                  <a:cubicBezTo>
                    <a:pt x="277" y="3908"/>
                    <a:pt x="314" y="3943"/>
                    <a:pt x="350" y="3998"/>
                  </a:cubicBezTo>
                  <a:cubicBezTo>
                    <a:pt x="387" y="4054"/>
                    <a:pt x="491" y="4140"/>
                    <a:pt x="515" y="4164"/>
                  </a:cubicBezTo>
                  <a:cubicBezTo>
                    <a:pt x="538" y="4189"/>
                    <a:pt x="614" y="4261"/>
                    <a:pt x="636" y="4304"/>
                  </a:cubicBezTo>
                  <a:cubicBezTo>
                    <a:pt x="660" y="4348"/>
                    <a:pt x="743" y="4434"/>
                    <a:pt x="768" y="4462"/>
                  </a:cubicBezTo>
                  <a:cubicBezTo>
                    <a:pt x="793" y="4491"/>
                    <a:pt x="863" y="4587"/>
                    <a:pt x="873" y="4606"/>
                  </a:cubicBezTo>
                  <a:cubicBezTo>
                    <a:pt x="883" y="4625"/>
                    <a:pt x="892" y="4626"/>
                    <a:pt x="891" y="4648"/>
                  </a:cubicBezTo>
                  <a:cubicBezTo>
                    <a:pt x="889" y="4668"/>
                    <a:pt x="924" y="4692"/>
                    <a:pt x="937" y="4702"/>
                  </a:cubicBezTo>
                  <a:cubicBezTo>
                    <a:pt x="950" y="4715"/>
                    <a:pt x="956" y="4749"/>
                    <a:pt x="969" y="4808"/>
                  </a:cubicBezTo>
                  <a:cubicBezTo>
                    <a:pt x="982" y="4868"/>
                    <a:pt x="1030" y="4935"/>
                    <a:pt x="1041" y="4969"/>
                  </a:cubicBezTo>
                  <a:cubicBezTo>
                    <a:pt x="1054" y="5002"/>
                    <a:pt x="1083" y="5069"/>
                    <a:pt x="1092" y="5092"/>
                  </a:cubicBezTo>
                  <a:cubicBezTo>
                    <a:pt x="1100" y="5116"/>
                    <a:pt x="1122" y="5159"/>
                    <a:pt x="1127" y="5203"/>
                  </a:cubicBezTo>
                  <a:cubicBezTo>
                    <a:pt x="1132" y="5247"/>
                    <a:pt x="1166" y="5263"/>
                    <a:pt x="1179" y="5292"/>
                  </a:cubicBezTo>
                  <a:cubicBezTo>
                    <a:pt x="1192" y="5320"/>
                    <a:pt x="1199" y="5362"/>
                    <a:pt x="1215" y="5390"/>
                  </a:cubicBezTo>
                  <a:cubicBezTo>
                    <a:pt x="1231" y="5419"/>
                    <a:pt x="1239" y="5429"/>
                    <a:pt x="1265" y="5429"/>
                  </a:cubicBezTo>
                  <a:cubicBezTo>
                    <a:pt x="1291" y="5429"/>
                    <a:pt x="1291" y="5416"/>
                    <a:pt x="1290" y="5382"/>
                  </a:cubicBezTo>
                  <a:cubicBezTo>
                    <a:pt x="1287" y="5349"/>
                    <a:pt x="1208" y="5221"/>
                    <a:pt x="1205" y="5194"/>
                  </a:cubicBezTo>
                  <a:cubicBezTo>
                    <a:pt x="1203" y="5173"/>
                    <a:pt x="1213" y="5151"/>
                    <a:pt x="1217" y="5151"/>
                  </a:cubicBezTo>
                  <a:cubicBezTo>
                    <a:pt x="1218" y="5151"/>
                    <a:pt x="1218" y="5152"/>
                    <a:pt x="1218" y="5154"/>
                  </a:cubicBezTo>
                  <a:cubicBezTo>
                    <a:pt x="1218" y="5167"/>
                    <a:pt x="1240" y="5200"/>
                    <a:pt x="1258" y="5238"/>
                  </a:cubicBezTo>
                  <a:cubicBezTo>
                    <a:pt x="1274" y="5276"/>
                    <a:pt x="1320" y="5321"/>
                    <a:pt x="1339" y="5343"/>
                  </a:cubicBezTo>
                  <a:cubicBezTo>
                    <a:pt x="1357" y="5365"/>
                    <a:pt x="1371" y="5388"/>
                    <a:pt x="1384" y="5407"/>
                  </a:cubicBezTo>
                  <a:cubicBezTo>
                    <a:pt x="1397" y="5425"/>
                    <a:pt x="1415" y="5467"/>
                    <a:pt x="1431" y="5490"/>
                  </a:cubicBezTo>
                  <a:cubicBezTo>
                    <a:pt x="1438" y="5501"/>
                    <a:pt x="1450" y="5506"/>
                    <a:pt x="1463" y="5506"/>
                  </a:cubicBezTo>
                  <a:cubicBezTo>
                    <a:pt x="1478" y="5506"/>
                    <a:pt x="1495" y="5498"/>
                    <a:pt x="1502" y="5486"/>
                  </a:cubicBezTo>
                  <a:cubicBezTo>
                    <a:pt x="1515" y="5464"/>
                    <a:pt x="1492" y="5420"/>
                    <a:pt x="1482" y="5398"/>
                  </a:cubicBezTo>
                  <a:cubicBezTo>
                    <a:pt x="1469" y="5376"/>
                    <a:pt x="1422" y="5299"/>
                    <a:pt x="1397" y="5274"/>
                  </a:cubicBezTo>
                  <a:cubicBezTo>
                    <a:pt x="1374" y="5251"/>
                    <a:pt x="1339" y="5180"/>
                    <a:pt x="1336" y="5171"/>
                  </a:cubicBezTo>
                  <a:lnTo>
                    <a:pt x="1336" y="5171"/>
                  </a:lnTo>
                  <a:cubicBezTo>
                    <a:pt x="1342" y="5175"/>
                    <a:pt x="1361" y="5194"/>
                    <a:pt x="1371" y="5209"/>
                  </a:cubicBezTo>
                  <a:cubicBezTo>
                    <a:pt x="1383" y="5226"/>
                    <a:pt x="1403" y="5263"/>
                    <a:pt x="1418" y="5282"/>
                  </a:cubicBezTo>
                  <a:cubicBezTo>
                    <a:pt x="1432" y="5299"/>
                    <a:pt x="1472" y="5339"/>
                    <a:pt x="1476" y="5357"/>
                  </a:cubicBezTo>
                  <a:cubicBezTo>
                    <a:pt x="1482" y="5375"/>
                    <a:pt x="1510" y="5414"/>
                    <a:pt x="1529" y="5462"/>
                  </a:cubicBezTo>
                  <a:cubicBezTo>
                    <a:pt x="1543" y="5503"/>
                    <a:pt x="1571" y="5506"/>
                    <a:pt x="1588" y="5506"/>
                  </a:cubicBezTo>
                  <a:cubicBezTo>
                    <a:pt x="1592" y="5506"/>
                    <a:pt x="1595" y="5506"/>
                    <a:pt x="1597" y="5506"/>
                  </a:cubicBezTo>
                  <a:cubicBezTo>
                    <a:pt x="1613" y="5506"/>
                    <a:pt x="1616" y="5464"/>
                    <a:pt x="1607" y="5417"/>
                  </a:cubicBezTo>
                  <a:cubicBezTo>
                    <a:pt x="1597" y="5371"/>
                    <a:pt x="1529" y="5264"/>
                    <a:pt x="1501" y="5223"/>
                  </a:cubicBezTo>
                  <a:cubicBezTo>
                    <a:pt x="1475" y="5181"/>
                    <a:pt x="1397" y="5066"/>
                    <a:pt x="1396" y="5056"/>
                  </a:cubicBezTo>
                  <a:cubicBezTo>
                    <a:pt x="1395" y="5047"/>
                    <a:pt x="1396" y="5029"/>
                    <a:pt x="1405" y="5029"/>
                  </a:cubicBezTo>
                  <a:cubicBezTo>
                    <a:pt x="1406" y="5029"/>
                    <a:pt x="1408" y="5030"/>
                    <a:pt x="1411" y="5031"/>
                  </a:cubicBezTo>
                  <a:cubicBezTo>
                    <a:pt x="1425" y="5040"/>
                    <a:pt x="1457" y="5057"/>
                    <a:pt x="1472" y="5088"/>
                  </a:cubicBezTo>
                  <a:cubicBezTo>
                    <a:pt x="1485" y="5117"/>
                    <a:pt x="1495" y="5135"/>
                    <a:pt x="1508" y="5152"/>
                  </a:cubicBezTo>
                  <a:cubicBezTo>
                    <a:pt x="1521" y="5171"/>
                    <a:pt x="1542" y="5186"/>
                    <a:pt x="1575" y="5263"/>
                  </a:cubicBezTo>
                  <a:cubicBezTo>
                    <a:pt x="1607" y="5340"/>
                    <a:pt x="1647" y="5344"/>
                    <a:pt x="1647" y="5344"/>
                  </a:cubicBezTo>
                  <a:cubicBezTo>
                    <a:pt x="1647" y="5344"/>
                    <a:pt x="1677" y="5371"/>
                    <a:pt x="1696" y="5391"/>
                  </a:cubicBezTo>
                  <a:cubicBezTo>
                    <a:pt x="1714" y="5414"/>
                    <a:pt x="1781" y="5592"/>
                    <a:pt x="1801" y="5634"/>
                  </a:cubicBezTo>
                  <a:cubicBezTo>
                    <a:pt x="1821" y="5675"/>
                    <a:pt x="1909" y="5859"/>
                    <a:pt x="1925" y="5923"/>
                  </a:cubicBezTo>
                  <a:cubicBezTo>
                    <a:pt x="1939" y="5985"/>
                    <a:pt x="2081" y="6192"/>
                    <a:pt x="2119" y="6245"/>
                  </a:cubicBezTo>
                  <a:cubicBezTo>
                    <a:pt x="2156" y="6297"/>
                    <a:pt x="2397" y="6412"/>
                    <a:pt x="2455" y="6435"/>
                  </a:cubicBezTo>
                  <a:cubicBezTo>
                    <a:pt x="2469" y="6441"/>
                    <a:pt x="2484" y="6443"/>
                    <a:pt x="2497" y="6443"/>
                  </a:cubicBezTo>
                  <a:cubicBezTo>
                    <a:pt x="2532" y="6443"/>
                    <a:pt x="2564" y="6430"/>
                    <a:pt x="2581" y="6430"/>
                  </a:cubicBezTo>
                  <a:cubicBezTo>
                    <a:pt x="2584" y="6430"/>
                    <a:pt x="2587" y="6430"/>
                    <a:pt x="2589" y="6431"/>
                  </a:cubicBezTo>
                  <a:cubicBezTo>
                    <a:pt x="2605" y="6440"/>
                    <a:pt x="2711" y="6480"/>
                    <a:pt x="2800" y="6480"/>
                  </a:cubicBezTo>
                  <a:cubicBezTo>
                    <a:pt x="2811" y="6480"/>
                    <a:pt x="2821" y="6479"/>
                    <a:pt x="2831" y="6478"/>
                  </a:cubicBezTo>
                  <a:cubicBezTo>
                    <a:pt x="2924" y="6466"/>
                    <a:pt x="2981" y="6278"/>
                    <a:pt x="2995" y="6249"/>
                  </a:cubicBezTo>
                  <a:cubicBezTo>
                    <a:pt x="3012" y="6221"/>
                    <a:pt x="3028" y="6124"/>
                    <a:pt x="3028" y="6038"/>
                  </a:cubicBezTo>
                  <a:cubicBezTo>
                    <a:pt x="3028" y="5950"/>
                    <a:pt x="2943" y="5748"/>
                    <a:pt x="2937" y="5748"/>
                  </a:cubicBezTo>
                  <a:cubicBezTo>
                    <a:pt x="2930" y="5748"/>
                    <a:pt x="2928" y="5727"/>
                    <a:pt x="2930" y="5716"/>
                  </a:cubicBezTo>
                  <a:cubicBezTo>
                    <a:pt x="2931" y="5704"/>
                    <a:pt x="2927" y="5660"/>
                    <a:pt x="2921" y="5627"/>
                  </a:cubicBezTo>
                  <a:cubicBezTo>
                    <a:pt x="2917" y="5593"/>
                    <a:pt x="2907" y="5510"/>
                    <a:pt x="2870" y="5432"/>
                  </a:cubicBezTo>
                  <a:cubicBezTo>
                    <a:pt x="2832" y="5353"/>
                    <a:pt x="2745" y="5190"/>
                    <a:pt x="2741" y="5177"/>
                  </a:cubicBezTo>
                  <a:cubicBezTo>
                    <a:pt x="2739" y="5171"/>
                    <a:pt x="2739" y="5169"/>
                    <a:pt x="2747" y="5169"/>
                  </a:cubicBezTo>
                  <a:cubicBezTo>
                    <a:pt x="2753" y="5169"/>
                    <a:pt x="2764" y="5171"/>
                    <a:pt x="2784" y="5174"/>
                  </a:cubicBezTo>
                  <a:cubicBezTo>
                    <a:pt x="2828" y="5183"/>
                    <a:pt x="2853" y="5228"/>
                    <a:pt x="2883" y="5253"/>
                  </a:cubicBezTo>
                  <a:cubicBezTo>
                    <a:pt x="2912" y="5277"/>
                    <a:pt x="2990" y="5331"/>
                    <a:pt x="3025" y="5366"/>
                  </a:cubicBezTo>
                  <a:cubicBezTo>
                    <a:pt x="3042" y="5383"/>
                    <a:pt x="3058" y="5384"/>
                    <a:pt x="3073" y="5384"/>
                  </a:cubicBezTo>
                  <a:cubicBezTo>
                    <a:pt x="3077" y="5384"/>
                    <a:pt x="3080" y="5384"/>
                    <a:pt x="3084" y="5384"/>
                  </a:cubicBezTo>
                  <a:cubicBezTo>
                    <a:pt x="3096" y="5384"/>
                    <a:pt x="3107" y="5385"/>
                    <a:pt x="3115" y="5397"/>
                  </a:cubicBezTo>
                  <a:cubicBezTo>
                    <a:pt x="3137" y="5423"/>
                    <a:pt x="3274" y="5608"/>
                    <a:pt x="3288" y="5618"/>
                  </a:cubicBezTo>
                  <a:cubicBezTo>
                    <a:pt x="3304" y="5631"/>
                    <a:pt x="3320" y="5644"/>
                    <a:pt x="3336" y="5698"/>
                  </a:cubicBezTo>
                  <a:cubicBezTo>
                    <a:pt x="3351" y="5751"/>
                    <a:pt x="3414" y="5870"/>
                    <a:pt x="3428" y="5899"/>
                  </a:cubicBezTo>
                  <a:cubicBezTo>
                    <a:pt x="3441" y="5930"/>
                    <a:pt x="3460" y="6007"/>
                    <a:pt x="3460" y="6041"/>
                  </a:cubicBezTo>
                  <a:cubicBezTo>
                    <a:pt x="3460" y="6074"/>
                    <a:pt x="3489" y="6218"/>
                    <a:pt x="3504" y="6306"/>
                  </a:cubicBezTo>
                  <a:cubicBezTo>
                    <a:pt x="3520" y="6396"/>
                    <a:pt x="3537" y="6498"/>
                    <a:pt x="3567" y="6564"/>
                  </a:cubicBezTo>
                  <a:cubicBezTo>
                    <a:pt x="3597" y="6629"/>
                    <a:pt x="3692" y="6785"/>
                    <a:pt x="3708" y="6807"/>
                  </a:cubicBezTo>
                  <a:cubicBezTo>
                    <a:pt x="3722" y="6829"/>
                    <a:pt x="3753" y="6897"/>
                    <a:pt x="3744" y="6903"/>
                  </a:cubicBezTo>
                  <a:cubicBezTo>
                    <a:pt x="3735" y="6907"/>
                    <a:pt x="3734" y="6912"/>
                    <a:pt x="3734" y="6938"/>
                  </a:cubicBezTo>
                  <a:cubicBezTo>
                    <a:pt x="3734" y="6963"/>
                    <a:pt x="3813" y="7140"/>
                    <a:pt x="3820" y="7158"/>
                  </a:cubicBezTo>
                  <a:cubicBezTo>
                    <a:pt x="3829" y="7174"/>
                    <a:pt x="3842" y="7224"/>
                    <a:pt x="3865" y="7264"/>
                  </a:cubicBezTo>
                  <a:cubicBezTo>
                    <a:pt x="3887" y="7307"/>
                    <a:pt x="3896" y="7406"/>
                    <a:pt x="3893" y="7451"/>
                  </a:cubicBezTo>
                  <a:cubicBezTo>
                    <a:pt x="3890" y="7496"/>
                    <a:pt x="3904" y="7522"/>
                    <a:pt x="3883" y="7557"/>
                  </a:cubicBezTo>
                  <a:cubicBezTo>
                    <a:pt x="3861" y="7594"/>
                    <a:pt x="3896" y="7623"/>
                    <a:pt x="3904" y="7672"/>
                  </a:cubicBezTo>
                  <a:cubicBezTo>
                    <a:pt x="3913" y="7723"/>
                    <a:pt x="3944" y="7862"/>
                    <a:pt x="3950" y="7910"/>
                  </a:cubicBezTo>
                  <a:cubicBezTo>
                    <a:pt x="3957" y="7955"/>
                    <a:pt x="3970" y="7988"/>
                    <a:pt x="3963" y="8013"/>
                  </a:cubicBezTo>
                  <a:cubicBezTo>
                    <a:pt x="3957" y="8036"/>
                    <a:pt x="3967" y="8119"/>
                    <a:pt x="3967" y="8149"/>
                  </a:cubicBezTo>
                  <a:cubicBezTo>
                    <a:pt x="3967" y="8178"/>
                    <a:pt x="3983" y="8223"/>
                    <a:pt x="4015" y="8246"/>
                  </a:cubicBezTo>
                  <a:cubicBezTo>
                    <a:pt x="4047" y="8271"/>
                    <a:pt x="4052" y="8328"/>
                    <a:pt x="4053" y="8373"/>
                  </a:cubicBezTo>
                  <a:cubicBezTo>
                    <a:pt x="4055" y="8418"/>
                    <a:pt x="4461" y="8409"/>
                    <a:pt x="4608" y="8417"/>
                  </a:cubicBezTo>
                  <a:cubicBezTo>
                    <a:pt x="4616" y="8417"/>
                    <a:pt x="4624" y="8417"/>
                    <a:pt x="4632" y="8417"/>
                  </a:cubicBezTo>
                  <a:cubicBezTo>
                    <a:pt x="4760" y="8417"/>
                    <a:pt x="4825" y="8371"/>
                    <a:pt x="4821" y="8285"/>
                  </a:cubicBezTo>
                  <a:cubicBezTo>
                    <a:pt x="4818" y="8195"/>
                    <a:pt x="4653" y="7988"/>
                    <a:pt x="4636" y="7974"/>
                  </a:cubicBezTo>
                  <a:cubicBezTo>
                    <a:pt x="4617" y="7958"/>
                    <a:pt x="4554" y="7883"/>
                    <a:pt x="4556" y="7838"/>
                  </a:cubicBezTo>
                  <a:cubicBezTo>
                    <a:pt x="4559" y="7793"/>
                    <a:pt x="4483" y="7554"/>
                    <a:pt x="4474" y="7519"/>
                  </a:cubicBezTo>
                  <a:cubicBezTo>
                    <a:pt x="4467" y="7483"/>
                    <a:pt x="4436" y="7423"/>
                    <a:pt x="4414" y="7423"/>
                  </a:cubicBezTo>
                  <a:cubicBezTo>
                    <a:pt x="4392" y="7423"/>
                    <a:pt x="4360" y="7385"/>
                    <a:pt x="4363" y="7362"/>
                  </a:cubicBezTo>
                  <a:cubicBezTo>
                    <a:pt x="4368" y="7339"/>
                    <a:pt x="4349" y="7295"/>
                    <a:pt x="4344" y="7253"/>
                  </a:cubicBezTo>
                  <a:cubicBezTo>
                    <a:pt x="4339" y="7210"/>
                    <a:pt x="4308" y="7136"/>
                    <a:pt x="4318" y="7095"/>
                  </a:cubicBezTo>
                  <a:cubicBezTo>
                    <a:pt x="4328" y="7056"/>
                    <a:pt x="4288" y="6830"/>
                    <a:pt x="4289" y="6808"/>
                  </a:cubicBezTo>
                  <a:cubicBezTo>
                    <a:pt x="4290" y="6787"/>
                    <a:pt x="4254" y="6778"/>
                    <a:pt x="4254" y="6706"/>
                  </a:cubicBezTo>
                  <a:cubicBezTo>
                    <a:pt x="4254" y="6634"/>
                    <a:pt x="4216" y="6383"/>
                    <a:pt x="4180" y="6211"/>
                  </a:cubicBezTo>
                  <a:cubicBezTo>
                    <a:pt x="4145" y="6039"/>
                    <a:pt x="4046" y="5853"/>
                    <a:pt x="4031" y="5819"/>
                  </a:cubicBezTo>
                  <a:cubicBezTo>
                    <a:pt x="4017" y="5786"/>
                    <a:pt x="3960" y="5682"/>
                    <a:pt x="3942" y="5633"/>
                  </a:cubicBezTo>
                  <a:cubicBezTo>
                    <a:pt x="3926" y="5582"/>
                    <a:pt x="3816" y="5320"/>
                    <a:pt x="3782" y="5242"/>
                  </a:cubicBezTo>
                  <a:cubicBezTo>
                    <a:pt x="3749" y="5167"/>
                    <a:pt x="3711" y="4992"/>
                    <a:pt x="3706" y="4960"/>
                  </a:cubicBezTo>
                  <a:cubicBezTo>
                    <a:pt x="3703" y="4928"/>
                    <a:pt x="3701" y="4899"/>
                    <a:pt x="3712" y="4894"/>
                  </a:cubicBezTo>
                  <a:cubicBezTo>
                    <a:pt x="3724" y="4891"/>
                    <a:pt x="3754" y="4839"/>
                    <a:pt x="3772" y="4801"/>
                  </a:cubicBezTo>
                  <a:cubicBezTo>
                    <a:pt x="3788" y="4762"/>
                    <a:pt x="3759" y="4670"/>
                    <a:pt x="3749" y="4651"/>
                  </a:cubicBezTo>
                  <a:cubicBezTo>
                    <a:pt x="3738" y="4631"/>
                    <a:pt x="3645" y="4485"/>
                    <a:pt x="3635" y="4472"/>
                  </a:cubicBezTo>
                  <a:cubicBezTo>
                    <a:pt x="3625" y="4459"/>
                    <a:pt x="3638" y="4431"/>
                    <a:pt x="3635" y="4389"/>
                  </a:cubicBezTo>
                  <a:cubicBezTo>
                    <a:pt x="3632" y="4347"/>
                    <a:pt x="3450" y="4122"/>
                    <a:pt x="3428" y="4087"/>
                  </a:cubicBezTo>
                  <a:cubicBezTo>
                    <a:pt x="3406" y="4052"/>
                    <a:pt x="3365" y="3987"/>
                    <a:pt x="3357" y="3977"/>
                  </a:cubicBezTo>
                  <a:cubicBezTo>
                    <a:pt x="3349" y="3966"/>
                    <a:pt x="3278" y="3905"/>
                    <a:pt x="3281" y="3891"/>
                  </a:cubicBezTo>
                  <a:cubicBezTo>
                    <a:pt x="3284" y="3878"/>
                    <a:pt x="3188" y="3693"/>
                    <a:pt x="3166" y="3659"/>
                  </a:cubicBezTo>
                  <a:cubicBezTo>
                    <a:pt x="3146" y="3625"/>
                    <a:pt x="3062" y="3497"/>
                    <a:pt x="3074" y="3459"/>
                  </a:cubicBezTo>
                  <a:cubicBezTo>
                    <a:pt x="3087" y="3422"/>
                    <a:pt x="2975" y="3353"/>
                    <a:pt x="2956" y="3353"/>
                  </a:cubicBezTo>
                  <a:cubicBezTo>
                    <a:pt x="2955" y="3353"/>
                    <a:pt x="2955" y="3353"/>
                    <a:pt x="2955" y="3353"/>
                  </a:cubicBezTo>
                  <a:cubicBezTo>
                    <a:pt x="2950" y="3353"/>
                    <a:pt x="2945" y="3354"/>
                    <a:pt x="2941" y="3354"/>
                  </a:cubicBezTo>
                  <a:cubicBezTo>
                    <a:pt x="2929" y="3354"/>
                    <a:pt x="2918" y="3351"/>
                    <a:pt x="2902" y="3333"/>
                  </a:cubicBezTo>
                  <a:cubicBezTo>
                    <a:pt x="2880" y="3306"/>
                    <a:pt x="2889" y="3107"/>
                    <a:pt x="2886" y="3030"/>
                  </a:cubicBezTo>
                  <a:cubicBezTo>
                    <a:pt x="2882" y="2953"/>
                    <a:pt x="2722" y="2909"/>
                    <a:pt x="2722" y="2909"/>
                  </a:cubicBezTo>
                  <a:cubicBezTo>
                    <a:pt x="2722" y="2909"/>
                    <a:pt x="2720" y="2823"/>
                    <a:pt x="2732" y="2775"/>
                  </a:cubicBezTo>
                  <a:cubicBezTo>
                    <a:pt x="2743" y="2730"/>
                    <a:pt x="2829" y="2419"/>
                    <a:pt x="2831" y="2408"/>
                  </a:cubicBezTo>
                  <a:cubicBezTo>
                    <a:pt x="2832" y="2399"/>
                    <a:pt x="2822" y="2325"/>
                    <a:pt x="2846" y="2325"/>
                  </a:cubicBezTo>
                  <a:cubicBezTo>
                    <a:pt x="2854" y="2325"/>
                    <a:pt x="2865" y="2333"/>
                    <a:pt x="2880" y="2351"/>
                  </a:cubicBezTo>
                  <a:cubicBezTo>
                    <a:pt x="2946" y="2428"/>
                    <a:pt x="3215" y="2470"/>
                    <a:pt x="3309" y="2475"/>
                  </a:cubicBezTo>
                  <a:cubicBezTo>
                    <a:pt x="3312" y="2475"/>
                    <a:pt x="3316" y="2475"/>
                    <a:pt x="3319" y="2475"/>
                  </a:cubicBezTo>
                  <a:cubicBezTo>
                    <a:pt x="3402" y="2475"/>
                    <a:pt x="3516" y="2435"/>
                    <a:pt x="3555" y="2435"/>
                  </a:cubicBezTo>
                  <a:cubicBezTo>
                    <a:pt x="3561" y="2435"/>
                    <a:pt x="3565" y="2436"/>
                    <a:pt x="3567" y="2438"/>
                  </a:cubicBezTo>
                  <a:cubicBezTo>
                    <a:pt x="3584" y="2453"/>
                    <a:pt x="3721" y="2562"/>
                    <a:pt x="3791" y="2591"/>
                  </a:cubicBezTo>
                  <a:cubicBezTo>
                    <a:pt x="3822" y="2605"/>
                    <a:pt x="3863" y="2609"/>
                    <a:pt x="3904" y="2609"/>
                  </a:cubicBezTo>
                  <a:cubicBezTo>
                    <a:pt x="3956" y="2609"/>
                    <a:pt x="4008" y="2602"/>
                    <a:pt x="4037" y="2601"/>
                  </a:cubicBezTo>
                  <a:cubicBezTo>
                    <a:pt x="4088" y="2600"/>
                    <a:pt x="4158" y="2415"/>
                    <a:pt x="4164" y="2370"/>
                  </a:cubicBezTo>
                  <a:cubicBezTo>
                    <a:pt x="4171" y="2322"/>
                    <a:pt x="4127" y="2058"/>
                    <a:pt x="4122" y="2045"/>
                  </a:cubicBezTo>
                  <a:cubicBezTo>
                    <a:pt x="4117" y="2032"/>
                    <a:pt x="4104" y="1921"/>
                    <a:pt x="4107" y="1898"/>
                  </a:cubicBezTo>
                  <a:cubicBezTo>
                    <a:pt x="4111" y="1875"/>
                    <a:pt x="4082" y="1825"/>
                    <a:pt x="4082" y="1825"/>
                  </a:cubicBezTo>
                  <a:cubicBezTo>
                    <a:pt x="4082" y="1825"/>
                    <a:pt x="4046" y="1765"/>
                    <a:pt x="4068" y="1749"/>
                  </a:cubicBezTo>
                  <a:cubicBezTo>
                    <a:pt x="4088" y="1735"/>
                    <a:pt x="4100" y="1691"/>
                    <a:pt x="4105" y="1666"/>
                  </a:cubicBezTo>
                  <a:cubicBezTo>
                    <a:pt x="4111" y="1641"/>
                    <a:pt x="4047" y="1593"/>
                    <a:pt x="4034" y="1586"/>
                  </a:cubicBezTo>
                  <a:cubicBezTo>
                    <a:pt x="4020" y="1580"/>
                    <a:pt x="4009" y="1557"/>
                    <a:pt x="4015" y="1532"/>
                  </a:cubicBezTo>
                  <a:cubicBezTo>
                    <a:pt x="4021" y="1509"/>
                    <a:pt x="3985" y="1446"/>
                    <a:pt x="3967" y="1442"/>
                  </a:cubicBezTo>
                  <a:cubicBezTo>
                    <a:pt x="3948" y="1439"/>
                    <a:pt x="3883" y="1448"/>
                    <a:pt x="3861" y="1417"/>
                  </a:cubicBezTo>
                  <a:cubicBezTo>
                    <a:pt x="3839" y="1388"/>
                    <a:pt x="3741" y="1269"/>
                    <a:pt x="3735" y="1269"/>
                  </a:cubicBezTo>
                  <a:cubicBezTo>
                    <a:pt x="3730" y="1269"/>
                    <a:pt x="3728" y="1269"/>
                    <a:pt x="3724" y="1267"/>
                  </a:cubicBezTo>
                  <a:cubicBezTo>
                    <a:pt x="3719" y="1266"/>
                    <a:pt x="3685" y="1199"/>
                    <a:pt x="3667" y="1178"/>
                  </a:cubicBezTo>
                  <a:cubicBezTo>
                    <a:pt x="3659" y="1168"/>
                    <a:pt x="3638" y="1166"/>
                    <a:pt x="3620" y="1166"/>
                  </a:cubicBezTo>
                  <a:cubicBezTo>
                    <a:pt x="3601" y="1166"/>
                    <a:pt x="3584" y="1168"/>
                    <a:pt x="3584" y="1168"/>
                  </a:cubicBezTo>
                  <a:cubicBezTo>
                    <a:pt x="3584" y="1168"/>
                    <a:pt x="3439" y="1132"/>
                    <a:pt x="3269" y="1132"/>
                  </a:cubicBezTo>
                  <a:cubicBezTo>
                    <a:pt x="3218" y="1132"/>
                    <a:pt x="3165" y="1135"/>
                    <a:pt x="3113" y="1143"/>
                  </a:cubicBezTo>
                  <a:cubicBezTo>
                    <a:pt x="2889" y="1180"/>
                    <a:pt x="2736" y="1403"/>
                    <a:pt x="2720" y="1403"/>
                  </a:cubicBezTo>
                  <a:cubicBezTo>
                    <a:pt x="2707" y="1401"/>
                    <a:pt x="2602" y="1218"/>
                    <a:pt x="2588" y="1174"/>
                  </a:cubicBezTo>
                  <a:cubicBezTo>
                    <a:pt x="2572" y="1127"/>
                    <a:pt x="2432" y="939"/>
                    <a:pt x="2410" y="926"/>
                  </a:cubicBezTo>
                  <a:cubicBezTo>
                    <a:pt x="2388" y="912"/>
                    <a:pt x="2325" y="875"/>
                    <a:pt x="2325" y="875"/>
                  </a:cubicBezTo>
                  <a:cubicBezTo>
                    <a:pt x="2325" y="875"/>
                    <a:pt x="2353" y="853"/>
                    <a:pt x="2355" y="837"/>
                  </a:cubicBezTo>
                  <a:cubicBezTo>
                    <a:pt x="2356" y="820"/>
                    <a:pt x="2378" y="801"/>
                    <a:pt x="2391" y="766"/>
                  </a:cubicBezTo>
                  <a:cubicBezTo>
                    <a:pt x="2404" y="730"/>
                    <a:pt x="2376" y="658"/>
                    <a:pt x="2372" y="644"/>
                  </a:cubicBezTo>
                  <a:cubicBezTo>
                    <a:pt x="2369" y="632"/>
                    <a:pt x="2343" y="617"/>
                    <a:pt x="2357" y="601"/>
                  </a:cubicBezTo>
                  <a:cubicBezTo>
                    <a:pt x="2372" y="584"/>
                    <a:pt x="2369" y="443"/>
                    <a:pt x="2328" y="263"/>
                  </a:cubicBezTo>
                  <a:cubicBezTo>
                    <a:pt x="2293" y="112"/>
                    <a:pt x="2036" y="1"/>
                    <a:pt x="18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39"/>
            <p:cNvSpPr/>
            <p:nvPr/>
          </p:nvSpPr>
          <p:spPr>
            <a:xfrm>
              <a:off x="5579068" y="1452095"/>
              <a:ext cx="152464" cy="159159"/>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0" name="Google Shape;830;p39"/>
          <p:cNvGrpSpPr/>
          <p:nvPr/>
        </p:nvGrpSpPr>
        <p:grpSpPr>
          <a:xfrm>
            <a:off x="3195597" y="3468179"/>
            <a:ext cx="720436" cy="898518"/>
            <a:chOff x="3195597" y="3468179"/>
            <a:chExt cx="720436" cy="898518"/>
          </a:xfrm>
        </p:grpSpPr>
        <p:sp>
          <p:nvSpPr>
            <p:cNvPr id="831" name="Google Shape;831;p39"/>
            <p:cNvSpPr/>
            <p:nvPr/>
          </p:nvSpPr>
          <p:spPr>
            <a:xfrm>
              <a:off x="3195597" y="3468179"/>
              <a:ext cx="720436" cy="898518"/>
            </a:xfrm>
            <a:custGeom>
              <a:rect b="b" l="l" r="r" t="t"/>
              <a:pathLst>
                <a:path extrusionOk="0" h="7429" w="5180">
                  <a:moveTo>
                    <a:pt x="2840" y="1"/>
                  </a:moveTo>
                  <a:cubicBezTo>
                    <a:pt x="2740" y="1"/>
                    <a:pt x="2588" y="41"/>
                    <a:pt x="2419" y="103"/>
                  </a:cubicBezTo>
                  <a:cubicBezTo>
                    <a:pt x="2206" y="181"/>
                    <a:pt x="2238" y="588"/>
                    <a:pt x="2247" y="622"/>
                  </a:cubicBezTo>
                  <a:cubicBezTo>
                    <a:pt x="2257" y="657"/>
                    <a:pt x="2266" y="752"/>
                    <a:pt x="2266" y="800"/>
                  </a:cubicBezTo>
                  <a:cubicBezTo>
                    <a:pt x="2266" y="848"/>
                    <a:pt x="2320" y="899"/>
                    <a:pt x="2319" y="937"/>
                  </a:cubicBezTo>
                  <a:cubicBezTo>
                    <a:pt x="2316" y="976"/>
                    <a:pt x="2375" y="972"/>
                    <a:pt x="2389" y="976"/>
                  </a:cubicBezTo>
                  <a:cubicBezTo>
                    <a:pt x="2403" y="980"/>
                    <a:pt x="2389" y="1041"/>
                    <a:pt x="2375" y="1041"/>
                  </a:cubicBezTo>
                  <a:cubicBezTo>
                    <a:pt x="2361" y="1041"/>
                    <a:pt x="2355" y="1053"/>
                    <a:pt x="2316" y="1066"/>
                  </a:cubicBezTo>
                  <a:cubicBezTo>
                    <a:pt x="2302" y="1071"/>
                    <a:pt x="2287" y="1072"/>
                    <a:pt x="2271" y="1072"/>
                  </a:cubicBezTo>
                  <a:cubicBezTo>
                    <a:pt x="2265" y="1072"/>
                    <a:pt x="2258" y="1072"/>
                    <a:pt x="2252" y="1072"/>
                  </a:cubicBezTo>
                  <a:cubicBezTo>
                    <a:pt x="2229" y="1072"/>
                    <a:pt x="2207" y="1074"/>
                    <a:pt x="2189" y="1087"/>
                  </a:cubicBezTo>
                  <a:cubicBezTo>
                    <a:pt x="2153" y="1114"/>
                    <a:pt x="2157" y="1145"/>
                    <a:pt x="2129" y="1162"/>
                  </a:cubicBezTo>
                  <a:cubicBezTo>
                    <a:pt x="2102" y="1181"/>
                    <a:pt x="2037" y="1251"/>
                    <a:pt x="2033" y="1267"/>
                  </a:cubicBezTo>
                  <a:cubicBezTo>
                    <a:pt x="2029" y="1283"/>
                    <a:pt x="1952" y="1324"/>
                    <a:pt x="1870" y="1375"/>
                  </a:cubicBezTo>
                  <a:cubicBezTo>
                    <a:pt x="1787" y="1425"/>
                    <a:pt x="1694" y="1566"/>
                    <a:pt x="1672" y="1646"/>
                  </a:cubicBezTo>
                  <a:cubicBezTo>
                    <a:pt x="1649" y="1725"/>
                    <a:pt x="1685" y="1929"/>
                    <a:pt x="1685" y="1950"/>
                  </a:cubicBezTo>
                  <a:cubicBezTo>
                    <a:pt x="1685" y="1974"/>
                    <a:pt x="1660" y="2016"/>
                    <a:pt x="1637" y="2068"/>
                  </a:cubicBezTo>
                  <a:cubicBezTo>
                    <a:pt x="1615" y="2121"/>
                    <a:pt x="1548" y="2240"/>
                    <a:pt x="1532" y="2269"/>
                  </a:cubicBezTo>
                  <a:cubicBezTo>
                    <a:pt x="1516" y="2299"/>
                    <a:pt x="1450" y="2331"/>
                    <a:pt x="1407" y="2357"/>
                  </a:cubicBezTo>
                  <a:cubicBezTo>
                    <a:pt x="1364" y="2382"/>
                    <a:pt x="1293" y="2475"/>
                    <a:pt x="1228" y="2555"/>
                  </a:cubicBezTo>
                  <a:cubicBezTo>
                    <a:pt x="1161" y="2634"/>
                    <a:pt x="946" y="2851"/>
                    <a:pt x="910" y="2883"/>
                  </a:cubicBezTo>
                  <a:cubicBezTo>
                    <a:pt x="874" y="2915"/>
                    <a:pt x="793" y="2980"/>
                    <a:pt x="792" y="2999"/>
                  </a:cubicBezTo>
                  <a:cubicBezTo>
                    <a:pt x="789" y="3017"/>
                    <a:pt x="763" y="3026"/>
                    <a:pt x="731" y="3047"/>
                  </a:cubicBezTo>
                  <a:cubicBezTo>
                    <a:pt x="699" y="3068"/>
                    <a:pt x="721" y="3110"/>
                    <a:pt x="712" y="3129"/>
                  </a:cubicBezTo>
                  <a:cubicBezTo>
                    <a:pt x="703" y="3148"/>
                    <a:pt x="671" y="3211"/>
                    <a:pt x="642" y="3245"/>
                  </a:cubicBezTo>
                  <a:cubicBezTo>
                    <a:pt x="611" y="3279"/>
                    <a:pt x="601" y="3346"/>
                    <a:pt x="601" y="3379"/>
                  </a:cubicBezTo>
                  <a:cubicBezTo>
                    <a:pt x="601" y="3414"/>
                    <a:pt x="595" y="3497"/>
                    <a:pt x="591" y="3516"/>
                  </a:cubicBezTo>
                  <a:cubicBezTo>
                    <a:pt x="587" y="3534"/>
                    <a:pt x="627" y="3541"/>
                    <a:pt x="646" y="3562"/>
                  </a:cubicBezTo>
                  <a:cubicBezTo>
                    <a:pt x="664" y="3582"/>
                    <a:pt x="651" y="3613"/>
                    <a:pt x="651" y="3650"/>
                  </a:cubicBezTo>
                  <a:cubicBezTo>
                    <a:pt x="651" y="3690"/>
                    <a:pt x="680" y="3703"/>
                    <a:pt x="694" y="3703"/>
                  </a:cubicBezTo>
                  <a:cubicBezTo>
                    <a:pt x="707" y="3703"/>
                    <a:pt x="716" y="3710"/>
                    <a:pt x="740" y="3726"/>
                  </a:cubicBezTo>
                  <a:cubicBezTo>
                    <a:pt x="746" y="3730"/>
                    <a:pt x="752" y="3732"/>
                    <a:pt x="758" y="3732"/>
                  </a:cubicBezTo>
                  <a:cubicBezTo>
                    <a:pt x="769" y="3732"/>
                    <a:pt x="779" y="3727"/>
                    <a:pt x="785" y="3723"/>
                  </a:cubicBezTo>
                  <a:cubicBezTo>
                    <a:pt x="865" y="3851"/>
                    <a:pt x="1008" y="3936"/>
                    <a:pt x="1169" y="3936"/>
                  </a:cubicBezTo>
                  <a:cubicBezTo>
                    <a:pt x="1421" y="3936"/>
                    <a:pt x="1625" y="3732"/>
                    <a:pt x="1625" y="3480"/>
                  </a:cubicBezTo>
                  <a:cubicBezTo>
                    <a:pt x="1625" y="3264"/>
                    <a:pt x="1477" y="3084"/>
                    <a:pt x="1276" y="3036"/>
                  </a:cubicBezTo>
                  <a:cubicBezTo>
                    <a:pt x="1279" y="3030"/>
                    <a:pt x="1280" y="3027"/>
                    <a:pt x="1280" y="3027"/>
                  </a:cubicBezTo>
                  <a:cubicBezTo>
                    <a:pt x="1264" y="3027"/>
                    <a:pt x="1245" y="2999"/>
                    <a:pt x="1265" y="2976"/>
                  </a:cubicBezTo>
                  <a:cubicBezTo>
                    <a:pt x="1286" y="2954"/>
                    <a:pt x="1427" y="2875"/>
                    <a:pt x="1474" y="2849"/>
                  </a:cubicBezTo>
                  <a:cubicBezTo>
                    <a:pt x="1519" y="2822"/>
                    <a:pt x="1641" y="2714"/>
                    <a:pt x="1665" y="2692"/>
                  </a:cubicBezTo>
                  <a:cubicBezTo>
                    <a:pt x="1688" y="2669"/>
                    <a:pt x="1704" y="2656"/>
                    <a:pt x="1724" y="2637"/>
                  </a:cubicBezTo>
                  <a:cubicBezTo>
                    <a:pt x="1745" y="2619"/>
                    <a:pt x="1806" y="2562"/>
                    <a:pt x="1850" y="2526"/>
                  </a:cubicBezTo>
                  <a:cubicBezTo>
                    <a:pt x="1893" y="2489"/>
                    <a:pt x="1978" y="2269"/>
                    <a:pt x="1994" y="2223"/>
                  </a:cubicBezTo>
                  <a:cubicBezTo>
                    <a:pt x="2004" y="2189"/>
                    <a:pt x="2012" y="2165"/>
                    <a:pt x="2021" y="2165"/>
                  </a:cubicBezTo>
                  <a:cubicBezTo>
                    <a:pt x="2024" y="2165"/>
                    <a:pt x="2028" y="2170"/>
                    <a:pt x="2032" y="2179"/>
                  </a:cubicBezTo>
                  <a:cubicBezTo>
                    <a:pt x="2045" y="2211"/>
                    <a:pt x="2125" y="2338"/>
                    <a:pt x="2153" y="2361"/>
                  </a:cubicBezTo>
                  <a:cubicBezTo>
                    <a:pt x="2180" y="2385"/>
                    <a:pt x="2243" y="2463"/>
                    <a:pt x="2265" y="2535"/>
                  </a:cubicBezTo>
                  <a:cubicBezTo>
                    <a:pt x="2285" y="2605"/>
                    <a:pt x="2253" y="2765"/>
                    <a:pt x="2225" y="2826"/>
                  </a:cubicBezTo>
                  <a:cubicBezTo>
                    <a:pt x="2198" y="2887"/>
                    <a:pt x="2266" y="2956"/>
                    <a:pt x="2278" y="3012"/>
                  </a:cubicBezTo>
                  <a:cubicBezTo>
                    <a:pt x="2289" y="3069"/>
                    <a:pt x="2278" y="3120"/>
                    <a:pt x="2234" y="3149"/>
                  </a:cubicBezTo>
                  <a:cubicBezTo>
                    <a:pt x="2192" y="3178"/>
                    <a:pt x="2244" y="3314"/>
                    <a:pt x="2246" y="3342"/>
                  </a:cubicBezTo>
                  <a:cubicBezTo>
                    <a:pt x="2249" y="3368"/>
                    <a:pt x="2234" y="3375"/>
                    <a:pt x="2176" y="3410"/>
                  </a:cubicBezTo>
                  <a:cubicBezTo>
                    <a:pt x="2116" y="3444"/>
                    <a:pt x="2048" y="3576"/>
                    <a:pt x="2011" y="3613"/>
                  </a:cubicBezTo>
                  <a:cubicBezTo>
                    <a:pt x="1975" y="3649"/>
                    <a:pt x="1991" y="3808"/>
                    <a:pt x="1986" y="3856"/>
                  </a:cubicBezTo>
                  <a:cubicBezTo>
                    <a:pt x="1982" y="3904"/>
                    <a:pt x="1952" y="3917"/>
                    <a:pt x="1909" y="3965"/>
                  </a:cubicBezTo>
                  <a:cubicBezTo>
                    <a:pt x="1866" y="4013"/>
                    <a:pt x="1765" y="4271"/>
                    <a:pt x="1732" y="4325"/>
                  </a:cubicBezTo>
                  <a:cubicBezTo>
                    <a:pt x="1697" y="4380"/>
                    <a:pt x="1681" y="4497"/>
                    <a:pt x="1681" y="4504"/>
                  </a:cubicBezTo>
                  <a:cubicBezTo>
                    <a:pt x="1681" y="4510"/>
                    <a:pt x="1663" y="4538"/>
                    <a:pt x="1653" y="4574"/>
                  </a:cubicBezTo>
                  <a:cubicBezTo>
                    <a:pt x="1644" y="4610"/>
                    <a:pt x="1560" y="4752"/>
                    <a:pt x="1538" y="4775"/>
                  </a:cubicBezTo>
                  <a:cubicBezTo>
                    <a:pt x="1514" y="4797"/>
                    <a:pt x="1449" y="4937"/>
                    <a:pt x="1418" y="4993"/>
                  </a:cubicBezTo>
                  <a:cubicBezTo>
                    <a:pt x="1389" y="5050"/>
                    <a:pt x="1236" y="5232"/>
                    <a:pt x="1184" y="5305"/>
                  </a:cubicBezTo>
                  <a:cubicBezTo>
                    <a:pt x="1131" y="5378"/>
                    <a:pt x="993" y="5732"/>
                    <a:pt x="957" y="5811"/>
                  </a:cubicBezTo>
                  <a:cubicBezTo>
                    <a:pt x="920" y="5891"/>
                    <a:pt x="840" y="6191"/>
                    <a:pt x="833" y="6191"/>
                  </a:cubicBezTo>
                  <a:cubicBezTo>
                    <a:pt x="827" y="6191"/>
                    <a:pt x="817" y="6201"/>
                    <a:pt x="817" y="6201"/>
                  </a:cubicBezTo>
                  <a:cubicBezTo>
                    <a:pt x="817" y="6201"/>
                    <a:pt x="764" y="6335"/>
                    <a:pt x="731" y="6360"/>
                  </a:cubicBezTo>
                  <a:cubicBezTo>
                    <a:pt x="696" y="6385"/>
                    <a:pt x="671" y="6465"/>
                    <a:pt x="664" y="6484"/>
                  </a:cubicBezTo>
                  <a:cubicBezTo>
                    <a:pt x="658" y="6501"/>
                    <a:pt x="601" y="6500"/>
                    <a:pt x="582" y="6501"/>
                  </a:cubicBezTo>
                  <a:cubicBezTo>
                    <a:pt x="565" y="6504"/>
                    <a:pt x="571" y="6536"/>
                    <a:pt x="565" y="6557"/>
                  </a:cubicBezTo>
                  <a:cubicBezTo>
                    <a:pt x="557" y="6577"/>
                    <a:pt x="533" y="6610"/>
                    <a:pt x="521" y="6618"/>
                  </a:cubicBezTo>
                  <a:cubicBezTo>
                    <a:pt x="509" y="6624"/>
                    <a:pt x="509" y="6691"/>
                    <a:pt x="505" y="6718"/>
                  </a:cubicBezTo>
                  <a:cubicBezTo>
                    <a:pt x="501" y="6744"/>
                    <a:pt x="352" y="6864"/>
                    <a:pt x="332" y="6886"/>
                  </a:cubicBezTo>
                  <a:cubicBezTo>
                    <a:pt x="311" y="6909"/>
                    <a:pt x="206" y="6970"/>
                    <a:pt x="163" y="7017"/>
                  </a:cubicBezTo>
                  <a:cubicBezTo>
                    <a:pt x="120" y="7062"/>
                    <a:pt x="1" y="7211"/>
                    <a:pt x="20" y="7313"/>
                  </a:cubicBezTo>
                  <a:cubicBezTo>
                    <a:pt x="35" y="7399"/>
                    <a:pt x="239" y="7429"/>
                    <a:pt x="352" y="7429"/>
                  </a:cubicBezTo>
                  <a:cubicBezTo>
                    <a:pt x="373" y="7429"/>
                    <a:pt x="390" y="7428"/>
                    <a:pt x="403" y="7426"/>
                  </a:cubicBezTo>
                  <a:cubicBezTo>
                    <a:pt x="486" y="7415"/>
                    <a:pt x="591" y="7199"/>
                    <a:pt x="606" y="7183"/>
                  </a:cubicBezTo>
                  <a:cubicBezTo>
                    <a:pt x="613" y="7174"/>
                    <a:pt x="642" y="7171"/>
                    <a:pt x="676" y="7171"/>
                  </a:cubicBezTo>
                  <a:cubicBezTo>
                    <a:pt x="703" y="7171"/>
                    <a:pt x="734" y="7173"/>
                    <a:pt x="760" y="7174"/>
                  </a:cubicBezTo>
                  <a:cubicBezTo>
                    <a:pt x="760" y="7174"/>
                    <a:pt x="761" y="7174"/>
                    <a:pt x="761" y="7174"/>
                  </a:cubicBezTo>
                  <a:cubicBezTo>
                    <a:pt x="821" y="7174"/>
                    <a:pt x="904" y="7059"/>
                    <a:pt x="925" y="7017"/>
                  </a:cubicBezTo>
                  <a:cubicBezTo>
                    <a:pt x="944" y="6975"/>
                    <a:pt x="945" y="6827"/>
                    <a:pt x="949" y="6827"/>
                  </a:cubicBezTo>
                  <a:cubicBezTo>
                    <a:pt x="949" y="6827"/>
                    <a:pt x="949" y="6827"/>
                    <a:pt x="949" y="6827"/>
                  </a:cubicBezTo>
                  <a:cubicBezTo>
                    <a:pt x="950" y="6830"/>
                    <a:pt x="952" y="6832"/>
                    <a:pt x="955" y="6832"/>
                  </a:cubicBezTo>
                  <a:cubicBezTo>
                    <a:pt x="963" y="6832"/>
                    <a:pt x="978" y="6819"/>
                    <a:pt x="989" y="6803"/>
                  </a:cubicBezTo>
                  <a:cubicBezTo>
                    <a:pt x="1002" y="6779"/>
                    <a:pt x="1027" y="6715"/>
                    <a:pt x="1027" y="6715"/>
                  </a:cubicBezTo>
                  <a:cubicBezTo>
                    <a:pt x="1027" y="6715"/>
                    <a:pt x="973" y="6682"/>
                    <a:pt x="961" y="6675"/>
                  </a:cubicBezTo>
                  <a:cubicBezTo>
                    <a:pt x="949" y="6669"/>
                    <a:pt x="984" y="6574"/>
                    <a:pt x="1005" y="6558"/>
                  </a:cubicBezTo>
                  <a:cubicBezTo>
                    <a:pt x="1025" y="6542"/>
                    <a:pt x="1021" y="6513"/>
                    <a:pt x="1027" y="6492"/>
                  </a:cubicBezTo>
                  <a:cubicBezTo>
                    <a:pt x="1034" y="6472"/>
                    <a:pt x="1127" y="6328"/>
                    <a:pt x="1136" y="6315"/>
                  </a:cubicBezTo>
                  <a:cubicBezTo>
                    <a:pt x="1146" y="6302"/>
                    <a:pt x="1131" y="6286"/>
                    <a:pt x="1131" y="6286"/>
                  </a:cubicBezTo>
                  <a:cubicBezTo>
                    <a:pt x="1131" y="6286"/>
                    <a:pt x="1184" y="6238"/>
                    <a:pt x="1204" y="6205"/>
                  </a:cubicBezTo>
                  <a:cubicBezTo>
                    <a:pt x="1225" y="6173"/>
                    <a:pt x="1394" y="6009"/>
                    <a:pt x="1474" y="5932"/>
                  </a:cubicBezTo>
                  <a:cubicBezTo>
                    <a:pt x="1554" y="5854"/>
                    <a:pt x="1651" y="5570"/>
                    <a:pt x="1679" y="5487"/>
                  </a:cubicBezTo>
                  <a:cubicBezTo>
                    <a:pt x="1705" y="5406"/>
                    <a:pt x="1772" y="5285"/>
                    <a:pt x="1788" y="5272"/>
                  </a:cubicBezTo>
                  <a:cubicBezTo>
                    <a:pt x="1804" y="5257"/>
                    <a:pt x="1911" y="5123"/>
                    <a:pt x="1947" y="5078"/>
                  </a:cubicBezTo>
                  <a:cubicBezTo>
                    <a:pt x="1984" y="5031"/>
                    <a:pt x="2088" y="4934"/>
                    <a:pt x="2154" y="4861"/>
                  </a:cubicBezTo>
                  <a:cubicBezTo>
                    <a:pt x="2220" y="4789"/>
                    <a:pt x="2340" y="4674"/>
                    <a:pt x="2362" y="4674"/>
                  </a:cubicBezTo>
                  <a:cubicBezTo>
                    <a:pt x="2362" y="4674"/>
                    <a:pt x="2362" y="4674"/>
                    <a:pt x="2362" y="4674"/>
                  </a:cubicBezTo>
                  <a:cubicBezTo>
                    <a:pt x="2366" y="4675"/>
                    <a:pt x="2371" y="4675"/>
                    <a:pt x="2378" y="4675"/>
                  </a:cubicBezTo>
                  <a:cubicBezTo>
                    <a:pt x="2401" y="4675"/>
                    <a:pt x="2438" y="4670"/>
                    <a:pt x="2476" y="4640"/>
                  </a:cubicBezTo>
                  <a:cubicBezTo>
                    <a:pt x="2524" y="4602"/>
                    <a:pt x="2572" y="4578"/>
                    <a:pt x="2576" y="4555"/>
                  </a:cubicBezTo>
                  <a:cubicBezTo>
                    <a:pt x="2581" y="4533"/>
                    <a:pt x="2652" y="4517"/>
                    <a:pt x="2689" y="4510"/>
                  </a:cubicBezTo>
                  <a:cubicBezTo>
                    <a:pt x="2725" y="4504"/>
                    <a:pt x="2871" y="4399"/>
                    <a:pt x="2891" y="4373"/>
                  </a:cubicBezTo>
                  <a:cubicBezTo>
                    <a:pt x="2906" y="4355"/>
                    <a:pt x="2937" y="4331"/>
                    <a:pt x="2958" y="4331"/>
                  </a:cubicBezTo>
                  <a:cubicBezTo>
                    <a:pt x="2965" y="4331"/>
                    <a:pt x="2971" y="4334"/>
                    <a:pt x="2976" y="4341"/>
                  </a:cubicBezTo>
                  <a:cubicBezTo>
                    <a:pt x="2992" y="4369"/>
                    <a:pt x="3162" y="4519"/>
                    <a:pt x="3185" y="4546"/>
                  </a:cubicBezTo>
                  <a:cubicBezTo>
                    <a:pt x="3207" y="4574"/>
                    <a:pt x="3247" y="4690"/>
                    <a:pt x="3247" y="4739"/>
                  </a:cubicBezTo>
                  <a:cubicBezTo>
                    <a:pt x="3247" y="4787"/>
                    <a:pt x="3365" y="4918"/>
                    <a:pt x="3365" y="4918"/>
                  </a:cubicBezTo>
                  <a:cubicBezTo>
                    <a:pt x="3365" y="4918"/>
                    <a:pt x="3383" y="5052"/>
                    <a:pt x="3388" y="5110"/>
                  </a:cubicBezTo>
                  <a:cubicBezTo>
                    <a:pt x="3392" y="5167"/>
                    <a:pt x="3478" y="5248"/>
                    <a:pt x="3501" y="5302"/>
                  </a:cubicBezTo>
                  <a:cubicBezTo>
                    <a:pt x="3525" y="5358"/>
                    <a:pt x="3670" y="5499"/>
                    <a:pt x="3735" y="5560"/>
                  </a:cubicBezTo>
                  <a:cubicBezTo>
                    <a:pt x="3797" y="5623"/>
                    <a:pt x="3839" y="5715"/>
                    <a:pt x="3861" y="5768"/>
                  </a:cubicBezTo>
                  <a:cubicBezTo>
                    <a:pt x="3885" y="5821"/>
                    <a:pt x="3922" y="5914"/>
                    <a:pt x="3954" y="5956"/>
                  </a:cubicBezTo>
                  <a:cubicBezTo>
                    <a:pt x="3987" y="6000"/>
                    <a:pt x="4139" y="6157"/>
                    <a:pt x="4190" y="6208"/>
                  </a:cubicBezTo>
                  <a:cubicBezTo>
                    <a:pt x="4240" y="6258"/>
                    <a:pt x="4300" y="6342"/>
                    <a:pt x="4306" y="6351"/>
                  </a:cubicBezTo>
                  <a:cubicBezTo>
                    <a:pt x="4313" y="6360"/>
                    <a:pt x="4349" y="6404"/>
                    <a:pt x="4345" y="6412"/>
                  </a:cubicBezTo>
                  <a:cubicBezTo>
                    <a:pt x="4341" y="6423"/>
                    <a:pt x="4362" y="6443"/>
                    <a:pt x="4374" y="6465"/>
                  </a:cubicBezTo>
                  <a:cubicBezTo>
                    <a:pt x="4386" y="6488"/>
                    <a:pt x="4441" y="6577"/>
                    <a:pt x="4442" y="6605"/>
                  </a:cubicBezTo>
                  <a:cubicBezTo>
                    <a:pt x="4445" y="6632"/>
                    <a:pt x="4451" y="6648"/>
                    <a:pt x="4461" y="6670"/>
                  </a:cubicBezTo>
                  <a:cubicBezTo>
                    <a:pt x="4470" y="6693"/>
                    <a:pt x="4463" y="6693"/>
                    <a:pt x="4450" y="6714"/>
                  </a:cubicBezTo>
                  <a:cubicBezTo>
                    <a:pt x="4435" y="6734"/>
                    <a:pt x="4426" y="6746"/>
                    <a:pt x="4426" y="6759"/>
                  </a:cubicBezTo>
                  <a:cubicBezTo>
                    <a:pt x="4426" y="6774"/>
                    <a:pt x="4475" y="6860"/>
                    <a:pt x="4475" y="6887"/>
                  </a:cubicBezTo>
                  <a:cubicBezTo>
                    <a:pt x="4475" y="6913"/>
                    <a:pt x="4539" y="6932"/>
                    <a:pt x="4550" y="6960"/>
                  </a:cubicBezTo>
                  <a:cubicBezTo>
                    <a:pt x="4560" y="6988"/>
                    <a:pt x="4593" y="7030"/>
                    <a:pt x="4609" y="7046"/>
                  </a:cubicBezTo>
                  <a:cubicBezTo>
                    <a:pt x="4625" y="7062"/>
                    <a:pt x="4652" y="7103"/>
                    <a:pt x="4671" y="7125"/>
                  </a:cubicBezTo>
                  <a:cubicBezTo>
                    <a:pt x="4689" y="7145"/>
                    <a:pt x="4687" y="7177"/>
                    <a:pt x="4676" y="7222"/>
                  </a:cubicBezTo>
                  <a:cubicBezTo>
                    <a:pt x="4664" y="7267"/>
                    <a:pt x="4712" y="7311"/>
                    <a:pt x="4708" y="7349"/>
                  </a:cubicBezTo>
                  <a:cubicBezTo>
                    <a:pt x="4703" y="7388"/>
                    <a:pt x="4732" y="7401"/>
                    <a:pt x="4754" y="7401"/>
                  </a:cubicBezTo>
                  <a:cubicBezTo>
                    <a:pt x="4778" y="7401"/>
                    <a:pt x="5037" y="7263"/>
                    <a:pt x="5089" y="7228"/>
                  </a:cubicBezTo>
                  <a:cubicBezTo>
                    <a:pt x="5140" y="7195"/>
                    <a:pt x="5180" y="7149"/>
                    <a:pt x="5164" y="7077"/>
                  </a:cubicBezTo>
                  <a:cubicBezTo>
                    <a:pt x="5148" y="7004"/>
                    <a:pt x="5066" y="6947"/>
                    <a:pt x="5054" y="6912"/>
                  </a:cubicBezTo>
                  <a:cubicBezTo>
                    <a:pt x="5043" y="6878"/>
                    <a:pt x="4948" y="6758"/>
                    <a:pt x="4929" y="6755"/>
                  </a:cubicBezTo>
                  <a:cubicBezTo>
                    <a:pt x="4912" y="6753"/>
                    <a:pt x="4885" y="6680"/>
                    <a:pt x="4856" y="6631"/>
                  </a:cubicBezTo>
                  <a:cubicBezTo>
                    <a:pt x="4827" y="6584"/>
                    <a:pt x="4812" y="6584"/>
                    <a:pt x="4799" y="6584"/>
                  </a:cubicBezTo>
                  <a:cubicBezTo>
                    <a:pt x="4786" y="6584"/>
                    <a:pt x="4779" y="6552"/>
                    <a:pt x="4780" y="6542"/>
                  </a:cubicBezTo>
                  <a:cubicBezTo>
                    <a:pt x="4783" y="6533"/>
                    <a:pt x="4756" y="6506"/>
                    <a:pt x="4743" y="6506"/>
                  </a:cubicBezTo>
                  <a:cubicBezTo>
                    <a:pt x="4729" y="6506"/>
                    <a:pt x="4718" y="6436"/>
                    <a:pt x="4706" y="6411"/>
                  </a:cubicBezTo>
                  <a:cubicBezTo>
                    <a:pt x="4694" y="6386"/>
                    <a:pt x="4641" y="6246"/>
                    <a:pt x="4635" y="6230"/>
                  </a:cubicBezTo>
                  <a:cubicBezTo>
                    <a:pt x="4633" y="6224"/>
                    <a:pt x="4630" y="6222"/>
                    <a:pt x="4627" y="6222"/>
                  </a:cubicBezTo>
                  <a:cubicBezTo>
                    <a:pt x="4622" y="6222"/>
                    <a:pt x="4617" y="6227"/>
                    <a:pt x="4617" y="6227"/>
                  </a:cubicBezTo>
                  <a:cubicBezTo>
                    <a:pt x="4617" y="6227"/>
                    <a:pt x="4585" y="6156"/>
                    <a:pt x="4568" y="6093"/>
                  </a:cubicBezTo>
                  <a:cubicBezTo>
                    <a:pt x="4549" y="6032"/>
                    <a:pt x="4476" y="5790"/>
                    <a:pt x="4399" y="5624"/>
                  </a:cubicBezTo>
                  <a:cubicBezTo>
                    <a:pt x="4320" y="5458"/>
                    <a:pt x="4182" y="5334"/>
                    <a:pt x="4116" y="5285"/>
                  </a:cubicBezTo>
                  <a:cubicBezTo>
                    <a:pt x="4049" y="5234"/>
                    <a:pt x="4029" y="5189"/>
                    <a:pt x="3979" y="5103"/>
                  </a:cubicBezTo>
                  <a:cubicBezTo>
                    <a:pt x="3930" y="5015"/>
                    <a:pt x="3963" y="4988"/>
                    <a:pt x="3963" y="4988"/>
                  </a:cubicBezTo>
                  <a:cubicBezTo>
                    <a:pt x="3963" y="4988"/>
                    <a:pt x="4007" y="4988"/>
                    <a:pt x="4016" y="4979"/>
                  </a:cubicBezTo>
                  <a:cubicBezTo>
                    <a:pt x="4024" y="4970"/>
                    <a:pt x="4016" y="4954"/>
                    <a:pt x="4033" y="4910"/>
                  </a:cubicBezTo>
                  <a:cubicBezTo>
                    <a:pt x="4052" y="4867"/>
                    <a:pt x="4109" y="4865"/>
                    <a:pt x="4113" y="4842"/>
                  </a:cubicBezTo>
                  <a:cubicBezTo>
                    <a:pt x="4118" y="4820"/>
                    <a:pt x="4081" y="4514"/>
                    <a:pt x="4068" y="4437"/>
                  </a:cubicBezTo>
                  <a:cubicBezTo>
                    <a:pt x="4055" y="4360"/>
                    <a:pt x="4027" y="4175"/>
                    <a:pt x="4020" y="4152"/>
                  </a:cubicBezTo>
                  <a:cubicBezTo>
                    <a:pt x="4013" y="4130"/>
                    <a:pt x="4003" y="4054"/>
                    <a:pt x="4008" y="4015"/>
                  </a:cubicBezTo>
                  <a:cubicBezTo>
                    <a:pt x="4016" y="3977"/>
                    <a:pt x="3984" y="3827"/>
                    <a:pt x="3984" y="3827"/>
                  </a:cubicBezTo>
                  <a:cubicBezTo>
                    <a:pt x="3984" y="3827"/>
                    <a:pt x="3956" y="3748"/>
                    <a:pt x="3970" y="3715"/>
                  </a:cubicBezTo>
                  <a:cubicBezTo>
                    <a:pt x="3984" y="3680"/>
                    <a:pt x="3984" y="3534"/>
                    <a:pt x="3984" y="3502"/>
                  </a:cubicBezTo>
                  <a:cubicBezTo>
                    <a:pt x="3984" y="3471"/>
                    <a:pt x="4004" y="3412"/>
                    <a:pt x="4024" y="3345"/>
                  </a:cubicBezTo>
                  <a:cubicBezTo>
                    <a:pt x="4045" y="3279"/>
                    <a:pt x="4107" y="3162"/>
                    <a:pt x="4107" y="3162"/>
                  </a:cubicBezTo>
                  <a:lnTo>
                    <a:pt x="4125" y="3162"/>
                  </a:lnTo>
                  <a:cubicBezTo>
                    <a:pt x="4125" y="3162"/>
                    <a:pt x="4137" y="3113"/>
                    <a:pt x="4154" y="3093"/>
                  </a:cubicBezTo>
                  <a:cubicBezTo>
                    <a:pt x="4173" y="3072"/>
                    <a:pt x="4189" y="2903"/>
                    <a:pt x="4205" y="2867"/>
                  </a:cubicBezTo>
                  <a:cubicBezTo>
                    <a:pt x="4221" y="2830"/>
                    <a:pt x="4193" y="2743"/>
                    <a:pt x="4193" y="2743"/>
                  </a:cubicBezTo>
                  <a:cubicBezTo>
                    <a:pt x="4193" y="2743"/>
                    <a:pt x="4185" y="2689"/>
                    <a:pt x="4177" y="2637"/>
                  </a:cubicBezTo>
                  <a:cubicBezTo>
                    <a:pt x="4170" y="2584"/>
                    <a:pt x="4129" y="2443"/>
                    <a:pt x="4116" y="2411"/>
                  </a:cubicBezTo>
                  <a:cubicBezTo>
                    <a:pt x="4102" y="2379"/>
                    <a:pt x="4040" y="2201"/>
                    <a:pt x="4023" y="2133"/>
                  </a:cubicBezTo>
                  <a:cubicBezTo>
                    <a:pt x="4004" y="2064"/>
                    <a:pt x="3931" y="1910"/>
                    <a:pt x="3918" y="1881"/>
                  </a:cubicBezTo>
                  <a:cubicBezTo>
                    <a:pt x="3903" y="1850"/>
                    <a:pt x="3799" y="1567"/>
                    <a:pt x="3730" y="1441"/>
                  </a:cubicBezTo>
                  <a:cubicBezTo>
                    <a:pt x="3663" y="1312"/>
                    <a:pt x="3469" y="1180"/>
                    <a:pt x="3475" y="1180"/>
                  </a:cubicBezTo>
                  <a:cubicBezTo>
                    <a:pt x="3483" y="1180"/>
                    <a:pt x="3475" y="1164"/>
                    <a:pt x="3466" y="1146"/>
                  </a:cubicBezTo>
                  <a:cubicBezTo>
                    <a:pt x="3458" y="1127"/>
                    <a:pt x="3348" y="1094"/>
                    <a:pt x="3308" y="1069"/>
                  </a:cubicBezTo>
                  <a:cubicBezTo>
                    <a:pt x="3265" y="1044"/>
                    <a:pt x="3075" y="1008"/>
                    <a:pt x="3075" y="1008"/>
                  </a:cubicBezTo>
                  <a:lnTo>
                    <a:pt x="3070" y="1008"/>
                  </a:lnTo>
                  <a:cubicBezTo>
                    <a:pt x="3083" y="1001"/>
                    <a:pt x="3066" y="937"/>
                    <a:pt x="3050" y="921"/>
                  </a:cubicBezTo>
                  <a:cubicBezTo>
                    <a:pt x="3034" y="905"/>
                    <a:pt x="3050" y="859"/>
                    <a:pt x="3062" y="848"/>
                  </a:cubicBezTo>
                  <a:cubicBezTo>
                    <a:pt x="3073" y="836"/>
                    <a:pt x="3086" y="819"/>
                    <a:pt x="3086" y="794"/>
                  </a:cubicBezTo>
                  <a:cubicBezTo>
                    <a:pt x="3086" y="768"/>
                    <a:pt x="3095" y="714"/>
                    <a:pt x="3095" y="714"/>
                  </a:cubicBezTo>
                  <a:cubicBezTo>
                    <a:pt x="3095" y="714"/>
                    <a:pt x="3118" y="709"/>
                    <a:pt x="3139" y="679"/>
                  </a:cubicBezTo>
                  <a:cubicBezTo>
                    <a:pt x="3159" y="650"/>
                    <a:pt x="3099" y="581"/>
                    <a:pt x="3083" y="552"/>
                  </a:cubicBezTo>
                  <a:cubicBezTo>
                    <a:pt x="3067" y="521"/>
                    <a:pt x="3073" y="500"/>
                    <a:pt x="3089" y="484"/>
                  </a:cubicBezTo>
                  <a:cubicBezTo>
                    <a:pt x="3104" y="468"/>
                    <a:pt x="3098" y="396"/>
                    <a:pt x="3079" y="360"/>
                  </a:cubicBezTo>
                  <a:cubicBezTo>
                    <a:pt x="3062" y="323"/>
                    <a:pt x="3037" y="271"/>
                    <a:pt x="3063" y="271"/>
                  </a:cubicBezTo>
                  <a:cubicBezTo>
                    <a:pt x="3091" y="271"/>
                    <a:pt x="3098" y="224"/>
                    <a:pt x="3114" y="192"/>
                  </a:cubicBezTo>
                  <a:cubicBezTo>
                    <a:pt x="3130" y="160"/>
                    <a:pt x="2997" y="36"/>
                    <a:pt x="2906" y="9"/>
                  </a:cubicBezTo>
                  <a:cubicBezTo>
                    <a:pt x="2888" y="3"/>
                    <a:pt x="2866" y="1"/>
                    <a:pt x="284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39"/>
            <p:cNvSpPr/>
            <p:nvPr/>
          </p:nvSpPr>
          <p:spPr>
            <a:xfrm>
              <a:off x="3276629" y="3835516"/>
              <a:ext cx="180526" cy="163884"/>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40"/>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grpSp>
        <p:nvGrpSpPr>
          <p:cNvPr id="838" name="Google Shape;838;p40"/>
          <p:cNvGrpSpPr/>
          <p:nvPr/>
        </p:nvGrpSpPr>
        <p:grpSpPr>
          <a:xfrm>
            <a:off x="719438" y="2449981"/>
            <a:ext cx="3633025" cy="2060006"/>
            <a:chOff x="719438" y="2449981"/>
            <a:chExt cx="3633025" cy="2060006"/>
          </a:xfrm>
        </p:grpSpPr>
        <p:grpSp>
          <p:nvGrpSpPr>
            <p:cNvPr id="839" name="Google Shape;839;p40"/>
            <p:cNvGrpSpPr/>
            <p:nvPr/>
          </p:nvGrpSpPr>
          <p:grpSpPr>
            <a:xfrm>
              <a:off x="719438" y="3468212"/>
              <a:ext cx="1593013" cy="1041775"/>
              <a:chOff x="719438" y="3468212"/>
              <a:chExt cx="1593013" cy="1041775"/>
            </a:xfrm>
          </p:grpSpPr>
          <p:sp>
            <p:nvSpPr>
              <p:cNvPr id="840" name="Google Shape;840;p40"/>
              <p:cNvSpPr/>
              <p:nvPr/>
            </p:nvSpPr>
            <p:spPr>
              <a:xfrm>
                <a:off x="719450" y="3468212"/>
                <a:ext cx="1593000" cy="5289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MARS</a:t>
                </a:r>
                <a:endParaRPr sz="2000">
                  <a:solidFill>
                    <a:schemeClr val="dk2"/>
                  </a:solidFill>
                  <a:latin typeface="Dosis SemiBold"/>
                  <a:ea typeface="Dosis SemiBold"/>
                  <a:cs typeface="Dosis SemiBold"/>
                  <a:sym typeface="Dosis SemiBold"/>
                </a:endParaRPr>
              </a:p>
            </p:txBody>
          </p:sp>
          <p:sp>
            <p:nvSpPr>
              <p:cNvPr id="841" name="Google Shape;841;p40"/>
              <p:cNvSpPr txBox="1"/>
              <p:nvPr/>
            </p:nvSpPr>
            <p:spPr>
              <a:xfrm>
                <a:off x="719438" y="3844588"/>
                <a:ext cx="1593000" cy="665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Mars is actually a very cold place</a:t>
                </a:r>
                <a:endParaRPr sz="1600">
                  <a:solidFill>
                    <a:schemeClr val="lt1"/>
                  </a:solidFill>
                  <a:latin typeface="Dosis"/>
                  <a:ea typeface="Dosis"/>
                  <a:cs typeface="Dosis"/>
                  <a:sym typeface="Dosis"/>
                </a:endParaRPr>
              </a:p>
            </p:txBody>
          </p:sp>
        </p:grpSp>
        <p:grpSp>
          <p:nvGrpSpPr>
            <p:cNvPr id="842" name="Google Shape;842;p40"/>
            <p:cNvGrpSpPr/>
            <p:nvPr/>
          </p:nvGrpSpPr>
          <p:grpSpPr>
            <a:xfrm>
              <a:off x="2758539" y="3468212"/>
              <a:ext cx="1593924" cy="1041775"/>
              <a:chOff x="2758539" y="3468212"/>
              <a:chExt cx="1593924" cy="1041775"/>
            </a:xfrm>
          </p:grpSpPr>
          <p:sp>
            <p:nvSpPr>
              <p:cNvPr id="843" name="Google Shape;843;p40"/>
              <p:cNvSpPr/>
              <p:nvPr/>
            </p:nvSpPr>
            <p:spPr>
              <a:xfrm>
                <a:off x="2758539" y="3468212"/>
                <a:ext cx="1593000" cy="5289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MERCURY</a:t>
                </a:r>
                <a:endParaRPr sz="2000">
                  <a:solidFill>
                    <a:schemeClr val="dk2"/>
                  </a:solidFill>
                  <a:latin typeface="Dosis SemiBold"/>
                  <a:ea typeface="Dosis SemiBold"/>
                  <a:cs typeface="Dosis SemiBold"/>
                  <a:sym typeface="Dosis SemiBold"/>
                </a:endParaRPr>
              </a:p>
            </p:txBody>
          </p:sp>
          <p:sp>
            <p:nvSpPr>
              <p:cNvPr id="844" name="Google Shape;844;p40"/>
              <p:cNvSpPr txBox="1"/>
              <p:nvPr/>
            </p:nvSpPr>
            <p:spPr>
              <a:xfrm>
                <a:off x="2759462" y="3844588"/>
                <a:ext cx="1593000" cy="665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Mercury is the smallest planet</a:t>
                </a:r>
                <a:endParaRPr sz="1600">
                  <a:solidFill>
                    <a:schemeClr val="lt1"/>
                  </a:solidFill>
                  <a:latin typeface="Dosis"/>
                  <a:ea typeface="Dosis"/>
                  <a:cs typeface="Dosis"/>
                  <a:sym typeface="Dosis"/>
                </a:endParaRPr>
              </a:p>
            </p:txBody>
          </p:sp>
        </p:grpSp>
        <p:sp>
          <p:nvSpPr>
            <p:cNvPr id="845" name="Google Shape;845;p40"/>
            <p:cNvSpPr/>
            <p:nvPr/>
          </p:nvSpPr>
          <p:spPr>
            <a:xfrm>
              <a:off x="1739450" y="2449981"/>
              <a:ext cx="1593000" cy="5289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1ST PHASE</a:t>
              </a:r>
              <a:endParaRPr sz="2000">
                <a:solidFill>
                  <a:schemeClr val="dk2"/>
                </a:solidFill>
                <a:latin typeface="Dosis SemiBold"/>
                <a:ea typeface="Dosis SemiBold"/>
                <a:cs typeface="Dosis SemiBold"/>
                <a:sym typeface="Dosis SemiBold"/>
              </a:endParaRPr>
            </a:p>
          </p:txBody>
        </p:sp>
      </p:grpSp>
      <p:grpSp>
        <p:nvGrpSpPr>
          <p:cNvPr id="846" name="Google Shape;846;p40"/>
          <p:cNvGrpSpPr/>
          <p:nvPr/>
        </p:nvGrpSpPr>
        <p:grpSpPr>
          <a:xfrm>
            <a:off x="4798562" y="2449975"/>
            <a:ext cx="3632150" cy="2060013"/>
            <a:chOff x="4798562" y="2449975"/>
            <a:chExt cx="3632150" cy="2060013"/>
          </a:xfrm>
        </p:grpSpPr>
        <p:grpSp>
          <p:nvGrpSpPr>
            <p:cNvPr id="847" name="Google Shape;847;p40"/>
            <p:cNvGrpSpPr/>
            <p:nvPr/>
          </p:nvGrpSpPr>
          <p:grpSpPr>
            <a:xfrm>
              <a:off x="4798562" y="3468212"/>
              <a:ext cx="1593000" cy="1041775"/>
              <a:chOff x="4798562" y="3468212"/>
              <a:chExt cx="1593000" cy="1041775"/>
            </a:xfrm>
          </p:grpSpPr>
          <p:sp>
            <p:nvSpPr>
              <p:cNvPr id="848" name="Google Shape;848;p40"/>
              <p:cNvSpPr/>
              <p:nvPr/>
            </p:nvSpPr>
            <p:spPr>
              <a:xfrm>
                <a:off x="4798562" y="3468212"/>
                <a:ext cx="1593000" cy="5289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JUPITER</a:t>
                </a:r>
                <a:endParaRPr sz="2000">
                  <a:solidFill>
                    <a:schemeClr val="dk2"/>
                  </a:solidFill>
                  <a:latin typeface="Dosis SemiBold"/>
                  <a:ea typeface="Dosis SemiBold"/>
                  <a:cs typeface="Dosis SemiBold"/>
                  <a:sym typeface="Dosis SemiBold"/>
                </a:endParaRPr>
              </a:p>
            </p:txBody>
          </p:sp>
          <p:sp>
            <p:nvSpPr>
              <p:cNvPr id="849" name="Google Shape;849;p40"/>
              <p:cNvSpPr txBox="1"/>
              <p:nvPr/>
            </p:nvSpPr>
            <p:spPr>
              <a:xfrm>
                <a:off x="4799492" y="3844588"/>
                <a:ext cx="1591200" cy="665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Jupiter is the biggest planet</a:t>
                </a:r>
                <a:endParaRPr sz="1600">
                  <a:solidFill>
                    <a:schemeClr val="lt1"/>
                  </a:solidFill>
                  <a:latin typeface="Dosis"/>
                  <a:ea typeface="Dosis"/>
                  <a:cs typeface="Dosis"/>
                  <a:sym typeface="Dosis"/>
                </a:endParaRPr>
              </a:p>
            </p:txBody>
          </p:sp>
        </p:grpSp>
        <p:grpSp>
          <p:nvGrpSpPr>
            <p:cNvPr id="850" name="Google Shape;850;p40"/>
            <p:cNvGrpSpPr/>
            <p:nvPr/>
          </p:nvGrpSpPr>
          <p:grpSpPr>
            <a:xfrm>
              <a:off x="6837650" y="3468212"/>
              <a:ext cx="1593061" cy="1041775"/>
              <a:chOff x="6837650" y="3468212"/>
              <a:chExt cx="1593061" cy="1041775"/>
            </a:xfrm>
          </p:grpSpPr>
          <p:sp>
            <p:nvSpPr>
              <p:cNvPr id="851" name="Google Shape;851;p40"/>
              <p:cNvSpPr/>
              <p:nvPr/>
            </p:nvSpPr>
            <p:spPr>
              <a:xfrm>
                <a:off x="6837650" y="3468212"/>
                <a:ext cx="1593000" cy="5289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VENUS</a:t>
                </a:r>
                <a:endParaRPr sz="2000">
                  <a:solidFill>
                    <a:schemeClr val="dk2"/>
                  </a:solidFill>
                  <a:latin typeface="Dosis SemiBold"/>
                  <a:ea typeface="Dosis SemiBold"/>
                  <a:cs typeface="Dosis SemiBold"/>
                  <a:sym typeface="Dosis SemiBold"/>
                </a:endParaRPr>
              </a:p>
            </p:txBody>
          </p:sp>
          <p:sp>
            <p:nvSpPr>
              <p:cNvPr id="852" name="Google Shape;852;p40"/>
              <p:cNvSpPr txBox="1"/>
              <p:nvPr/>
            </p:nvSpPr>
            <p:spPr>
              <a:xfrm>
                <a:off x="6839512" y="3844588"/>
                <a:ext cx="1591200" cy="665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Venus has a beautiful name</a:t>
                </a:r>
                <a:endParaRPr sz="1600">
                  <a:solidFill>
                    <a:schemeClr val="lt1"/>
                  </a:solidFill>
                  <a:latin typeface="Dosis"/>
                  <a:ea typeface="Dosis"/>
                  <a:cs typeface="Dosis"/>
                  <a:sym typeface="Dosis"/>
                </a:endParaRPr>
              </a:p>
            </p:txBody>
          </p:sp>
        </p:grpSp>
        <p:sp>
          <p:nvSpPr>
            <p:cNvPr id="853" name="Google Shape;853;p40"/>
            <p:cNvSpPr/>
            <p:nvPr/>
          </p:nvSpPr>
          <p:spPr>
            <a:xfrm>
              <a:off x="5818125" y="2449975"/>
              <a:ext cx="1593000" cy="5289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2ND PHASE</a:t>
              </a:r>
              <a:endParaRPr sz="2000">
                <a:solidFill>
                  <a:schemeClr val="dk2"/>
                </a:solidFill>
                <a:latin typeface="Dosis SemiBold"/>
                <a:ea typeface="Dosis SemiBold"/>
                <a:cs typeface="Dosis SemiBold"/>
                <a:sym typeface="Dosis SemiBold"/>
              </a:endParaRPr>
            </a:p>
          </p:txBody>
        </p:sp>
      </p:grpSp>
      <p:sp>
        <p:nvSpPr>
          <p:cNvPr id="854" name="Google Shape;854;p40"/>
          <p:cNvSpPr/>
          <p:nvPr/>
        </p:nvSpPr>
        <p:spPr>
          <a:xfrm>
            <a:off x="3277525" y="1363500"/>
            <a:ext cx="2589000" cy="66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BASKETBALL LESSON</a:t>
            </a:r>
            <a:endParaRPr sz="2000">
              <a:solidFill>
                <a:schemeClr val="dk2"/>
              </a:solidFill>
              <a:latin typeface="Dosis SemiBold"/>
              <a:ea typeface="Dosis SemiBold"/>
              <a:cs typeface="Dosis SemiBold"/>
              <a:sym typeface="Dosis SemiBold"/>
            </a:endParaRPr>
          </a:p>
        </p:txBody>
      </p:sp>
      <p:cxnSp>
        <p:nvCxnSpPr>
          <p:cNvPr id="855" name="Google Shape;855;p40"/>
          <p:cNvCxnSpPr>
            <a:stCxn id="854" idx="1"/>
            <a:endCxn id="845" idx="0"/>
          </p:cNvCxnSpPr>
          <p:nvPr/>
        </p:nvCxnSpPr>
        <p:spPr>
          <a:xfrm flipH="1">
            <a:off x="2535925" y="1696200"/>
            <a:ext cx="741600" cy="753900"/>
          </a:xfrm>
          <a:prstGeom prst="bentConnector2">
            <a:avLst/>
          </a:prstGeom>
          <a:noFill/>
          <a:ln cap="flat" cmpd="sng" w="28575">
            <a:solidFill>
              <a:schemeClr val="lt1"/>
            </a:solidFill>
            <a:prstDash val="solid"/>
            <a:round/>
            <a:headEnd len="med" w="med" type="none"/>
            <a:tailEnd len="med" w="med" type="none"/>
          </a:ln>
        </p:spPr>
      </p:cxnSp>
      <p:cxnSp>
        <p:nvCxnSpPr>
          <p:cNvPr id="856" name="Google Shape;856;p40"/>
          <p:cNvCxnSpPr>
            <a:stCxn id="845" idx="2"/>
            <a:endCxn id="840" idx="0"/>
          </p:cNvCxnSpPr>
          <p:nvPr/>
        </p:nvCxnSpPr>
        <p:spPr>
          <a:xfrm rot="5400000">
            <a:off x="1781300" y="2713531"/>
            <a:ext cx="489300" cy="1020000"/>
          </a:xfrm>
          <a:prstGeom prst="bentConnector3">
            <a:avLst>
              <a:gd fmla="val 50003" name="adj1"/>
            </a:avLst>
          </a:prstGeom>
          <a:noFill/>
          <a:ln cap="flat" cmpd="sng" w="28575">
            <a:solidFill>
              <a:schemeClr val="lt1"/>
            </a:solidFill>
            <a:prstDash val="solid"/>
            <a:round/>
            <a:headEnd len="med" w="med" type="none"/>
            <a:tailEnd len="med" w="med" type="none"/>
          </a:ln>
        </p:spPr>
      </p:cxnSp>
      <p:cxnSp>
        <p:nvCxnSpPr>
          <p:cNvPr id="857" name="Google Shape;857;p40"/>
          <p:cNvCxnSpPr>
            <a:stCxn id="845" idx="2"/>
            <a:endCxn id="843" idx="0"/>
          </p:cNvCxnSpPr>
          <p:nvPr/>
        </p:nvCxnSpPr>
        <p:spPr>
          <a:xfrm flipH="1" rot="-5400000">
            <a:off x="2800850" y="2713981"/>
            <a:ext cx="489300" cy="1019100"/>
          </a:xfrm>
          <a:prstGeom prst="bentConnector3">
            <a:avLst>
              <a:gd fmla="val 50003" name="adj1"/>
            </a:avLst>
          </a:prstGeom>
          <a:noFill/>
          <a:ln cap="flat" cmpd="sng" w="28575">
            <a:solidFill>
              <a:schemeClr val="lt1"/>
            </a:solidFill>
            <a:prstDash val="solid"/>
            <a:round/>
            <a:headEnd len="med" w="med" type="none"/>
            <a:tailEnd len="med" w="med" type="none"/>
          </a:ln>
        </p:spPr>
      </p:cxnSp>
      <p:cxnSp>
        <p:nvCxnSpPr>
          <p:cNvPr id="858" name="Google Shape;858;p40"/>
          <p:cNvCxnSpPr>
            <a:stCxn id="854" idx="3"/>
            <a:endCxn id="853" idx="0"/>
          </p:cNvCxnSpPr>
          <p:nvPr/>
        </p:nvCxnSpPr>
        <p:spPr>
          <a:xfrm>
            <a:off x="5866525" y="1696200"/>
            <a:ext cx="748200" cy="753900"/>
          </a:xfrm>
          <a:prstGeom prst="bentConnector2">
            <a:avLst/>
          </a:prstGeom>
          <a:noFill/>
          <a:ln cap="flat" cmpd="sng" w="28575">
            <a:solidFill>
              <a:schemeClr val="lt1"/>
            </a:solidFill>
            <a:prstDash val="solid"/>
            <a:round/>
            <a:headEnd len="med" w="med" type="none"/>
            <a:tailEnd len="med" w="med" type="none"/>
          </a:ln>
        </p:spPr>
      </p:cxnSp>
      <p:cxnSp>
        <p:nvCxnSpPr>
          <p:cNvPr id="859" name="Google Shape;859;p40"/>
          <p:cNvCxnSpPr>
            <a:stCxn id="853" idx="2"/>
            <a:endCxn id="848" idx="0"/>
          </p:cNvCxnSpPr>
          <p:nvPr/>
        </p:nvCxnSpPr>
        <p:spPr>
          <a:xfrm rot="5400000">
            <a:off x="5860125" y="2713675"/>
            <a:ext cx="489300" cy="1019700"/>
          </a:xfrm>
          <a:prstGeom prst="bentConnector3">
            <a:avLst>
              <a:gd fmla="val 50004" name="adj1"/>
            </a:avLst>
          </a:prstGeom>
          <a:noFill/>
          <a:ln cap="flat" cmpd="sng" w="28575">
            <a:solidFill>
              <a:schemeClr val="lt1"/>
            </a:solidFill>
            <a:prstDash val="solid"/>
            <a:round/>
            <a:headEnd len="med" w="med" type="none"/>
            <a:tailEnd len="med" w="med" type="none"/>
          </a:ln>
        </p:spPr>
      </p:cxnSp>
      <p:cxnSp>
        <p:nvCxnSpPr>
          <p:cNvPr id="860" name="Google Shape;860;p40"/>
          <p:cNvCxnSpPr>
            <a:stCxn id="853" idx="2"/>
            <a:endCxn id="851" idx="0"/>
          </p:cNvCxnSpPr>
          <p:nvPr/>
        </p:nvCxnSpPr>
        <p:spPr>
          <a:xfrm flipH="1" rot="-5400000">
            <a:off x="6879675" y="2713825"/>
            <a:ext cx="489300" cy="1019400"/>
          </a:xfrm>
          <a:prstGeom prst="bentConnector3">
            <a:avLst>
              <a:gd fmla="val 50004" name="adj1"/>
            </a:avLst>
          </a:prstGeom>
          <a:noFill/>
          <a:ln cap="flat" cmpd="sng" w="28575">
            <a:solidFill>
              <a:schemeClr val="lt1"/>
            </a:solidFill>
            <a:prstDash val="solid"/>
            <a:round/>
            <a:headEnd len="med" w="med" type="none"/>
            <a:tailEnd len="med" w="med" type="none"/>
          </a:ln>
        </p:spPr>
      </p:cxnSp>
      <p:grpSp>
        <p:nvGrpSpPr>
          <p:cNvPr id="861" name="Google Shape;861;p40"/>
          <p:cNvGrpSpPr/>
          <p:nvPr/>
        </p:nvGrpSpPr>
        <p:grpSpPr>
          <a:xfrm>
            <a:off x="4062001" y="1919589"/>
            <a:ext cx="1019999" cy="1589660"/>
            <a:chOff x="7189824" y="1553794"/>
            <a:chExt cx="469159" cy="731181"/>
          </a:xfrm>
        </p:grpSpPr>
        <p:sp>
          <p:nvSpPr>
            <p:cNvPr id="862" name="Google Shape;862;p40"/>
            <p:cNvSpPr/>
            <p:nvPr/>
          </p:nvSpPr>
          <p:spPr>
            <a:xfrm>
              <a:off x="7189824" y="1553794"/>
              <a:ext cx="461774" cy="731181"/>
            </a:xfrm>
            <a:custGeom>
              <a:rect b="b" l="l" r="r" t="t"/>
              <a:pathLst>
                <a:path extrusionOk="0" h="9605" w="6066">
                  <a:moveTo>
                    <a:pt x="5129" y="1"/>
                  </a:moveTo>
                  <a:cubicBezTo>
                    <a:pt x="5081" y="1"/>
                    <a:pt x="5038" y="7"/>
                    <a:pt x="4994" y="18"/>
                  </a:cubicBezTo>
                  <a:cubicBezTo>
                    <a:pt x="4957" y="21"/>
                    <a:pt x="4921" y="27"/>
                    <a:pt x="4886" y="40"/>
                  </a:cubicBezTo>
                  <a:cubicBezTo>
                    <a:pt x="4911" y="32"/>
                    <a:pt x="4941" y="26"/>
                    <a:pt x="4978" y="23"/>
                  </a:cubicBezTo>
                  <a:lnTo>
                    <a:pt x="4978" y="23"/>
                  </a:lnTo>
                  <a:cubicBezTo>
                    <a:pt x="4768" y="87"/>
                    <a:pt x="4615" y="284"/>
                    <a:pt x="4615" y="514"/>
                  </a:cubicBezTo>
                  <a:cubicBezTo>
                    <a:pt x="4615" y="795"/>
                    <a:pt x="4839" y="1022"/>
                    <a:pt x="5118" y="1028"/>
                  </a:cubicBezTo>
                  <a:cubicBezTo>
                    <a:pt x="5090" y="1041"/>
                    <a:pt x="5065" y="1050"/>
                    <a:pt x="5049" y="1050"/>
                  </a:cubicBezTo>
                  <a:cubicBezTo>
                    <a:pt x="4975" y="1050"/>
                    <a:pt x="4542" y="1105"/>
                    <a:pt x="4443" y="1258"/>
                  </a:cubicBezTo>
                  <a:cubicBezTo>
                    <a:pt x="4343" y="1413"/>
                    <a:pt x="4104" y="1538"/>
                    <a:pt x="3968" y="1609"/>
                  </a:cubicBezTo>
                  <a:cubicBezTo>
                    <a:pt x="3833" y="1682"/>
                    <a:pt x="3759" y="1736"/>
                    <a:pt x="3524" y="1764"/>
                  </a:cubicBezTo>
                  <a:cubicBezTo>
                    <a:pt x="3290" y="1791"/>
                    <a:pt x="3263" y="1804"/>
                    <a:pt x="3234" y="1833"/>
                  </a:cubicBezTo>
                  <a:cubicBezTo>
                    <a:pt x="3234" y="1833"/>
                    <a:pt x="3217" y="1500"/>
                    <a:pt x="3154" y="1437"/>
                  </a:cubicBezTo>
                  <a:cubicBezTo>
                    <a:pt x="3091" y="1375"/>
                    <a:pt x="2917" y="1257"/>
                    <a:pt x="2745" y="1257"/>
                  </a:cubicBezTo>
                  <a:cubicBezTo>
                    <a:pt x="2573" y="1257"/>
                    <a:pt x="2443" y="1340"/>
                    <a:pt x="2424" y="1414"/>
                  </a:cubicBezTo>
                  <a:cubicBezTo>
                    <a:pt x="2405" y="1490"/>
                    <a:pt x="2386" y="1554"/>
                    <a:pt x="2410" y="1634"/>
                  </a:cubicBezTo>
                  <a:cubicBezTo>
                    <a:pt x="2433" y="1713"/>
                    <a:pt x="2410" y="1745"/>
                    <a:pt x="2410" y="1780"/>
                  </a:cubicBezTo>
                  <a:cubicBezTo>
                    <a:pt x="2410" y="1815"/>
                    <a:pt x="2432" y="1991"/>
                    <a:pt x="2462" y="2021"/>
                  </a:cubicBezTo>
                  <a:cubicBezTo>
                    <a:pt x="2490" y="2051"/>
                    <a:pt x="2536" y="2067"/>
                    <a:pt x="2541" y="2099"/>
                  </a:cubicBezTo>
                  <a:cubicBezTo>
                    <a:pt x="2536" y="2103"/>
                    <a:pt x="2531" y="2109"/>
                    <a:pt x="2526" y="2113"/>
                  </a:cubicBezTo>
                  <a:cubicBezTo>
                    <a:pt x="2483" y="2148"/>
                    <a:pt x="2356" y="2249"/>
                    <a:pt x="2249" y="2359"/>
                  </a:cubicBezTo>
                  <a:cubicBezTo>
                    <a:pt x="2213" y="2388"/>
                    <a:pt x="2182" y="2416"/>
                    <a:pt x="2161" y="2435"/>
                  </a:cubicBezTo>
                  <a:cubicBezTo>
                    <a:pt x="2137" y="2458"/>
                    <a:pt x="2121" y="2496"/>
                    <a:pt x="2113" y="2541"/>
                  </a:cubicBezTo>
                  <a:cubicBezTo>
                    <a:pt x="2107" y="2552"/>
                    <a:pt x="2102" y="2562"/>
                    <a:pt x="2099" y="2573"/>
                  </a:cubicBezTo>
                  <a:cubicBezTo>
                    <a:pt x="2038" y="2758"/>
                    <a:pt x="2108" y="2960"/>
                    <a:pt x="2108" y="2960"/>
                  </a:cubicBezTo>
                  <a:cubicBezTo>
                    <a:pt x="2108" y="2960"/>
                    <a:pt x="1741" y="3488"/>
                    <a:pt x="1708" y="3592"/>
                  </a:cubicBezTo>
                  <a:cubicBezTo>
                    <a:pt x="1676" y="3694"/>
                    <a:pt x="1493" y="3819"/>
                    <a:pt x="1355" y="3908"/>
                  </a:cubicBezTo>
                  <a:cubicBezTo>
                    <a:pt x="1215" y="3995"/>
                    <a:pt x="1039" y="4126"/>
                    <a:pt x="936" y="4173"/>
                  </a:cubicBezTo>
                  <a:cubicBezTo>
                    <a:pt x="834" y="4220"/>
                    <a:pt x="577" y="4396"/>
                    <a:pt x="490" y="4438"/>
                  </a:cubicBezTo>
                  <a:cubicBezTo>
                    <a:pt x="475" y="4444"/>
                    <a:pt x="456" y="4458"/>
                    <a:pt x="436" y="4474"/>
                  </a:cubicBezTo>
                  <a:cubicBezTo>
                    <a:pt x="436" y="4474"/>
                    <a:pt x="436" y="4474"/>
                    <a:pt x="436" y="4474"/>
                  </a:cubicBezTo>
                  <a:lnTo>
                    <a:pt x="436" y="4474"/>
                  </a:lnTo>
                  <a:cubicBezTo>
                    <a:pt x="430" y="4474"/>
                    <a:pt x="236" y="4590"/>
                    <a:pt x="181" y="4591"/>
                  </a:cubicBezTo>
                  <a:cubicBezTo>
                    <a:pt x="53" y="4597"/>
                    <a:pt x="89" y="4686"/>
                    <a:pt x="184" y="4686"/>
                  </a:cubicBezTo>
                  <a:cubicBezTo>
                    <a:pt x="200" y="4686"/>
                    <a:pt x="235" y="4683"/>
                    <a:pt x="249" y="4681"/>
                  </a:cubicBezTo>
                  <a:lnTo>
                    <a:pt x="249" y="4681"/>
                  </a:lnTo>
                  <a:cubicBezTo>
                    <a:pt x="212" y="4747"/>
                    <a:pt x="145" y="4786"/>
                    <a:pt x="128" y="4804"/>
                  </a:cubicBezTo>
                  <a:cubicBezTo>
                    <a:pt x="102" y="4830"/>
                    <a:pt x="34" y="4893"/>
                    <a:pt x="15" y="4929"/>
                  </a:cubicBezTo>
                  <a:cubicBezTo>
                    <a:pt x="0" y="4957"/>
                    <a:pt x="9" y="4960"/>
                    <a:pt x="18" y="4968"/>
                  </a:cubicBezTo>
                  <a:cubicBezTo>
                    <a:pt x="19" y="4970"/>
                    <a:pt x="22" y="4971"/>
                    <a:pt x="25" y="4971"/>
                  </a:cubicBezTo>
                  <a:cubicBezTo>
                    <a:pt x="60" y="4971"/>
                    <a:pt x="176" y="4883"/>
                    <a:pt x="214" y="4858"/>
                  </a:cubicBezTo>
                  <a:lnTo>
                    <a:pt x="214" y="4858"/>
                  </a:lnTo>
                  <a:lnTo>
                    <a:pt x="70" y="5015"/>
                  </a:lnTo>
                  <a:cubicBezTo>
                    <a:pt x="70" y="5015"/>
                    <a:pt x="38" y="5062"/>
                    <a:pt x="70" y="5086"/>
                  </a:cubicBezTo>
                  <a:cubicBezTo>
                    <a:pt x="72" y="5088"/>
                    <a:pt x="76" y="5089"/>
                    <a:pt x="79" y="5089"/>
                  </a:cubicBezTo>
                  <a:cubicBezTo>
                    <a:pt x="120" y="5089"/>
                    <a:pt x="242" y="4990"/>
                    <a:pt x="292" y="4923"/>
                  </a:cubicBezTo>
                  <a:lnTo>
                    <a:pt x="292" y="4923"/>
                  </a:lnTo>
                  <a:cubicBezTo>
                    <a:pt x="291" y="4923"/>
                    <a:pt x="197" y="5064"/>
                    <a:pt x="181" y="5098"/>
                  </a:cubicBezTo>
                  <a:cubicBezTo>
                    <a:pt x="168" y="5124"/>
                    <a:pt x="152" y="5146"/>
                    <a:pt x="181" y="5161"/>
                  </a:cubicBezTo>
                  <a:cubicBezTo>
                    <a:pt x="187" y="5164"/>
                    <a:pt x="194" y="5166"/>
                    <a:pt x="202" y="5166"/>
                  </a:cubicBezTo>
                  <a:cubicBezTo>
                    <a:pt x="229" y="5166"/>
                    <a:pt x="264" y="5142"/>
                    <a:pt x="300" y="5092"/>
                  </a:cubicBezTo>
                  <a:cubicBezTo>
                    <a:pt x="344" y="5032"/>
                    <a:pt x="439" y="4914"/>
                    <a:pt x="439" y="4914"/>
                  </a:cubicBezTo>
                  <a:cubicBezTo>
                    <a:pt x="439" y="4914"/>
                    <a:pt x="440" y="4914"/>
                    <a:pt x="442" y="4914"/>
                  </a:cubicBezTo>
                  <a:cubicBezTo>
                    <a:pt x="448" y="4914"/>
                    <a:pt x="460" y="4920"/>
                    <a:pt x="446" y="4973"/>
                  </a:cubicBezTo>
                  <a:cubicBezTo>
                    <a:pt x="430" y="5040"/>
                    <a:pt x="415" y="5094"/>
                    <a:pt x="417" y="5110"/>
                  </a:cubicBezTo>
                  <a:cubicBezTo>
                    <a:pt x="418" y="5120"/>
                    <a:pt x="427" y="5127"/>
                    <a:pt x="439" y="5127"/>
                  </a:cubicBezTo>
                  <a:cubicBezTo>
                    <a:pt x="456" y="5127"/>
                    <a:pt x="481" y="5111"/>
                    <a:pt x="500" y="5064"/>
                  </a:cubicBezTo>
                  <a:cubicBezTo>
                    <a:pt x="515" y="5028"/>
                    <a:pt x="549" y="4810"/>
                    <a:pt x="665" y="4724"/>
                  </a:cubicBezTo>
                  <a:cubicBezTo>
                    <a:pt x="729" y="4674"/>
                    <a:pt x="777" y="4607"/>
                    <a:pt x="778" y="4595"/>
                  </a:cubicBezTo>
                  <a:cubicBezTo>
                    <a:pt x="781" y="4569"/>
                    <a:pt x="1055" y="4463"/>
                    <a:pt x="1180" y="4434"/>
                  </a:cubicBezTo>
                  <a:cubicBezTo>
                    <a:pt x="1306" y="4403"/>
                    <a:pt x="1585" y="4266"/>
                    <a:pt x="1699" y="4204"/>
                  </a:cubicBezTo>
                  <a:cubicBezTo>
                    <a:pt x="1812" y="4139"/>
                    <a:pt x="1897" y="4099"/>
                    <a:pt x="1980" y="3963"/>
                  </a:cubicBezTo>
                  <a:cubicBezTo>
                    <a:pt x="2064" y="3829"/>
                    <a:pt x="2120" y="3721"/>
                    <a:pt x="2120" y="3721"/>
                  </a:cubicBezTo>
                  <a:lnTo>
                    <a:pt x="2120" y="3721"/>
                  </a:lnTo>
                  <a:cubicBezTo>
                    <a:pt x="2120" y="3721"/>
                    <a:pt x="2155" y="3896"/>
                    <a:pt x="2115" y="4014"/>
                  </a:cubicBezTo>
                  <a:cubicBezTo>
                    <a:pt x="2076" y="4134"/>
                    <a:pt x="2006" y="4348"/>
                    <a:pt x="2029" y="4457"/>
                  </a:cubicBezTo>
                  <a:cubicBezTo>
                    <a:pt x="2053" y="4566"/>
                    <a:pt x="1990" y="4632"/>
                    <a:pt x="1929" y="4693"/>
                  </a:cubicBezTo>
                  <a:cubicBezTo>
                    <a:pt x="1868" y="4756"/>
                    <a:pt x="1824" y="4808"/>
                    <a:pt x="1824" y="4863"/>
                  </a:cubicBezTo>
                  <a:cubicBezTo>
                    <a:pt x="1824" y="4919"/>
                    <a:pt x="1671" y="5130"/>
                    <a:pt x="1671" y="5200"/>
                  </a:cubicBezTo>
                  <a:cubicBezTo>
                    <a:pt x="1671" y="5270"/>
                    <a:pt x="1550" y="5619"/>
                    <a:pt x="1550" y="5619"/>
                  </a:cubicBezTo>
                  <a:cubicBezTo>
                    <a:pt x="1550" y="5619"/>
                    <a:pt x="1610" y="5643"/>
                    <a:pt x="1667" y="5643"/>
                  </a:cubicBezTo>
                  <a:cubicBezTo>
                    <a:pt x="1722" y="5643"/>
                    <a:pt x="1875" y="5787"/>
                    <a:pt x="1917" y="5787"/>
                  </a:cubicBezTo>
                  <a:cubicBezTo>
                    <a:pt x="1917" y="5787"/>
                    <a:pt x="1741" y="6070"/>
                    <a:pt x="1792" y="6196"/>
                  </a:cubicBezTo>
                  <a:cubicBezTo>
                    <a:pt x="1843" y="6322"/>
                    <a:pt x="2000" y="6489"/>
                    <a:pt x="2108" y="6670"/>
                  </a:cubicBezTo>
                  <a:cubicBezTo>
                    <a:pt x="2214" y="6852"/>
                    <a:pt x="2531" y="7446"/>
                    <a:pt x="2531" y="7446"/>
                  </a:cubicBezTo>
                  <a:lnTo>
                    <a:pt x="2503" y="7475"/>
                  </a:lnTo>
                  <a:cubicBezTo>
                    <a:pt x="2503" y="7475"/>
                    <a:pt x="2704" y="7730"/>
                    <a:pt x="2764" y="7902"/>
                  </a:cubicBezTo>
                  <a:cubicBezTo>
                    <a:pt x="2825" y="8075"/>
                    <a:pt x="2853" y="8345"/>
                    <a:pt x="2853" y="8345"/>
                  </a:cubicBezTo>
                  <a:cubicBezTo>
                    <a:pt x="2853" y="8345"/>
                    <a:pt x="2818" y="8335"/>
                    <a:pt x="2787" y="8335"/>
                  </a:cubicBezTo>
                  <a:cubicBezTo>
                    <a:pt x="2761" y="8335"/>
                    <a:pt x="2736" y="8342"/>
                    <a:pt x="2736" y="8368"/>
                  </a:cubicBezTo>
                  <a:cubicBezTo>
                    <a:pt x="2736" y="8424"/>
                    <a:pt x="2721" y="8456"/>
                    <a:pt x="2721" y="8489"/>
                  </a:cubicBezTo>
                  <a:cubicBezTo>
                    <a:pt x="2721" y="8521"/>
                    <a:pt x="2686" y="8531"/>
                    <a:pt x="2710" y="8556"/>
                  </a:cubicBezTo>
                  <a:cubicBezTo>
                    <a:pt x="2735" y="8581"/>
                    <a:pt x="2686" y="8645"/>
                    <a:pt x="2670" y="8645"/>
                  </a:cubicBezTo>
                  <a:cubicBezTo>
                    <a:pt x="2654" y="8645"/>
                    <a:pt x="2673" y="8715"/>
                    <a:pt x="2698" y="8715"/>
                  </a:cubicBezTo>
                  <a:cubicBezTo>
                    <a:pt x="2707" y="8715"/>
                    <a:pt x="2723" y="8713"/>
                    <a:pt x="2740" y="8713"/>
                  </a:cubicBezTo>
                  <a:cubicBezTo>
                    <a:pt x="2772" y="8713"/>
                    <a:pt x="2807" y="8720"/>
                    <a:pt x="2807" y="8763"/>
                  </a:cubicBezTo>
                  <a:cubicBezTo>
                    <a:pt x="2807" y="8829"/>
                    <a:pt x="2819" y="9050"/>
                    <a:pt x="2745" y="9187"/>
                  </a:cubicBezTo>
                  <a:cubicBezTo>
                    <a:pt x="2670" y="9324"/>
                    <a:pt x="2580" y="9423"/>
                    <a:pt x="2615" y="9477"/>
                  </a:cubicBezTo>
                  <a:cubicBezTo>
                    <a:pt x="2650" y="9531"/>
                    <a:pt x="2717" y="9605"/>
                    <a:pt x="2829" y="9605"/>
                  </a:cubicBezTo>
                  <a:cubicBezTo>
                    <a:pt x="2940" y="9605"/>
                    <a:pt x="3174" y="9494"/>
                    <a:pt x="3263" y="9405"/>
                  </a:cubicBezTo>
                  <a:cubicBezTo>
                    <a:pt x="3354" y="9315"/>
                    <a:pt x="3415" y="9153"/>
                    <a:pt x="3493" y="9054"/>
                  </a:cubicBezTo>
                  <a:cubicBezTo>
                    <a:pt x="3574" y="8954"/>
                    <a:pt x="3804" y="8767"/>
                    <a:pt x="3827" y="8665"/>
                  </a:cubicBezTo>
                  <a:cubicBezTo>
                    <a:pt x="3850" y="8563"/>
                    <a:pt x="3898" y="8451"/>
                    <a:pt x="3785" y="8400"/>
                  </a:cubicBezTo>
                  <a:cubicBezTo>
                    <a:pt x="3671" y="8349"/>
                    <a:pt x="3476" y="8268"/>
                    <a:pt x="3429" y="8221"/>
                  </a:cubicBezTo>
                  <a:cubicBezTo>
                    <a:pt x="3394" y="8186"/>
                    <a:pt x="3364" y="8160"/>
                    <a:pt x="3341" y="8160"/>
                  </a:cubicBezTo>
                  <a:cubicBezTo>
                    <a:pt x="3335" y="8160"/>
                    <a:pt x="3330" y="8162"/>
                    <a:pt x="3325" y="8166"/>
                  </a:cubicBezTo>
                  <a:cubicBezTo>
                    <a:pt x="3320" y="8157"/>
                    <a:pt x="3316" y="8147"/>
                    <a:pt x="3310" y="8138"/>
                  </a:cubicBezTo>
                  <a:cubicBezTo>
                    <a:pt x="3269" y="8038"/>
                    <a:pt x="3134" y="7694"/>
                    <a:pt x="3110" y="7582"/>
                  </a:cubicBezTo>
                  <a:cubicBezTo>
                    <a:pt x="3083" y="7449"/>
                    <a:pt x="3056" y="7292"/>
                    <a:pt x="3056" y="7292"/>
                  </a:cubicBezTo>
                  <a:cubicBezTo>
                    <a:pt x="3056" y="7292"/>
                    <a:pt x="3048" y="7265"/>
                    <a:pt x="3032" y="7265"/>
                  </a:cubicBezTo>
                  <a:cubicBezTo>
                    <a:pt x="3027" y="7265"/>
                    <a:pt x="3022" y="7267"/>
                    <a:pt x="3016" y="7273"/>
                  </a:cubicBezTo>
                  <a:cubicBezTo>
                    <a:pt x="3016" y="7273"/>
                    <a:pt x="2973" y="7011"/>
                    <a:pt x="2973" y="6894"/>
                  </a:cubicBezTo>
                  <a:cubicBezTo>
                    <a:pt x="2973" y="6894"/>
                    <a:pt x="3341" y="6852"/>
                    <a:pt x="3559" y="6744"/>
                  </a:cubicBezTo>
                  <a:cubicBezTo>
                    <a:pt x="3778" y="6638"/>
                    <a:pt x="4123" y="6526"/>
                    <a:pt x="4123" y="6526"/>
                  </a:cubicBezTo>
                  <a:lnTo>
                    <a:pt x="4140" y="6544"/>
                  </a:lnTo>
                  <a:cubicBezTo>
                    <a:pt x="4140" y="6544"/>
                    <a:pt x="4617" y="6292"/>
                    <a:pt x="4763" y="6292"/>
                  </a:cubicBezTo>
                  <a:cubicBezTo>
                    <a:pt x="4771" y="6292"/>
                    <a:pt x="4777" y="6293"/>
                    <a:pt x="4783" y="6294"/>
                  </a:cubicBezTo>
                  <a:cubicBezTo>
                    <a:pt x="4899" y="6322"/>
                    <a:pt x="4899" y="6377"/>
                    <a:pt x="4899" y="6377"/>
                  </a:cubicBezTo>
                  <a:cubicBezTo>
                    <a:pt x="4899" y="6377"/>
                    <a:pt x="4945" y="6392"/>
                    <a:pt x="4998" y="6392"/>
                  </a:cubicBezTo>
                  <a:cubicBezTo>
                    <a:pt x="5025" y="6392"/>
                    <a:pt x="5054" y="6388"/>
                    <a:pt x="5080" y="6377"/>
                  </a:cubicBezTo>
                  <a:cubicBezTo>
                    <a:pt x="5124" y="6359"/>
                    <a:pt x="5179" y="6347"/>
                    <a:pt x="5228" y="6347"/>
                  </a:cubicBezTo>
                  <a:cubicBezTo>
                    <a:pt x="5269" y="6347"/>
                    <a:pt x="5305" y="6355"/>
                    <a:pt x="5327" y="6377"/>
                  </a:cubicBezTo>
                  <a:cubicBezTo>
                    <a:pt x="5376" y="6426"/>
                    <a:pt x="5690" y="6489"/>
                    <a:pt x="5824" y="6716"/>
                  </a:cubicBezTo>
                  <a:cubicBezTo>
                    <a:pt x="5875" y="6802"/>
                    <a:pt x="5922" y="6832"/>
                    <a:pt x="5961" y="6832"/>
                  </a:cubicBezTo>
                  <a:cubicBezTo>
                    <a:pt x="6025" y="6832"/>
                    <a:pt x="6066" y="6750"/>
                    <a:pt x="6066" y="6703"/>
                  </a:cubicBezTo>
                  <a:cubicBezTo>
                    <a:pt x="6066" y="6629"/>
                    <a:pt x="6022" y="6316"/>
                    <a:pt x="5874" y="6116"/>
                  </a:cubicBezTo>
                  <a:cubicBezTo>
                    <a:pt x="5725" y="5917"/>
                    <a:pt x="5511" y="5554"/>
                    <a:pt x="5488" y="5484"/>
                  </a:cubicBezTo>
                  <a:cubicBezTo>
                    <a:pt x="5473" y="5439"/>
                    <a:pt x="5394" y="5363"/>
                    <a:pt x="5309" y="5363"/>
                  </a:cubicBezTo>
                  <a:cubicBezTo>
                    <a:pt x="5262" y="5363"/>
                    <a:pt x="5213" y="5386"/>
                    <a:pt x="5172" y="5450"/>
                  </a:cubicBezTo>
                  <a:cubicBezTo>
                    <a:pt x="5055" y="5633"/>
                    <a:pt x="4939" y="5739"/>
                    <a:pt x="4902" y="5739"/>
                  </a:cubicBezTo>
                  <a:cubicBezTo>
                    <a:pt x="4864" y="5739"/>
                    <a:pt x="4864" y="5800"/>
                    <a:pt x="4864" y="5800"/>
                  </a:cubicBezTo>
                  <a:cubicBezTo>
                    <a:pt x="4864" y="5800"/>
                    <a:pt x="4429" y="5908"/>
                    <a:pt x="4242" y="5934"/>
                  </a:cubicBezTo>
                  <a:cubicBezTo>
                    <a:pt x="4229" y="5934"/>
                    <a:pt x="4215" y="5934"/>
                    <a:pt x="4202" y="5934"/>
                  </a:cubicBezTo>
                  <a:cubicBezTo>
                    <a:pt x="4162" y="5934"/>
                    <a:pt x="4125" y="5935"/>
                    <a:pt x="4095" y="5938"/>
                  </a:cubicBezTo>
                  <a:cubicBezTo>
                    <a:pt x="4043" y="5940"/>
                    <a:pt x="4047" y="5947"/>
                    <a:pt x="4047" y="5987"/>
                  </a:cubicBezTo>
                  <a:cubicBezTo>
                    <a:pt x="4047" y="5987"/>
                    <a:pt x="3919" y="5939"/>
                    <a:pt x="3747" y="5939"/>
                  </a:cubicBezTo>
                  <a:cubicBezTo>
                    <a:pt x="3590" y="5939"/>
                    <a:pt x="3397" y="5979"/>
                    <a:pt x="3233" y="6131"/>
                  </a:cubicBezTo>
                  <a:lnTo>
                    <a:pt x="3233" y="6033"/>
                  </a:lnTo>
                  <a:cubicBezTo>
                    <a:pt x="3233" y="6033"/>
                    <a:pt x="3571" y="5793"/>
                    <a:pt x="3665" y="5698"/>
                  </a:cubicBezTo>
                  <a:cubicBezTo>
                    <a:pt x="3760" y="5602"/>
                    <a:pt x="3748" y="5577"/>
                    <a:pt x="3772" y="5577"/>
                  </a:cubicBezTo>
                  <a:cubicBezTo>
                    <a:pt x="3795" y="5577"/>
                    <a:pt x="3639" y="5427"/>
                    <a:pt x="3577" y="5365"/>
                  </a:cubicBezTo>
                  <a:cubicBezTo>
                    <a:pt x="3514" y="5302"/>
                    <a:pt x="3421" y="5127"/>
                    <a:pt x="3362" y="5069"/>
                  </a:cubicBezTo>
                  <a:cubicBezTo>
                    <a:pt x="3304" y="5012"/>
                    <a:pt x="3378" y="4898"/>
                    <a:pt x="3495" y="4782"/>
                  </a:cubicBezTo>
                  <a:cubicBezTo>
                    <a:pt x="3611" y="4665"/>
                    <a:pt x="3676" y="4373"/>
                    <a:pt x="3676" y="4065"/>
                  </a:cubicBezTo>
                  <a:cubicBezTo>
                    <a:pt x="3676" y="3758"/>
                    <a:pt x="3622" y="3718"/>
                    <a:pt x="3555" y="3651"/>
                  </a:cubicBezTo>
                  <a:cubicBezTo>
                    <a:pt x="3493" y="3592"/>
                    <a:pt x="3354" y="3570"/>
                    <a:pt x="3359" y="3532"/>
                  </a:cubicBezTo>
                  <a:cubicBezTo>
                    <a:pt x="3361" y="3532"/>
                    <a:pt x="3361" y="3531"/>
                    <a:pt x="3362" y="3531"/>
                  </a:cubicBezTo>
                  <a:cubicBezTo>
                    <a:pt x="3413" y="3531"/>
                    <a:pt x="3448" y="3528"/>
                    <a:pt x="3421" y="3496"/>
                  </a:cubicBezTo>
                  <a:cubicBezTo>
                    <a:pt x="3413" y="3487"/>
                    <a:pt x="3409" y="3480"/>
                    <a:pt x="3406" y="3472"/>
                  </a:cubicBezTo>
                  <a:cubicBezTo>
                    <a:pt x="3438" y="3430"/>
                    <a:pt x="3464" y="3381"/>
                    <a:pt x="3460" y="3334"/>
                  </a:cubicBezTo>
                  <a:cubicBezTo>
                    <a:pt x="3460" y="3316"/>
                    <a:pt x="3459" y="3297"/>
                    <a:pt x="3454" y="3279"/>
                  </a:cubicBezTo>
                  <a:cubicBezTo>
                    <a:pt x="3464" y="3236"/>
                    <a:pt x="3530" y="3214"/>
                    <a:pt x="3563" y="3130"/>
                  </a:cubicBezTo>
                  <a:cubicBezTo>
                    <a:pt x="3595" y="3050"/>
                    <a:pt x="3629" y="2907"/>
                    <a:pt x="3642" y="2824"/>
                  </a:cubicBezTo>
                  <a:cubicBezTo>
                    <a:pt x="3673" y="2705"/>
                    <a:pt x="3690" y="2576"/>
                    <a:pt x="3695" y="2536"/>
                  </a:cubicBezTo>
                  <a:cubicBezTo>
                    <a:pt x="3697" y="2508"/>
                    <a:pt x="3686" y="2489"/>
                    <a:pt x="3670" y="2474"/>
                  </a:cubicBezTo>
                  <a:lnTo>
                    <a:pt x="3676" y="2428"/>
                  </a:lnTo>
                  <a:cubicBezTo>
                    <a:pt x="3676" y="2428"/>
                    <a:pt x="3977" y="2256"/>
                    <a:pt x="4051" y="2093"/>
                  </a:cubicBezTo>
                  <a:cubicBezTo>
                    <a:pt x="4051" y="2093"/>
                    <a:pt x="4296" y="2002"/>
                    <a:pt x="4418" y="1880"/>
                  </a:cubicBezTo>
                  <a:cubicBezTo>
                    <a:pt x="4542" y="1756"/>
                    <a:pt x="4539" y="1717"/>
                    <a:pt x="4694" y="1662"/>
                  </a:cubicBezTo>
                  <a:cubicBezTo>
                    <a:pt x="4847" y="1605"/>
                    <a:pt x="5103" y="1442"/>
                    <a:pt x="5209" y="1335"/>
                  </a:cubicBezTo>
                  <a:cubicBezTo>
                    <a:pt x="5317" y="1229"/>
                    <a:pt x="5488" y="1169"/>
                    <a:pt x="5526" y="1130"/>
                  </a:cubicBezTo>
                  <a:cubicBezTo>
                    <a:pt x="5565" y="1092"/>
                    <a:pt x="5727" y="825"/>
                    <a:pt x="5727" y="638"/>
                  </a:cubicBezTo>
                  <a:cubicBezTo>
                    <a:pt x="5727" y="638"/>
                    <a:pt x="5699" y="447"/>
                    <a:pt x="5664" y="447"/>
                  </a:cubicBezTo>
                  <a:cubicBezTo>
                    <a:pt x="5629" y="447"/>
                    <a:pt x="5642" y="438"/>
                    <a:pt x="5642" y="438"/>
                  </a:cubicBezTo>
                  <a:cubicBezTo>
                    <a:pt x="5642" y="438"/>
                    <a:pt x="5661" y="272"/>
                    <a:pt x="5641" y="225"/>
                  </a:cubicBezTo>
                  <a:cubicBezTo>
                    <a:pt x="5628" y="196"/>
                    <a:pt x="5607" y="179"/>
                    <a:pt x="5588" y="179"/>
                  </a:cubicBezTo>
                  <a:cubicBezTo>
                    <a:pt x="5578" y="179"/>
                    <a:pt x="5569" y="183"/>
                    <a:pt x="5561" y="192"/>
                  </a:cubicBezTo>
                  <a:cubicBezTo>
                    <a:pt x="5552" y="199"/>
                    <a:pt x="5547" y="206"/>
                    <a:pt x="5543" y="212"/>
                  </a:cubicBezTo>
                  <a:cubicBezTo>
                    <a:pt x="5450" y="84"/>
                    <a:pt x="5298" y="1"/>
                    <a:pt x="512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40"/>
            <p:cNvSpPr/>
            <p:nvPr/>
          </p:nvSpPr>
          <p:spPr>
            <a:xfrm>
              <a:off x="7560173" y="1553798"/>
              <a:ext cx="98810" cy="103149"/>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41"/>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sp>
        <p:nvSpPr>
          <p:cNvPr id="869" name="Google Shape;869;p41"/>
          <p:cNvSpPr/>
          <p:nvPr/>
        </p:nvSpPr>
        <p:spPr>
          <a:xfrm>
            <a:off x="1071047" y="1872433"/>
            <a:ext cx="1495800" cy="1495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41"/>
          <p:cNvSpPr/>
          <p:nvPr/>
        </p:nvSpPr>
        <p:spPr>
          <a:xfrm>
            <a:off x="3824122" y="1872433"/>
            <a:ext cx="1495800" cy="1495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41"/>
          <p:cNvSpPr/>
          <p:nvPr/>
        </p:nvSpPr>
        <p:spPr>
          <a:xfrm>
            <a:off x="6577197" y="1872433"/>
            <a:ext cx="1495800" cy="1495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41"/>
          <p:cNvSpPr/>
          <p:nvPr/>
        </p:nvSpPr>
        <p:spPr>
          <a:xfrm>
            <a:off x="1070914" y="1872158"/>
            <a:ext cx="1495800" cy="1495800"/>
          </a:xfrm>
          <a:prstGeom prst="pie">
            <a:avLst>
              <a:gd fmla="val 16261269" name="adj1"/>
              <a:gd fmla="val 1083942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41"/>
          <p:cNvSpPr/>
          <p:nvPr/>
        </p:nvSpPr>
        <p:spPr>
          <a:xfrm>
            <a:off x="3824130" y="1872133"/>
            <a:ext cx="1495800" cy="1495800"/>
          </a:xfrm>
          <a:prstGeom prst="pie">
            <a:avLst>
              <a:gd fmla="val 16261269" name="adj1"/>
              <a:gd fmla="val 7889386"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41"/>
          <p:cNvSpPr/>
          <p:nvPr/>
        </p:nvSpPr>
        <p:spPr>
          <a:xfrm>
            <a:off x="6577205" y="1872133"/>
            <a:ext cx="1495800" cy="1495800"/>
          </a:xfrm>
          <a:prstGeom prst="pie">
            <a:avLst>
              <a:gd fmla="val 16261269" name="adj1"/>
              <a:gd fmla="val 6667211"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5" name="Google Shape;875;p41"/>
          <p:cNvGrpSpPr/>
          <p:nvPr/>
        </p:nvGrpSpPr>
        <p:grpSpPr>
          <a:xfrm>
            <a:off x="719888" y="1330325"/>
            <a:ext cx="2198113" cy="3179625"/>
            <a:chOff x="719888" y="1330325"/>
            <a:chExt cx="2198113" cy="3179625"/>
          </a:xfrm>
        </p:grpSpPr>
        <p:sp>
          <p:nvSpPr>
            <p:cNvPr id="876" name="Google Shape;876;p41"/>
            <p:cNvSpPr txBox="1"/>
            <p:nvPr/>
          </p:nvSpPr>
          <p:spPr>
            <a:xfrm>
              <a:off x="719900" y="3823850"/>
              <a:ext cx="2198100" cy="6861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Mercury is the closest planet to the Sun</a:t>
              </a:r>
              <a:endParaRPr sz="1600">
                <a:solidFill>
                  <a:schemeClr val="lt1"/>
                </a:solidFill>
                <a:latin typeface="Dosis"/>
                <a:ea typeface="Dosis"/>
                <a:cs typeface="Dosis"/>
                <a:sym typeface="Dosis"/>
              </a:endParaRPr>
            </a:p>
          </p:txBody>
        </p:sp>
        <p:sp>
          <p:nvSpPr>
            <p:cNvPr id="877" name="Google Shape;877;p41"/>
            <p:cNvSpPr/>
            <p:nvPr/>
          </p:nvSpPr>
          <p:spPr>
            <a:xfrm>
              <a:off x="719888" y="3516400"/>
              <a:ext cx="2198100" cy="411600"/>
            </a:xfrm>
            <a:prstGeom prst="roundRect">
              <a:avLst>
                <a:gd fmla="val 0" name="adj"/>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REBOUND</a:t>
              </a:r>
              <a:endParaRPr sz="2000">
                <a:solidFill>
                  <a:schemeClr val="dk2"/>
                </a:solidFill>
                <a:latin typeface="Dosis SemiBold"/>
                <a:ea typeface="Dosis SemiBold"/>
                <a:cs typeface="Dosis SemiBold"/>
                <a:sym typeface="Dosis SemiBold"/>
              </a:endParaRPr>
            </a:p>
          </p:txBody>
        </p:sp>
        <p:sp>
          <p:nvSpPr>
            <p:cNvPr id="878" name="Google Shape;878;p41"/>
            <p:cNvSpPr/>
            <p:nvPr/>
          </p:nvSpPr>
          <p:spPr>
            <a:xfrm>
              <a:off x="1346825" y="1330325"/>
              <a:ext cx="943995"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100">
                  <a:solidFill>
                    <a:schemeClr val="lt1"/>
                  </a:solidFill>
                  <a:latin typeface="Bevan"/>
                  <a:ea typeface="Bevan"/>
                  <a:cs typeface="Bevan"/>
                  <a:sym typeface="Bevan"/>
                </a:rPr>
                <a:t>75%</a:t>
              </a:r>
              <a:endParaRPr sz="2100">
                <a:solidFill>
                  <a:schemeClr val="lt1"/>
                </a:solidFill>
                <a:latin typeface="Bevan"/>
                <a:ea typeface="Bevan"/>
                <a:cs typeface="Bevan"/>
                <a:sym typeface="Bevan"/>
              </a:endParaRPr>
            </a:p>
          </p:txBody>
        </p:sp>
      </p:grpSp>
      <p:grpSp>
        <p:nvGrpSpPr>
          <p:cNvPr id="879" name="Google Shape;879;p41"/>
          <p:cNvGrpSpPr/>
          <p:nvPr/>
        </p:nvGrpSpPr>
        <p:grpSpPr>
          <a:xfrm>
            <a:off x="3472913" y="1330325"/>
            <a:ext cx="2198108" cy="3179625"/>
            <a:chOff x="3472913" y="1330325"/>
            <a:chExt cx="2198108" cy="3179625"/>
          </a:xfrm>
        </p:grpSpPr>
        <p:sp>
          <p:nvSpPr>
            <p:cNvPr id="880" name="Google Shape;880;p41"/>
            <p:cNvSpPr txBox="1"/>
            <p:nvPr/>
          </p:nvSpPr>
          <p:spPr>
            <a:xfrm>
              <a:off x="3472921" y="3823850"/>
              <a:ext cx="2198100" cy="6861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Venus has a </a:t>
              </a:r>
              <a:endParaRPr sz="1600">
                <a:solidFill>
                  <a:schemeClr val="lt1"/>
                </a:solidFill>
                <a:latin typeface="Dosis"/>
                <a:ea typeface="Dosis"/>
                <a:cs typeface="Dosis"/>
                <a:sym typeface="Dosis"/>
              </a:endParaRPr>
            </a:p>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beautiful name</a:t>
              </a:r>
              <a:endParaRPr sz="1600">
                <a:solidFill>
                  <a:schemeClr val="lt1"/>
                </a:solidFill>
                <a:latin typeface="Dosis"/>
                <a:ea typeface="Dosis"/>
                <a:cs typeface="Dosis"/>
                <a:sym typeface="Dosis"/>
              </a:endParaRPr>
            </a:p>
          </p:txBody>
        </p:sp>
        <p:sp>
          <p:nvSpPr>
            <p:cNvPr id="881" name="Google Shape;881;p41"/>
            <p:cNvSpPr/>
            <p:nvPr/>
          </p:nvSpPr>
          <p:spPr>
            <a:xfrm>
              <a:off x="3472913" y="3516400"/>
              <a:ext cx="2198100" cy="411600"/>
            </a:xfrm>
            <a:prstGeom prst="roundRect">
              <a:avLst>
                <a:gd fmla="val 0" name="adj"/>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BOUNCE</a:t>
              </a:r>
              <a:endParaRPr sz="2000">
                <a:solidFill>
                  <a:schemeClr val="dk2"/>
                </a:solidFill>
                <a:latin typeface="Dosis SemiBold"/>
                <a:ea typeface="Dosis SemiBold"/>
                <a:cs typeface="Dosis SemiBold"/>
                <a:sym typeface="Dosis SemiBold"/>
              </a:endParaRPr>
            </a:p>
          </p:txBody>
        </p:sp>
        <p:sp>
          <p:nvSpPr>
            <p:cNvPr id="882" name="Google Shape;882;p41"/>
            <p:cNvSpPr/>
            <p:nvPr/>
          </p:nvSpPr>
          <p:spPr>
            <a:xfrm>
              <a:off x="4103325" y="1330325"/>
              <a:ext cx="943995"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100">
                  <a:solidFill>
                    <a:schemeClr val="lt1"/>
                  </a:solidFill>
                  <a:latin typeface="Bevan"/>
                  <a:ea typeface="Bevan"/>
                  <a:cs typeface="Bevan"/>
                  <a:sym typeface="Bevan"/>
                </a:rPr>
                <a:t>6</a:t>
              </a:r>
              <a:r>
                <a:rPr lang="en" sz="2100">
                  <a:solidFill>
                    <a:schemeClr val="lt1"/>
                  </a:solidFill>
                  <a:latin typeface="Bevan"/>
                  <a:ea typeface="Bevan"/>
                  <a:cs typeface="Bevan"/>
                  <a:sym typeface="Bevan"/>
                </a:rPr>
                <a:t>5%</a:t>
              </a:r>
              <a:endParaRPr sz="2100">
                <a:solidFill>
                  <a:schemeClr val="lt1"/>
                </a:solidFill>
                <a:latin typeface="Bevan"/>
                <a:ea typeface="Bevan"/>
                <a:cs typeface="Bevan"/>
                <a:sym typeface="Bevan"/>
              </a:endParaRPr>
            </a:p>
          </p:txBody>
        </p:sp>
      </p:grpSp>
      <p:grpSp>
        <p:nvGrpSpPr>
          <p:cNvPr id="883" name="Google Shape;883;p41"/>
          <p:cNvGrpSpPr/>
          <p:nvPr/>
        </p:nvGrpSpPr>
        <p:grpSpPr>
          <a:xfrm>
            <a:off x="6232650" y="1330325"/>
            <a:ext cx="2198104" cy="3179625"/>
            <a:chOff x="6232650" y="1330325"/>
            <a:chExt cx="2198104" cy="3179625"/>
          </a:xfrm>
        </p:grpSpPr>
        <p:sp>
          <p:nvSpPr>
            <p:cNvPr id="884" name="Google Shape;884;p41"/>
            <p:cNvSpPr txBox="1"/>
            <p:nvPr/>
          </p:nvSpPr>
          <p:spPr>
            <a:xfrm>
              <a:off x="6232654" y="3823850"/>
              <a:ext cx="2198100" cy="6861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Neptune is the farthest planet from the Sun</a:t>
              </a:r>
              <a:endParaRPr sz="1600">
                <a:solidFill>
                  <a:schemeClr val="lt1"/>
                </a:solidFill>
                <a:latin typeface="Dosis"/>
                <a:ea typeface="Dosis"/>
                <a:cs typeface="Dosis"/>
                <a:sym typeface="Dosis"/>
              </a:endParaRPr>
            </a:p>
          </p:txBody>
        </p:sp>
        <p:sp>
          <p:nvSpPr>
            <p:cNvPr id="885" name="Google Shape;885;p41"/>
            <p:cNvSpPr/>
            <p:nvPr/>
          </p:nvSpPr>
          <p:spPr>
            <a:xfrm>
              <a:off x="6232650" y="3516400"/>
              <a:ext cx="2198100" cy="411600"/>
            </a:xfrm>
            <a:prstGeom prst="roundRect">
              <a:avLst>
                <a:gd fmla="val 0" name="adj"/>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ASSIST</a:t>
              </a:r>
              <a:endParaRPr sz="2000">
                <a:solidFill>
                  <a:schemeClr val="dk2"/>
                </a:solidFill>
                <a:latin typeface="Dosis SemiBold"/>
                <a:ea typeface="Dosis SemiBold"/>
                <a:cs typeface="Dosis SemiBold"/>
                <a:sym typeface="Dosis SemiBold"/>
              </a:endParaRPr>
            </a:p>
          </p:txBody>
        </p:sp>
        <p:sp>
          <p:nvSpPr>
            <p:cNvPr id="886" name="Google Shape;886;p41"/>
            <p:cNvSpPr/>
            <p:nvPr/>
          </p:nvSpPr>
          <p:spPr>
            <a:xfrm>
              <a:off x="6853125" y="1330325"/>
              <a:ext cx="943995"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100">
                  <a:solidFill>
                    <a:schemeClr val="lt1"/>
                  </a:solidFill>
                  <a:latin typeface="Bevan"/>
                  <a:ea typeface="Bevan"/>
                  <a:cs typeface="Bevan"/>
                  <a:sym typeface="Bevan"/>
                </a:rPr>
                <a:t>5</a:t>
              </a:r>
              <a:r>
                <a:rPr lang="en" sz="2100">
                  <a:solidFill>
                    <a:schemeClr val="lt1"/>
                  </a:solidFill>
                  <a:latin typeface="Bevan"/>
                  <a:ea typeface="Bevan"/>
                  <a:cs typeface="Bevan"/>
                  <a:sym typeface="Bevan"/>
                </a:rPr>
                <a:t>5%</a:t>
              </a:r>
              <a:endParaRPr sz="2100">
                <a:solidFill>
                  <a:schemeClr val="lt1"/>
                </a:solidFill>
                <a:latin typeface="Bevan"/>
                <a:ea typeface="Bevan"/>
                <a:cs typeface="Bevan"/>
                <a:sym typeface="Bevan"/>
              </a:endParaRPr>
            </a:p>
          </p:txBody>
        </p:sp>
      </p:grpSp>
      <p:grpSp>
        <p:nvGrpSpPr>
          <p:cNvPr id="887" name="Google Shape;887;p41"/>
          <p:cNvGrpSpPr/>
          <p:nvPr/>
        </p:nvGrpSpPr>
        <p:grpSpPr>
          <a:xfrm>
            <a:off x="6933261" y="2198748"/>
            <a:ext cx="783677" cy="900222"/>
            <a:chOff x="2400850" y="1636847"/>
            <a:chExt cx="491920" cy="565076"/>
          </a:xfrm>
        </p:grpSpPr>
        <p:sp>
          <p:nvSpPr>
            <p:cNvPr id="888" name="Google Shape;888;p41"/>
            <p:cNvSpPr/>
            <p:nvPr/>
          </p:nvSpPr>
          <p:spPr>
            <a:xfrm>
              <a:off x="2400850" y="1636847"/>
              <a:ext cx="491920" cy="565076"/>
            </a:xfrm>
            <a:custGeom>
              <a:rect b="b" l="l" r="r" t="t"/>
              <a:pathLst>
                <a:path extrusionOk="0" h="7423" w="6462">
                  <a:moveTo>
                    <a:pt x="3257" y="4128"/>
                  </a:moveTo>
                  <a:cubicBezTo>
                    <a:pt x="3257" y="4128"/>
                    <a:pt x="3428" y="4361"/>
                    <a:pt x="3463" y="4385"/>
                  </a:cubicBezTo>
                  <a:cubicBezTo>
                    <a:pt x="3498" y="4410"/>
                    <a:pt x="3498" y="4438"/>
                    <a:pt x="3498" y="4438"/>
                  </a:cubicBezTo>
                  <a:cubicBezTo>
                    <a:pt x="3498" y="4438"/>
                    <a:pt x="3487" y="4442"/>
                    <a:pt x="3474" y="4442"/>
                  </a:cubicBezTo>
                  <a:cubicBezTo>
                    <a:pt x="3467" y="4442"/>
                    <a:pt x="3460" y="4441"/>
                    <a:pt x="3454" y="4438"/>
                  </a:cubicBezTo>
                  <a:cubicBezTo>
                    <a:pt x="3433" y="4429"/>
                    <a:pt x="3410" y="4388"/>
                    <a:pt x="3391" y="4385"/>
                  </a:cubicBezTo>
                  <a:cubicBezTo>
                    <a:pt x="3372" y="4383"/>
                    <a:pt x="3348" y="4377"/>
                    <a:pt x="3345" y="4358"/>
                  </a:cubicBezTo>
                  <a:cubicBezTo>
                    <a:pt x="3342" y="4339"/>
                    <a:pt x="3342" y="4311"/>
                    <a:pt x="3313" y="4289"/>
                  </a:cubicBezTo>
                  <a:cubicBezTo>
                    <a:pt x="3285" y="4267"/>
                    <a:pt x="3230" y="4174"/>
                    <a:pt x="3230" y="4174"/>
                  </a:cubicBezTo>
                  <a:lnTo>
                    <a:pt x="3257" y="4128"/>
                  </a:lnTo>
                  <a:close/>
                  <a:moveTo>
                    <a:pt x="3713" y="1"/>
                  </a:moveTo>
                  <a:cubicBezTo>
                    <a:pt x="3697" y="1"/>
                    <a:pt x="3680" y="2"/>
                    <a:pt x="3662" y="4"/>
                  </a:cubicBezTo>
                  <a:cubicBezTo>
                    <a:pt x="3348" y="42"/>
                    <a:pt x="3243" y="200"/>
                    <a:pt x="3212" y="329"/>
                  </a:cubicBezTo>
                  <a:cubicBezTo>
                    <a:pt x="3180" y="455"/>
                    <a:pt x="3246" y="707"/>
                    <a:pt x="3246" y="707"/>
                  </a:cubicBezTo>
                  <a:cubicBezTo>
                    <a:pt x="3246" y="707"/>
                    <a:pt x="3248" y="712"/>
                    <a:pt x="3243" y="712"/>
                  </a:cubicBezTo>
                  <a:cubicBezTo>
                    <a:pt x="3240" y="712"/>
                    <a:pt x="3235" y="711"/>
                    <a:pt x="3227" y="707"/>
                  </a:cubicBezTo>
                  <a:cubicBezTo>
                    <a:pt x="3220" y="705"/>
                    <a:pt x="3213" y="704"/>
                    <a:pt x="3206" y="704"/>
                  </a:cubicBezTo>
                  <a:cubicBezTo>
                    <a:pt x="3186" y="704"/>
                    <a:pt x="3165" y="714"/>
                    <a:pt x="3155" y="742"/>
                  </a:cubicBezTo>
                  <a:cubicBezTo>
                    <a:pt x="3142" y="779"/>
                    <a:pt x="3161" y="860"/>
                    <a:pt x="3183" y="875"/>
                  </a:cubicBezTo>
                  <a:cubicBezTo>
                    <a:pt x="3205" y="891"/>
                    <a:pt x="3224" y="964"/>
                    <a:pt x="3264" y="983"/>
                  </a:cubicBezTo>
                  <a:cubicBezTo>
                    <a:pt x="3274" y="987"/>
                    <a:pt x="3282" y="989"/>
                    <a:pt x="3289" y="989"/>
                  </a:cubicBezTo>
                  <a:cubicBezTo>
                    <a:pt x="3305" y="989"/>
                    <a:pt x="3313" y="980"/>
                    <a:pt x="3321" y="980"/>
                  </a:cubicBezTo>
                  <a:cubicBezTo>
                    <a:pt x="3323" y="980"/>
                    <a:pt x="3325" y="981"/>
                    <a:pt x="3327" y="983"/>
                  </a:cubicBezTo>
                  <a:cubicBezTo>
                    <a:pt x="3339" y="990"/>
                    <a:pt x="3342" y="1019"/>
                    <a:pt x="3317" y="1019"/>
                  </a:cubicBezTo>
                  <a:cubicBezTo>
                    <a:pt x="3292" y="1019"/>
                    <a:pt x="3031" y="1104"/>
                    <a:pt x="2963" y="1122"/>
                  </a:cubicBezTo>
                  <a:cubicBezTo>
                    <a:pt x="2893" y="1140"/>
                    <a:pt x="2776" y="1265"/>
                    <a:pt x="2701" y="1323"/>
                  </a:cubicBezTo>
                  <a:cubicBezTo>
                    <a:pt x="2626" y="1383"/>
                    <a:pt x="2262" y="1744"/>
                    <a:pt x="2262" y="1788"/>
                  </a:cubicBezTo>
                  <a:cubicBezTo>
                    <a:pt x="2262" y="1830"/>
                    <a:pt x="2374" y="2084"/>
                    <a:pt x="2393" y="2104"/>
                  </a:cubicBezTo>
                  <a:cubicBezTo>
                    <a:pt x="2412" y="2128"/>
                    <a:pt x="2399" y="2183"/>
                    <a:pt x="2393" y="2273"/>
                  </a:cubicBezTo>
                  <a:cubicBezTo>
                    <a:pt x="2386" y="2364"/>
                    <a:pt x="2290" y="2476"/>
                    <a:pt x="2268" y="2531"/>
                  </a:cubicBezTo>
                  <a:cubicBezTo>
                    <a:pt x="2246" y="2588"/>
                    <a:pt x="2265" y="2771"/>
                    <a:pt x="2219" y="2780"/>
                  </a:cubicBezTo>
                  <a:cubicBezTo>
                    <a:pt x="2172" y="2789"/>
                    <a:pt x="2085" y="2939"/>
                    <a:pt x="2073" y="2983"/>
                  </a:cubicBezTo>
                  <a:cubicBezTo>
                    <a:pt x="2060" y="3026"/>
                    <a:pt x="2010" y="3114"/>
                    <a:pt x="1951" y="3147"/>
                  </a:cubicBezTo>
                  <a:cubicBezTo>
                    <a:pt x="1892" y="3182"/>
                    <a:pt x="1863" y="3358"/>
                    <a:pt x="1830" y="3396"/>
                  </a:cubicBezTo>
                  <a:cubicBezTo>
                    <a:pt x="1795" y="3434"/>
                    <a:pt x="1830" y="3558"/>
                    <a:pt x="1798" y="3577"/>
                  </a:cubicBezTo>
                  <a:cubicBezTo>
                    <a:pt x="1767" y="3596"/>
                    <a:pt x="1680" y="3727"/>
                    <a:pt x="1677" y="3775"/>
                  </a:cubicBezTo>
                  <a:cubicBezTo>
                    <a:pt x="1674" y="3826"/>
                    <a:pt x="1639" y="3883"/>
                    <a:pt x="1589" y="3932"/>
                  </a:cubicBezTo>
                  <a:cubicBezTo>
                    <a:pt x="1541" y="3982"/>
                    <a:pt x="1484" y="4147"/>
                    <a:pt x="1463" y="4193"/>
                  </a:cubicBezTo>
                  <a:cubicBezTo>
                    <a:pt x="1441" y="4240"/>
                    <a:pt x="1317" y="4429"/>
                    <a:pt x="1294" y="4452"/>
                  </a:cubicBezTo>
                  <a:cubicBezTo>
                    <a:pt x="1273" y="4473"/>
                    <a:pt x="1279" y="4538"/>
                    <a:pt x="1279" y="4538"/>
                  </a:cubicBezTo>
                  <a:cubicBezTo>
                    <a:pt x="1279" y="4538"/>
                    <a:pt x="1247" y="4579"/>
                    <a:pt x="1195" y="4623"/>
                  </a:cubicBezTo>
                  <a:cubicBezTo>
                    <a:pt x="1142" y="4667"/>
                    <a:pt x="1068" y="4798"/>
                    <a:pt x="1055" y="4818"/>
                  </a:cubicBezTo>
                  <a:cubicBezTo>
                    <a:pt x="1042" y="4841"/>
                    <a:pt x="934" y="4955"/>
                    <a:pt x="893" y="5053"/>
                  </a:cubicBezTo>
                  <a:cubicBezTo>
                    <a:pt x="852" y="5149"/>
                    <a:pt x="743" y="5373"/>
                    <a:pt x="724" y="5423"/>
                  </a:cubicBezTo>
                  <a:cubicBezTo>
                    <a:pt x="707" y="5472"/>
                    <a:pt x="693" y="5478"/>
                    <a:pt x="683" y="5478"/>
                  </a:cubicBezTo>
                  <a:cubicBezTo>
                    <a:pt x="677" y="5478"/>
                    <a:pt x="663" y="5475"/>
                    <a:pt x="642" y="5475"/>
                  </a:cubicBezTo>
                  <a:cubicBezTo>
                    <a:pt x="632" y="5475"/>
                    <a:pt x="620" y="5476"/>
                    <a:pt x="606" y="5478"/>
                  </a:cubicBezTo>
                  <a:cubicBezTo>
                    <a:pt x="567" y="5484"/>
                    <a:pt x="510" y="5587"/>
                    <a:pt x="495" y="5624"/>
                  </a:cubicBezTo>
                  <a:cubicBezTo>
                    <a:pt x="478" y="5662"/>
                    <a:pt x="438" y="5694"/>
                    <a:pt x="428" y="5724"/>
                  </a:cubicBezTo>
                  <a:cubicBezTo>
                    <a:pt x="420" y="5755"/>
                    <a:pt x="318" y="5836"/>
                    <a:pt x="293" y="5871"/>
                  </a:cubicBezTo>
                  <a:cubicBezTo>
                    <a:pt x="267" y="5905"/>
                    <a:pt x="227" y="6023"/>
                    <a:pt x="186" y="6029"/>
                  </a:cubicBezTo>
                  <a:cubicBezTo>
                    <a:pt x="146" y="6034"/>
                    <a:pt x="118" y="6097"/>
                    <a:pt x="58" y="6209"/>
                  </a:cubicBezTo>
                  <a:cubicBezTo>
                    <a:pt x="0" y="6321"/>
                    <a:pt x="31" y="6431"/>
                    <a:pt x="58" y="6471"/>
                  </a:cubicBezTo>
                  <a:cubicBezTo>
                    <a:pt x="69" y="6486"/>
                    <a:pt x="116" y="6493"/>
                    <a:pt x="178" y="6493"/>
                  </a:cubicBezTo>
                  <a:cubicBezTo>
                    <a:pt x="288" y="6493"/>
                    <a:pt x="446" y="6471"/>
                    <a:pt x="532" y="6428"/>
                  </a:cubicBezTo>
                  <a:cubicBezTo>
                    <a:pt x="666" y="6359"/>
                    <a:pt x="709" y="6206"/>
                    <a:pt x="709" y="6182"/>
                  </a:cubicBezTo>
                  <a:cubicBezTo>
                    <a:pt x="709" y="6157"/>
                    <a:pt x="862" y="6066"/>
                    <a:pt x="896" y="6026"/>
                  </a:cubicBezTo>
                  <a:cubicBezTo>
                    <a:pt x="929" y="5986"/>
                    <a:pt x="912" y="5948"/>
                    <a:pt x="921" y="5924"/>
                  </a:cubicBezTo>
                  <a:cubicBezTo>
                    <a:pt x="929" y="5899"/>
                    <a:pt x="961" y="5790"/>
                    <a:pt x="964" y="5724"/>
                  </a:cubicBezTo>
                  <a:cubicBezTo>
                    <a:pt x="967" y="5659"/>
                    <a:pt x="942" y="5603"/>
                    <a:pt x="942" y="5587"/>
                  </a:cubicBezTo>
                  <a:cubicBezTo>
                    <a:pt x="942" y="5573"/>
                    <a:pt x="1074" y="5439"/>
                    <a:pt x="1157" y="5360"/>
                  </a:cubicBezTo>
                  <a:cubicBezTo>
                    <a:pt x="1241" y="5283"/>
                    <a:pt x="1272" y="5245"/>
                    <a:pt x="1288" y="5227"/>
                  </a:cubicBezTo>
                  <a:cubicBezTo>
                    <a:pt x="1304" y="5208"/>
                    <a:pt x="1381" y="5174"/>
                    <a:pt x="1438" y="5139"/>
                  </a:cubicBezTo>
                  <a:cubicBezTo>
                    <a:pt x="1493" y="5105"/>
                    <a:pt x="1578" y="4987"/>
                    <a:pt x="1617" y="4919"/>
                  </a:cubicBezTo>
                  <a:cubicBezTo>
                    <a:pt x="1658" y="4850"/>
                    <a:pt x="1687" y="4801"/>
                    <a:pt x="1706" y="4774"/>
                  </a:cubicBezTo>
                  <a:cubicBezTo>
                    <a:pt x="1720" y="4754"/>
                    <a:pt x="1752" y="4709"/>
                    <a:pt x="1774" y="4709"/>
                  </a:cubicBezTo>
                  <a:cubicBezTo>
                    <a:pt x="1778" y="4709"/>
                    <a:pt x="1783" y="4711"/>
                    <a:pt x="1786" y="4716"/>
                  </a:cubicBezTo>
                  <a:cubicBezTo>
                    <a:pt x="1805" y="4744"/>
                    <a:pt x="2003" y="4774"/>
                    <a:pt x="2093" y="4804"/>
                  </a:cubicBezTo>
                  <a:cubicBezTo>
                    <a:pt x="2184" y="4831"/>
                    <a:pt x="2523" y="4933"/>
                    <a:pt x="2580" y="4968"/>
                  </a:cubicBezTo>
                  <a:cubicBezTo>
                    <a:pt x="2585" y="4971"/>
                    <a:pt x="2590" y="4973"/>
                    <a:pt x="2595" y="4973"/>
                  </a:cubicBezTo>
                  <a:cubicBezTo>
                    <a:pt x="2651" y="4973"/>
                    <a:pt x="2733" y="4821"/>
                    <a:pt x="2775" y="4774"/>
                  </a:cubicBezTo>
                  <a:cubicBezTo>
                    <a:pt x="2822" y="4725"/>
                    <a:pt x="2966" y="4518"/>
                    <a:pt x="2996" y="4518"/>
                  </a:cubicBezTo>
                  <a:cubicBezTo>
                    <a:pt x="3027" y="4518"/>
                    <a:pt x="3024" y="4535"/>
                    <a:pt x="3043" y="4573"/>
                  </a:cubicBezTo>
                  <a:cubicBezTo>
                    <a:pt x="3062" y="4610"/>
                    <a:pt x="3096" y="4760"/>
                    <a:pt x="3096" y="4792"/>
                  </a:cubicBezTo>
                  <a:cubicBezTo>
                    <a:pt x="3096" y="4822"/>
                    <a:pt x="3152" y="4847"/>
                    <a:pt x="3171" y="4850"/>
                  </a:cubicBezTo>
                  <a:cubicBezTo>
                    <a:pt x="3189" y="4853"/>
                    <a:pt x="3243" y="4878"/>
                    <a:pt x="3273" y="4924"/>
                  </a:cubicBezTo>
                  <a:cubicBezTo>
                    <a:pt x="3304" y="4971"/>
                    <a:pt x="3372" y="4980"/>
                    <a:pt x="3410" y="4993"/>
                  </a:cubicBezTo>
                  <a:cubicBezTo>
                    <a:pt x="3416" y="4995"/>
                    <a:pt x="3422" y="4996"/>
                    <a:pt x="3428" y="4996"/>
                  </a:cubicBezTo>
                  <a:cubicBezTo>
                    <a:pt x="3458" y="4996"/>
                    <a:pt x="3487" y="4971"/>
                    <a:pt x="3487" y="4971"/>
                  </a:cubicBezTo>
                  <a:cubicBezTo>
                    <a:pt x="3487" y="4971"/>
                    <a:pt x="3547" y="4993"/>
                    <a:pt x="3584" y="5018"/>
                  </a:cubicBezTo>
                  <a:cubicBezTo>
                    <a:pt x="3601" y="5029"/>
                    <a:pt x="3615" y="5032"/>
                    <a:pt x="3625" y="5032"/>
                  </a:cubicBezTo>
                  <a:cubicBezTo>
                    <a:pt x="3637" y="5032"/>
                    <a:pt x="3643" y="5028"/>
                    <a:pt x="3643" y="5028"/>
                  </a:cubicBezTo>
                  <a:cubicBezTo>
                    <a:pt x="3643" y="5028"/>
                    <a:pt x="3684" y="5089"/>
                    <a:pt x="3709" y="5118"/>
                  </a:cubicBezTo>
                  <a:cubicBezTo>
                    <a:pt x="3716" y="5127"/>
                    <a:pt x="3724" y="5130"/>
                    <a:pt x="3731" y="5130"/>
                  </a:cubicBezTo>
                  <a:cubicBezTo>
                    <a:pt x="3746" y="5130"/>
                    <a:pt x="3758" y="5112"/>
                    <a:pt x="3758" y="5095"/>
                  </a:cubicBezTo>
                  <a:cubicBezTo>
                    <a:pt x="3758" y="5070"/>
                    <a:pt x="3681" y="4943"/>
                    <a:pt x="3652" y="4908"/>
                  </a:cubicBezTo>
                  <a:cubicBezTo>
                    <a:pt x="3626" y="4875"/>
                    <a:pt x="3581" y="4785"/>
                    <a:pt x="3553" y="4754"/>
                  </a:cubicBezTo>
                  <a:cubicBezTo>
                    <a:pt x="3525" y="4722"/>
                    <a:pt x="3512" y="4683"/>
                    <a:pt x="3498" y="4667"/>
                  </a:cubicBezTo>
                  <a:cubicBezTo>
                    <a:pt x="3485" y="4654"/>
                    <a:pt x="3489" y="4623"/>
                    <a:pt x="3500" y="4623"/>
                  </a:cubicBezTo>
                  <a:cubicBezTo>
                    <a:pt x="3503" y="4623"/>
                    <a:pt x="3506" y="4624"/>
                    <a:pt x="3509" y="4629"/>
                  </a:cubicBezTo>
                  <a:cubicBezTo>
                    <a:pt x="3528" y="4651"/>
                    <a:pt x="3559" y="4684"/>
                    <a:pt x="3608" y="4719"/>
                  </a:cubicBezTo>
                  <a:cubicBezTo>
                    <a:pt x="3659" y="4754"/>
                    <a:pt x="3741" y="4755"/>
                    <a:pt x="3741" y="4755"/>
                  </a:cubicBezTo>
                  <a:cubicBezTo>
                    <a:pt x="3741" y="4755"/>
                    <a:pt x="3783" y="4822"/>
                    <a:pt x="3812" y="4847"/>
                  </a:cubicBezTo>
                  <a:cubicBezTo>
                    <a:pt x="3821" y="4856"/>
                    <a:pt x="3830" y="4859"/>
                    <a:pt x="3839" y="4859"/>
                  </a:cubicBezTo>
                  <a:cubicBezTo>
                    <a:pt x="3856" y="4859"/>
                    <a:pt x="3873" y="4847"/>
                    <a:pt x="3889" y="4841"/>
                  </a:cubicBezTo>
                  <a:cubicBezTo>
                    <a:pt x="3914" y="4831"/>
                    <a:pt x="4042" y="4629"/>
                    <a:pt x="4051" y="4588"/>
                  </a:cubicBezTo>
                  <a:cubicBezTo>
                    <a:pt x="4061" y="4549"/>
                    <a:pt x="4144" y="4517"/>
                    <a:pt x="4191" y="4511"/>
                  </a:cubicBezTo>
                  <a:cubicBezTo>
                    <a:pt x="4201" y="4509"/>
                    <a:pt x="4210" y="4509"/>
                    <a:pt x="4217" y="4509"/>
                  </a:cubicBezTo>
                  <a:cubicBezTo>
                    <a:pt x="4242" y="4509"/>
                    <a:pt x="4249" y="4518"/>
                    <a:pt x="4254" y="4543"/>
                  </a:cubicBezTo>
                  <a:cubicBezTo>
                    <a:pt x="4259" y="4573"/>
                    <a:pt x="4238" y="4658"/>
                    <a:pt x="4238" y="4684"/>
                  </a:cubicBezTo>
                  <a:cubicBezTo>
                    <a:pt x="4238" y="4691"/>
                    <a:pt x="4241" y="4694"/>
                    <a:pt x="4247" y="4694"/>
                  </a:cubicBezTo>
                  <a:cubicBezTo>
                    <a:pt x="4265" y="4694"/>
                    <a:pt x="4303" y="4664"/>
                    <a:pt x="4303" y="4648"/>
                  </a:cubicBezTo>
                  <a:cubicBezTo>
                    <a:pt x="4303" y="4626"/>
                    <a:pt x="4344" y="4505"/>
                    <a:pt x="4344" y="4505"/>
                  </a:cubicBezTo>
                  <a:cubicBezTo>
                    <a:pt x="4344" y="4505"/>
                    <a:pt x="4383" y="4549"/>
                    <a:pt x="4388" y="4573"/>
                  </a:cubicBezTo>
                  <a:cubicBezTo>
                    <a:pt x="4391" y="4598"/>
                    <a:pt x="4396" y="4694"/>
                    <a:pt x="4393" y="4725"/>
                  </a:cubicBezTo>
                  <a:cubicBezTo>
                    <a:pt x="4391" y="4755"/>
                    <a:pt x="4402" y="4804"/>
                    <a:pt x="4434" y="4804"/>
                  </a:cubicBezTo>
                  <a:cubicBezTo>
                    <a:pt x="4465" y="4804"/>
                    <a:pt x="4465" y="4769"/>
                    <a:pt x="4465" y="4741"/>
                  </a:cubicBezTo>
                  <a:cubicBezTo>
                    <a:pt x="4465" y="4713"/>
                    <a:pt x="4453" y="4629"/>
                    <a:pt x="4453" y="4629"/>
                  </a:cubicBezTo>
                  <a:lnTo>
                    <a:pt x="4453" y="4629"/>
                  </a:lnTo>
                  <a:lnTo>
                    <a:pt x="4478" y="4653"/>
                  </a:lnTo>
                  <a:cubicBezTo>
                    <a:pt x="4478" y="4653"/>
                    <a:pt x="4492" y="4703"/>
                    <a:pt x="4500" y="4735"/>
                  </a:cubicBezTo>
                  <a:cubicBezTo>
                    <a:pt x="4506" y="4766"/>
                    <a:pt x="4522" y="4779"/>
                    <a:pt x="4539" y="4782"/>
                  </a:cubicBezTo>
                  <a:cubicBezTo>
                    <a:pt x="4540" y="4782"/>
                    <a:pt x="4541" y="4782"/>
                    <a:pt x="4542" y="4782"/>
                  </a:cubicBezTo>
                  <a:cubicBezTo>
                    <a:pt x="4559" y="4782"/>
                    <a:pt x="4564" y="4760"/>
                    <a:pt x="4564" y="4760"/>
                  </a:cubicBezTo>
                  <a:cubicBezTo>
                    <a:pt x="4564" y="4760"/>
                    <a:pt x="4643" y="4859"/>
                    <a:pt x="4643" y="4889"/>
                  </a:cubicBezTo>
                  <a:cubicBezTo>
                    <a:pt x="4643" y="4920"/>
                    <a:pt x="4689" y="5037"/>
                    <a:pt x="4717" y="5102"/>
                  </a:cubicBezTo>
                  <a:cubicBezTo>
                    <a:pt x="4746" y="5168"/>
                    <a:pt x="4864" y="5407"/>
                    <a:pt x="4911" y="5447"/>
                  </a:cubicBezTo>
                  <a:cubicBezTo>
                    <a:pt x="4957" y="5488"/>
                    <a:pt x="5110" y="5711"/>
                    <a:pt x="5152" y="5779"/>
                  </a:cubicBezTo>
                  <a:cubicBezTo>
                    <a:pt x="5196" y="5848"/>
                    <a:pt x="5401" y="6184"/>
                    <a:pt x="5423" y="6209"/>
                  </a:cubicBezTo>
                  <a:cubicBezTo>
                    <a:pt x="5445" y="6234"/>
                    <a:pt x="5495" y="6343"/>
                    <a:pt x="5514" y="6365"/>
                  </a:cubicBezTo>
                  <a:cubicBezTo>
                    <a:pt x="5533" y="6387"/>
                    <a:pt x="5489" y="6403"/>
                    <a:pt x="5470" y="6418"/>
                  </a:cubicBezTo>
                  <a:cubicBezTo>
                    <a:pt x="5451" y="6434"/>
                    <a:pt x="5527" y="6452"/>
                    <a:pt x="5546" y="6480"/>
                  </a:cubicBezTo>
                  <a:cubicBezTo>
                    <a:pt x="5563" y="6508"/>
                    <a:pt x="5528" y="6514"/>
                    <a:pt x="5528" y="6562"/>
                  </a:cubicBezTo>
                  <a:cubicBezTo>
                    <a:pt x="5528" y="6608"/>
                    <a:pt x="5557" y="6686"/>
                    <a:pt x="5572" y="6723"/>
                  </a:cubicBezTo>
                  <a:cubicBezTo>
                    <a:pt x="5588" y="6761"/>
                    <a:pt x="5579" y="6834"/>
                    <a:pt x="5579" y="6878"/>
                  </a:cubicBezTo>
                  <a:cubicBezTo>
                    <a:pt x="5579" y="6923"/>
                    <a:pt x="5694" y="7003"/>
                    <a:pt x="5735" y="7025"/>
                  </a:cubicBezTo>
                  <a:cubicBezTo>
                    <a:pt x="5776" y="7047"/>
                    <a:pt x="5796" y="7239"/>
                    <a:pt x="5840" y="7321"/>
                  </a:cubicBezTo>
                  <a:cubicBezTo>
                    <a:pt x="5885" y="7402"/>
                    <a:pt x="6127" y="7417"/>
                    <a:pt x="6127" y="7417"/>
                  </a:cubicBezTo>
                  <a:cubicBezTo>
                    <a:pt x="6127" y="7417"/>
                    <a:pt x="6133" y="7417"/>
                    <a:pt x="6294" y="7423"/>
                  </a:cubicBezTo>
                  <a:cubicBezTo>
                    <a:pt x="6300" y="7423"/>
                    <a:pt x="6304" y="7423"/>
                    <a:pt x="6309" y="7423"/>
                  </a:cubicBezTo>
                  <a:cubicBezTo>
                    <a:pt x="6456" y="7423"/>
                    <a:pt x="6462" y="7337"/>
                    <a:pt x="6453" y="7223"/>
                  </a:cubicBezTo>
                  <a:cubicBezTo>
                    <a:pt x="6443" y="7105"/>
                    <a:pt x="6351" y="7015"/>
                    <a:pt x="6329" y="6968"/>
                  </a:cubicBezTo>
                  <a:cubicBezTo>
                    <a:pt x="6306" y="6922"/>
                    <a:pt x="6166" y="6707"/>
                    <a:pt x="6146" y="6675"/>
                  </a:cubicBezTo>
                  <a:cubicBezTo>
                    <a:pt x="6123" y="6643"/>
                    <a:pt x="6092" y="6573"/>
                    <a:pt x="6098" y="6489"/>
                  </a:cubicBezTo>
                  <a:cubicBezTo>
                    <a:pt x="6105" y="6406"/>
                    <a:pt x="6018" y="6381"/>
                    <a:pt x="5971" y="6374"/>
                  </a:cubicBezTo>
                  <a:cubicBezTo>
                    <a:pt x="5924" y="6368"/>
                    <a:pt x="5869" y="6362"/>
                    <a:pt x="5866" y="6330"/>
                  </a:cubicBezTo>
                  <a:cubicBezTo>
                    <a:pt x="5862" y="6300"/>
                    <a:pt x="5809" y="6324"/>
                    <a:pt x="5790" y="6275"/>
                  </a:cubicBezTo>
                  <a:cubicBezTo>
                    <a:pt x="5771" y="6225"/>
                    <a:pt x="5604" y="5801"/>
                    <a:pt x="5547" y="5667"/>
                  </a:cubicBezTo>
                  <a:cubicBezTo>
                    <a:pt x="5492" y="5533"/>
                    <a:pt x="5323" y="5121"/>
                    <a:pt x="5265" y="5012"/>
                  </a:cubicBezTo>
                  <a:cubicBezTo>
                    <a:pt x="5206" y="4903"/>
                    <a:pt x="5053" y="4604"/>
                    <a:pt x="4997" y="4442"/>
                  </a:cubicBezTo>
                  <a:cubicBezTo>
                    <a:pt x="4941" y="4279"/>
                    <a:pt x="4779" y="4125"/>
                    <a:pt x="4766" y="4125"/>
                  </a:cubicBezTo>
                  <a:cubicBezTo>
                    <a:pt x="4755" y="4125"/>
                    <a:pt x="4758" y="4081"/>
                    <a:pt x="4758" y="4062"/>
                  </a:cubicBezTo>
                  <a:cubicBezTo>
                    <a:pt x="4758" y="4043"/>
                    <a:pt x="4723" y="3983"/>
                    <a:pt x="4689" y="3947"/>
                  </a:cubicBezTo>
                  <a:cubicBezTo>
                    <a:pt x="4656" y="3909"/>
                    <a:pt x="4558" y="3753"/>
                    <a:pt x="4533" y="3739"/>
                  </a:cubicBezTo>
                  <a:cubicBezTo>
                    <a:pt x="4509" y="3723"/>
                    <a:pt x="4456" y="3629"/>
                    <a:pt x="4456" y="3629"/>
                  </a:cubicBezTo>
                  <a:cubicBezTo>
                    <a:pt x="4456" y="3629"/>
                    <a:pt x="4443" y="3495"/>
                    <a:pt x="4443" y="3421"/>
                  </a:cubicBezTo>
                  <a:cubicBezTo>
                    <a:pt x="4443" y="3347"/>
                    <a:pt x="4421" y="2978"/>
                    <a:pt x="4412" y="2879"/>
                  </a:cubicBezTo>
                  <a:cubicBezTo>
                    <a:pt x="4402" y="2780"/>
                    <a:pt x="4316" y="2484"/>
                    <a:pt x="4309" y="2447"/>
                  </a:cubicBezTo>
                  <a:cubicBezTo>
                    <a:pt x="4303" y="2409"/>
                    <a:pt x="4337" y="2142"/>
                    <a:pt x="4337" y="2120"/>
                  </a:cubicBezTo>
                  <a:cubicBezTo>
                    <a:pt x="4337" y="2098"/>
                    <a:pt x="4341" y="2014"/>
                    <a:pt x="4377" y="1948"/>
                  </a:cubicBezTo>
                  <a:cubicBezTo>
                    <a:pt x="4415" y="1884"/>
                    <a:pt x="4446" y="1747"/>
                    <a:pt x="4446" y="1718"/>
                  </a:cubicBezTo>
                  <a:cubicBezTo>
                    <a:pt x="4446" y="1691"/>
                    <a:pt x="4452" y="1578"/>
                    <a:pt x="4479" y="1564"/>
                  </a:cubicBezTo>
                  <a:cubicBezTo>
                    <a:pt x="4509" y="1548"/>
                    <a:pt x="4490" y="1539"/>
                    <a:pt x="4490" y="1495"/>
                  </a:cubicBezTo>
                  <a:cubicBezTo>
                    <a:pt x="4490" y="1450"/>
                    <a:pt x="4281" y="1271"/>
                    <a:pt x="4229" y="1227"/>
                  </a:cubicBezTo>
                  <a:cubicBezTo>
                    <a:pt x="4176" y="1184"/>
                    <a:pt x="4032" y="1082"/>
                    <a:pt x="4023" y="1082"/>
                  </a:cubicBezTo>
                  <a:cubicBezTo>
                    <a:pt x="4013" y="1082"/>
                    <a:pt x="4026" y="1035"/>
                    <a:pt x="4044" y="1007"/>
                  </a:cubicBezTo>
                  <a:cubicBezTo>
                    <a:pt x="4063" y="978"/>
                    <a:pt x="4048" y="975"/>
                    <a:pt x="4067" y="975"/>
                  </a:cubicBezTo>
                  <a:cubicBezTo>
                    <a:pt x="4086" y="975"/>
                    <a:pt x="4117" y="935"/>
                    <a:pt x="4128" y="900"/>
                  </a:cubicBezTo>
                  <a:cubicBezTo>
                    <a:pt x="4141" y="866"/>
                    <a:pt x="4146" y="735"/>
                    <a:pt x="4157" y="699"/>
                  </a:cubicBezTo>
                  <a:cubicBezTo>
                    <a:pt x="4169" y="661"/>
                    <a:pt x="4089" y="661"/>
                    <a:pt x="4089" y="661"/>
                  </a:cubicBezTo>
                  <a:cubicBezTo>
                    <a:pt x="4089" y="661"/>
                    <a:pt x="4111" y="527"/>
                    <a:pt x="4102" y="400"/>
                  </a:cubicBezTo>
                  <a:cubicBezTo>
                    <a:pt x="4092" y="279"/>
                    <a:pt x="3989" y="1"/>
                    <a:pt x="37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41"/>
            <p:cNvSpPr/>
            <p:nvPr/>
          </p:nvSpPr>
          <p:spPr>
            <a:xfrm>
              <a:off x="2655410" y="1867810"/>
              <a:ext cx="98810" cy="103149"/>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0" name="Google Shape;890;p41"/>
          <p:cNvGrpSpPr/>
          <p:nvPr/>
        </p:nvGrpSpPr>
        <p:grpSpPr>
          <a:xfrm>
            <a:off x="1483802" y="2080760"/>
            <a:ext cx="670285" cy="1066781"/>
            <a:chOff x="1423345" y="1562785"/>
            <a:chExt cx="420743" cy="669626"/>
          </a:xfrm>
        </p:grpSpPr>
        <p:sp>
          <p:nvSpPr>
            <p:cNvPr id="891" name="Google Shape;891;p41"/>
            <p:cNvSpPr/>
            <p:nvPr/>
          </p:nvSpPr>
          <p:spPr>
            <a:xfrm>
              <a:off x="1423345" y="1606359"/>
              <a:ext cx="420743" cy="626052"/>
            </a:xfrm>
            <a:custGeom>
              <a:rect b="b" l="l" r="r" t="t"/>
              <a:pathLst>
                <a:path extrusionOk="0" h="8224" w="5527">
                  <a:moveTo>
                    <a:pt x="851" y="1091"/>
                  </a:moveTo>
                  <a:cubicBezTo>
                    <a:pt x="871" y="1091"/>
                    <a:pt x="920" y="1101"/>
                    <a:pt x="941" y="1101"/>
                  </a:cubicBezTo>
                  <a:cubicBezTo>
                    <a:pt x="944" y="1101"/>
                    <a:pt x="946" y="1101"/>
                    <a:pt x="948" y="1101"/>
                  </a:cubicBezTo>
                  <a:cubicBezTo>
                    <a:pt x="949" y="1100"/>
                    <a:pt x="949" y="1100"/>
                    <a:pt x="950" y="1100"/>
                  </a:cubicBezTo>
                  <a:cubicBezTo>
                    <a:pt x="955" y="1100"/>
                    <a:pt x="881" y="1134"/>
                    <a:pt x="857" y="1136"/>
                  </a:cubicBezTo>
                  <a:cubicBezTo>
                    <a:pt x="831" y="1137"/>
                    <a:pt x="815" y="1140"/>
                    <a:pt x="801" y="1144"/>
                  </a:cubicBezTo>
                  <a:cubicBezTo>
                    <a:pt x="800" y="1145"/>
                    <a:pt x="799" y="1145"/>
                    <a:pt x="798" y="1145"/>
                  </a:cubicBezTo>
                  <a:cubicBezTo>
                    <a:pt x="785" y="1145"/>
                    <a:pt x="781" y="1119"/>
                    <a:pt x="766" y="1118"/>
                  </a:cubicBezTo>
                  <a:cubicBezTo>
                    <a:pt x="766" y="1118"/>
                    <a:pt x="831" y="1098"/>
                    <a:pt x="843" y="1092"/>
                  </a:cubicBezTo>
                  <a:cubicBezTo>
                    <a:pt x="844" y="1091"/>
                    <a:pt x="847" y="1091"/>
                    <a:pt x="851" y="1091"/>
                  </a:cubicBezTo>
                  <a:close/>
                  <a:moveTo>
                    <a:pt x="1081" y="1187"/>
                  </a:moveTo>
                  <a:cubicBezTo>
                    <a:pt x="1089" y="1187"/>
                    <a:pt x="1096" y="1187"/>
                    <a:pt x="1101" y="1188"/>
                  </a:cubicBezTo>
                  <a:cubicBezTo>
                    <a:pt x="1128" y="1195"/>
                    <a:pt x="1236" y="1262"/>
                    <a:pt x="1271" y="1264"/>
                  </a:cubicBezTo>
                  <a:cubicBezTo>
                    <a:pt x="1303" y="1265"/>
                    <a:pt x="1407" y="1301"/>
                    <a:pt x="1445" y="1301"/>
                  </a:cubicBezTo>
                  <a:cubicBezTo>
                    <a:pt x="1449" y="1301"/>
                    <a:pt x="1452" y="1301"/>
                    <a:pt x="1455" y="1300"/>
                  </a:cubicBezTo>
                  <a:cubicBezTo>
                    <a:pt x="1461" y="1299"/>
                    <a:pt x="1468" y="1298"/>
                    <a:pt x="1476" y="1298"/>
                  </a:cubicBezTo>
                  <a:cubicBezTo>
                    <a:pt x="1501" y="1298"/>
                    <a:pt x="1531" y="1306"/>
                    <a:pt x="1539" y="1316"/>
                  </a:cubicBezTo>
                  <a:cubicBezTo>
                    <a:pt x="1539" y="1316"/>
                    <a:pt x="1798" y="1507"/>
                    <a:pt x="1844" y="1532"/>
                  </a:cubicBezTo>
                  <a:cubicBezTo>
                    <a:pt x="1888" y="1556"/>
                    <a:pt x="1955" y="1630"/>
                    <a:pt x="1964" y="1630"/>
                  </a:cubicBezTo>
                  <a:cubicBezTo>
                    <a:pt x="1964" y="1630"/>
                    <a:pt x="1964" y="1629"/>
                    <a:pt x="1964" y="1629"/>
                  </a:cubicBezTo>
                  <a:lnTo>
                    <a:pt x="1964" y="1629"/>
                  </a:lnTo>
                  <a:cubicBezTo>
                    <a:pt x="1957" y="1632"/>
                    <a:pt x="1879" y="1663"/>
                    <a:pt x="1825" y="1678"/>
                  </a:cubicBezTo>
                  <a:cubicBezTo>
                    <a:pt x="1812" y="1681"/>
                    <a:pt x="1799" y="1682"/>
                    <a:pt x="1786" y="1682"/>
                  </a:cubicBezTo>
                  <a:cubicBezTo>
                    <a:pt x="1737" y="1682"/>
                    <a:pt x="1686" y="1661"/>
                    <a:pt x="1648" y="1632"/>
                  </a:cubicBezTo>
                  <a:cubicBezTo>
                    <a:pt x="1600" y="1594"/>
                    <a:pt x="1407" y="1504"/>
                    <a:pt x="1353" y="1485"/>
                  </a:cubicBezTo>
                  <a:cubicBezTo>
                    <a:pt x="1300" y="1468"/>
                    <a:pt x="1090" y="1350"/>
                    <a:pt x="1040" y="1326"/>
                  </a:cubicBezTo>
                  <a:cubicBezTo>
                    <a:pt x="989" y="1303"/>
                    <a:pt x="884" y="1223"/>
                    <a:pt x="865" y="1213"/>
                  </a:cubicBezTo>
                  <a:cubicBezTo>
                    <a:pt x="847" y="1204"/>
                    <a:pt x="936" y="1208"/>
                    <a:pt x="956" y="1203"/>
                  </a:cubicBezTo>
                  <a:cubicBezTo>
                    <a:pt x="976" y="1197"/>
                    <a:pt x="1042" y="1187"/>
                    <a:pt x="1081" y="1187"/>
                  </a:cubicBezTo>
                  <a:close/>
                  <a:moveTo>
                    <a:pt x="574" y="1"/>
                  </a:moveTo>
                  <a:cubicBezTo>
                    <a:pt x="441" y="1"/>
                    <a:pt x="313" y="43"/>
                    <a:pt x="225" y="120"/>
                  </a:cubicBezTo>
                  <a:cubicBezTo>
                    <a:pt x="26" y="299"/>
                    <a:pt x="1" y="483"/>
                    <a:pt x="15" y="658"/>
                  </a:cubicBezTo>
                  <a:cubicBezTo>
                    <a:pt x="33" y="830"/>
                    <a:pt x="157" y="954"/>
                    <a:pt x="157" y="961"/>
                  </a:cubicBezTo>
                  <a:cubicBezTo>
                    <a:pt x="152" y="965"/>
                    <a:pt x="158" y="980"/>
                    <a:pt x="183" y="1010"/>
                  </a:cubicBezTo>
                  <a:cubicBezTo>
                    <a:pt x="209" y="1039"/>
                    <a:pt x="284" y="1077"/>
                    <a:pt x="301" y="1077"/>
                  </a:cubicBezTo>
                  <a:cubicBezTo>
                    <a:pt x="302" y="1077"/>
                    <a:pt x="302" y="1077"/>
                    <a:pt x="302" y="1077"/>
                  </a:cubicBezTo>
                  <a:cubicBezTo>
                    <a:pt x="320" y="1077"/>
                    <a:pt x="381" y="1128"/>
                    <a:pt x="406" y="1156"/>
                  </a:cubicBezTo>
                  <a:cubicBezTo>
                    <a:pt x="431" y="1182"/>
                    <a:pt x="489" y="1224"/>
                    <a:pt x="518" y="1249"/>
                  </a:cubicBezTo>
                  <a:cubicBezTo>
                    <a:pt x="549" y="1274"/>
                    <a:pt x="661" y="1357"/>
                    <a:pt x="693" y="1375"/>
                  </a:cubicBezTo>
                  <a:cubicBezTo>
                    <a:pt x="723" y="1393"/>
                    <a:pt x="809" y="1474"/>
                    <a:pt x="853" y="1520"/>
                  </a:cubicBezTo>
                  <a:cubicBezTo>
                    <a:pt x="898" y="1567"/>
                    <a:pt x="1076" y="1702"/>
                    <a:pt x="1143" y="1761"/>
                  </a:cubicBezTo>
                  <a:cubicBezTo>
                    <a:pt x="1211" y="1817"/>
                    <a:pt x="1450" y="1973"/>
                    <a:pt x="1536" y="2023"/>
                  </a:cubicBezTo>
                  <a:cubicBezTo>
                    <a:pt x="1591" y="2055"/>
                    <a:pt x="1630" y="2059"/>
                    <a:pt x="1662" y="2059"/>
                  </a:cubicBezTo>
                  <a:cubicBezTo>
                    <a:pt x="1674" y="2059"/>
                    <a:pt x="1685" y="2059"/>
                    <a:pt x="1697" y="2059"/>
                  </a:cubicBezTo>
                  <a:cubicBezTo>
                    <a:pt x="1701" y="2059"/>
                    <a:pt x="1705" y="2059"/>
                    <a:pt x="1710" y="2059"/>
                  </a:cubicBezTo>
                  <a:cubicBezTo>
                    <a:pt x="1752" y="2062"/>
                    <a:pt x="2039" y="2062"/>
                    <a:pt x="2166" y="2065"/>
                  </a:cubicBezTo>
                  <a:cubicBezTo>
                    <a:pt x="2173" y="2065"/>
                    <a:pt x="2182" y="2065"/>
                    <a:pt x="2190" y="2065"/>
                  </a:cubicBezTo>
                  <a:cubicBezTo>
                    <a:pt x="2326" y="2065"/>
                    <a:pt x="2576" y="2045"/>
                    <a:pt x="2616" y="2031"/>
                  </a:cubicBezTo>
                  <a:cubicBezTo>
                    <a:pt x="2647" y="2022"/>
                    <a:pt x="2721" y="2003"/>
                    <a:pt x="2760" y="2003"/>
                  </a:cubicBezTo>
                  <a:cubicBezTo>
                    <a:pt x="2773" y="2003"/>
                    <a:pt x="2783" y="2005"/>
                    <a:pt x="2785" y="2011"/>
                  </a:cubicBezTo>
                  <a:cubicBezTo>
                    <a:pt x="2790" y="2031"/>
                    <a:pt x="2798" y="2036"/>
                    <a:pt x="2811" y="2052"/>
                  </a:cubicBezTo>
                  <a:cubicBezTo>
                    <a:pt x="2824" y="2069"/>
                    <a:pt x="2840" y="2115"/>
                    <a:pt x="2862" y="2173"/>
                  </a:cubicBezTo>
                  <a:cubicBezTo>
                    <a:pt x="2884" y="2230"/>
                    <a:pt x="2986" y="2554"/>
                    <a:pt x="2997" y="2591"/>
                  </a:cubicBezTo>
                  <a:cubicBezTo>
                    <a:pt x="3008" y="2627"/>
                    <a:pt x="3041" y="2924"/>
                    <a:pt x="3034" y="2943"/>
                  </a:cubicBezTo>
                  <a:cubicBezTo>
                    <a:pt x="3025" y="2962"/>
                    <a:pt x="3044" y="2967"/>
                    <a:pt x="3059" y="3015"/>
                  </a:cubicBezTo>
                  <a:cubicBezTo>
                    <a:pt x="3073" y="3063"/>
                    <a:pt x="3041" y="3292"/>
                    <a:pt x="3012" y="3357"/>
                  </a:cubicBezTo>
                  <a:cubicBezTo>
                    <a:pt x="2984" y="3421"/>
                    <a:pt x="3063" y="3493"/>
                    <a:pt x="3105" y="3522"/>
                  </a:cubicBezTo>
                  <a:cubicBezTo>
                    <a:pt x="3136" y="3545"/>
                    <a:pt x="3113" y="3568"/>
                    <a:pt x="3077" y="3568"/>
                  </a:cubicBezTo>
                  <a:cubicBezTo>
                    <a:pt x="3065" y="3568"/>
                    <a:pt x="3051" y="3565"/>
                    <a:pt x="3038" y="3560"/>
                  </a:cubicBezTo>
                  <a:cubicBezTo>
                    <a:pt x="3036" y="3559"/>
                    <a:pt x="3033" y="3558"/>
                    <a:pt x="3031" y="3558"/>
                  </a:cubicBezTo>
                  <a:cubicBezTo>
                    <a:pt x="2978" y="3558"/>
                    <a:pt x="2943" y="3786"/>
                    <a:pt x="2933" y="3820"/>
                  </a:cubicBezTo>
                  <a:cubicBezTo>
                    <a:pt x="2923" y="3858"/>
                    <a:pt x="2772" y="3877"/>
                    <a:pt x="2715" y="3895"/>
                  </a:cubicBezTo>
                  <a:cubicBezTo>
                    <a:pt x="2658" y="3911"/>
                    <a:pt x="2474" y="4099"/>
                    <a:pt x="2460" y="4133"/>
                  </a:cubicBezTo>
                  <a:cubicBezTo>
                    <a:pt x="2444" y="4168"/>
                    <a:pt x="2335" y="4291"/>
                    <a:pt x="2286" y="4321"/>
                  </a:cubicBezTo>
                  <a:cubicBezTo>
                    <a:pt x="2238" y="4353"/>
                    <a:pt x="2279" y="4394"/>
                    <a:pt x="2279" y="4394"/>
                  </a:cubicBezTo>
                  <a:cubicBezTo>
                    <a:pt x="2279" y="4394"/>
                    <a:pt x="2155" y="4553"/>
                    <a:pt x="2103" y="4632"/>
                  </a:cubicBezTo>
                  <a:cubicBezTo>
                    <a:pt x="2050" y="4710"/>
                    <a:pt x="1973" y="4933"/>
                    <a:pt x="1975" y="4999"/>
                  </a:cubicBezTo>
                  <a:cubicBezTo>
                    <a:pt x="1978" y="5064"/>
                    <a:pt x="2072" y="5236"/>
                    <a:pt x="2109" y="5350"/>
                  </a:cubicBezTo>
                  <a:cubicBezTo>
                    <a:pt x="2144" y="5463"/>
                    <a:pt x="2253" y="5632"/>
                    <a:pt x="2291" y="5685"/>
                  </a:cubicBezTo>
                  <a:cubicBezTo>
                    <a:pt x="2326" y="5739"/>
                    <a:pt x="2504" y="5915"/>
                    <a:pt x="2550" y="5966"/>
                  </a:cubicBezTo>
                  <a:cubicBezTo>
                    <a:pt x="2597" y="6018"/>
                    <a:pt x="2689" y="6173"/>
                    <a:pt x="2700" y="6193"/>
                  </a:cubicBezTo>
                  <a:cubicBezTo>
                    <a:pt x="2713" y="6214"/>
                    <a:pt x="2707" y="6215"/>
                    <a:pt x="2691" y="6230"/>
                  </a:cubicBezTo>
                  <a:cubicBezTo>
                    <a:pt x="2675" y="6244"/>
                    <a:pt x="2683" y="6266"/>
                    <a:pt x="2672" y="6278"/>
                  </a:cubicBezTo>
                  <a:cubicBezTo>
                    <a:pt x="2661" y="6289"/>
                    <a:pt x="2638" y="6327"/>
                    <a:pt x="2635" y="6352"/>
                  </a:cubicBezTo>
                  <a:cubicBezTo>
                    <a:pt x="2632" y="6377"/>
                    <a:pt x="2493" y="6562"/>
                    <a:pt x="2483" y="6608"/>
                  </a:cubicBezTo>
                  <a:cubicBezTo>
                    <a:pt x="2473" y="6654"/>
                    <a:pt x="2444" y="6723"/>
                    <a:pt x="2358" y="6786"/>
                  </a:cubicBezTo>
                  <a:cubicBezTo>
                    <a:pt x="2269" y="6849"/>
                    <a:pt x="2164" y="7048"/>
                    <a:pt x="2164" y="7104"/>
                  </a:cubicBezTo>
                  <a:cubicBezTo>
                    <a:pt x="2163" y="7160"/>
                    <a:pt x="2240" y="7193"/>
                    <a:pt x="2361" y="7200"/>
                  </a:cubicBezTo>
                  <a:cubicBezTo>
                    <a:pt x="2366" y="7200"/>
                    <a:pt x="2372" y="7200"/>
                    <a:pt x="2378" y="7200"/>
                  </a:cubicBezTo>
                  <a:cubicBezTo>
                    <a:pt x="2499" y="7200"/>
                    <a:pt x="2676" y="7119"/>
                    <a:pt x="2779" y="7044"/>
                  </a:cubicBezTo>
                  <a:cubicBezTo>
                    <a:pt x="2885" y="6964"/>
                    <a:pt x="2967" y="6807"/>
                    <a:pt x="3000" y="6782"/>
                  </a:cubicBezTo>
                  <a:cubicBezTo>
                    <a:pt x="3035" y="6757"/>
                    <a:pt x="3182" y="6740"/>
                    <a:pt x="3274" y="6686"/>
                  </a:cubicBezTo>
                  <a:cubicBezTo>
                    <a:pt x="3366" y="6630"/>
                    <a:pt x="3401" y="6528"/>
                    <a:pt x="3391" y="6455"/>
                  </a:cubicBezTo>
                  <a:cubicBezTo>
                    <a:pt x="3379" y="6383"/>
                    <a:pt x="3227" y="6168"/>
                    <a:pt x="3198" y="6134"/>
                  </a:cubicBezTo>
                  <a:cubicBezTo>
                    <a:pt x="3169" y="6099"/>
                    <a:pt x="3080" y="6072"/>
                    <a:pt x="3061" y="6069"/>
                  </a:cubicBezTo>
                  <a:cubicBezTo>
                    <a:pt x="3042" y="6068"/>
                    <a:pt x="2968" y="5924"/>
                    <a:pt x="2948" y="5882"/>
                  </a:cubicBezTo>
                  <a:cubicBezTo>
                    <a:pt x="2927" y="5839"/>
                    <a:pt x="2871" y="5708"/>
                    <a:pt x="2868" y="5675"/>
                  </a:cubicBezTo>
                  <a:cubicBezTo>
                    <a:pt x="2866" y="5643"/>
                    <a:pt x="2857" y="5554"/>
                    <a:pt x="2828" y="5449"/>
                  </a:cubicBezTo>
                  <a:cubicBezTo>
                    <a:pt x="2798" y="5344"/>
                    <a:pt x="2689" y="5210"/>
                    <a:pt x="2658" y="5172"/>
                  </a:cubicBezTo>
                  <a:cubicBezTo>
                    <a:pt x="2627" y="5133"/>
                    <a:pt x="2581" y="5077"/>
                    <a:pt x="2610" y="5067"/>
                  </a:cubicBezTo>
                  <a:cubicBezTo>
                    <a:pt x="2639" y="5058"/>
                    <a:pt x="2709" y="4991"/>
                    <a:pt x="2737" y="4983"/>
                  </a:cubicBezTo>
                  <a:cubicBezTo>
                    <a:pt x="2742" y="4981"/>
                    <a:pt x="2746" y="4980"/>
                    <a:pt x="2750" y="4980"/>
                  </a:cubicBezTo>
                  <a:cubicBezTo>
                    <a:pt x="2766" y="4980"/>
                    <a:pt x="2772" y="4993"/>
                    <a:pt x="2788" y="4997"/>
                  </a:cubicBezTo>
                  <a:cubicBezTo>
                    <a:pt x="2805" y="5005"/>
                    <a:pt x="2825" y="5038"/>
                    <a:pt x="2872" y="5063"/>
                  </a:cubicBezTo>
                  <a:cubicBezTo>
                    <a:pt x="2888" y="5072"/>
                    <a:pt x="2911" y="5076"/>
                    <a:pt x="2936" y="5076"/>
                  </a:cubicBezTo>
                  <a:cubicBezTo>
                    <a:pt x="2984" y="5076"/>
                    <a:pt x="3039" y="5064"/>
                    <a:pt x="3070" y="5054"/>
                  </a:cubicBezTo>
                  <a:cubicBezTo>
                    <a:pt x="3118" y="5040"/>
                    <a:pt x="3261" y="4939"/>
                    <a:pt x="3316" y="4920"/>
                  </a:cubicBezTo>
                  <a:cubicBezTo>
                    <a:pt x="3325" y="4917"/>
                    <a:pt x="3333" y="4916"/>
                    <a:pt x="3340" y="4916"/>
                  </a:cubicBezTo>
                  <a:cubicBezTo>
                    <a:pt x="3377" y="4916"/>
                    <a:pt x="3386" y="4957"/>
                    <a:pt x="3402" y="4986"/>
                  </a:cubicBezTo>
                  <a:cubicBezTo>
                    <a:pt x="3421" y="5021"/>
                    <a:pt x="3421" y="5050"/>
                    <a:pt x="3424" y="5114"/>
                  </a:cubicBezTo>
                  <a:cubicBezTo>
                    <a:pt x="3426" y="5178"/>
                    <a:pt x="3622" y="5341"/>
                    <a:pt x="3646" y="5395"/>
                  </a:cubicBezTo>
                  <a:cubicBezTo>
                    <a:pt x="3667" y="5447"/>
                    <a:pt x="3654" y="5469"/>
                    <a:pt x="3637" y="5510"/>
                  </a:cubicBezTo>
                  <a:cubicBezTo>
                    <a:pt x="3619" y="5551"/>
                    <a:pt x="3657" y="5576"/>
                    <a:pt x="3673" y="5590"/>
                  </a:cubicBezTo>
                  <a:cubicBezTo>
                    <a:pt x="3691" y="5606"/>
                    <a:pt x="3739" y="5816"/>
                    <a:pt x="3755" y="5890"/>
                  </a:cubicBezTo>
                  <a:cubicBezTo>
                    <a:pt x="3769" y="5963"/>
                    <a:pt x="3871" y="6005"/>
                    <a:pt x="3889" y="6049"/>
                  </a:cubicBezTo>
                  <a:cubicBezTo>
                    <a:pt x="3906" y="6091"/>
                    <a:pt x="3992" y="6252"/>
                    <a:pt x="4032" y="6346"/>
                  </a:cubicBezTo>
                  <a:cubicBezTo>
                    <a:pt x="4071" y="6441"/>
                    <a:pt x="4268" y="6575"/>
                    <a:pt x="4297" y="6598"/>
                  </a:cubicBezTo>
                  <a:cubicBezTo>
                    <a:pt x="4326" y="6620"/>
                    <a:pt x="4547" y="6922"/>
                    <a:pt x="4608" y="6996"/>
                  </a:cubicBezTo>
                  <a:cubicBezTo>
                    <a:pt x="4668" y="7070"/>
                    <a:pt x="4791" y="7219"/>
                    <a:pt x="4804" y="7245"/>
                  </a:cubicBezTo>
                  <a:cubicBezTo>
                    <a:pt x="4815" y="7271"/>
                    <a:pt x="4823" y="7297"/>
                    <a:pt x="4808" y="7308"/>
                  </a:cubicBezTo>
                  <a:cubicBezTo>
                    <a:pt x="4792" y="7319"/>
                    <a:pt x="4812" y="7344"/>
                    <a:pt x="4815" y="7356"/>
                  </a:cubicBezTo>
                  <a:cubicBezTo>
                    <a:pt x="4820" y="7366"/>
                    <a:pt x="4796" y="7424"/>
                    <a:pt x="4776" y="7456"/>
                  </a:cubicBezTo>
                  <a:cubicBezTo>
                    <a:pt x="4757" y="7488"/>
                    <a:pt x="4775" y="7522"/>
                    <a:pt x="4814" y="7551"/>
                  </a:cubicBezTo>
                  <a:cubicBezTo>
                    <a:pt x="4853" y="7579"/>
                    <a:pt x="4856" y="7596"/>
                    <a:pt x="4875" y="7670"/>
                  </a:cubicBezTo>
                  <a:cubicBezTo>
                    <a:pt x="4894" y="7745"/>
                    <a:pt x="4868" y="7970"/>
                    <a:pt x="4897" y="8104"/>
                  </a:cubicBezTo>
                  <a:cubicBezTo>
                    <a:pt x="4915" y="8187"/>
                    <a:pt x="4970" y="8224"/>
                    <a:pt x="5044" y="8224"/>
                  </a:cubicBezTo>
                  <a:cubicBezTo>
                    <a:pt x="5090" y="8224"/>
                    <a:pt x="5143" y="8209"/>
                    <a:pt x="5200" y="8183"/>
                  </a:cubicBezTo>
                  <a:cubicBezTo>
                    <a:pt x="5347" y="8115"/>
                    <a:pt x="5408" y="7912"/>
                    <a:pt x="5434" y="7791"/>
                  </a:cubicBezTo>
                  <a:cubicBezTo>
                    <a:pt x="5462" y="7670"/>
                    <a:pt x="5421" y="7501"/>
                    <a:pt x="5421" y="7485"/>
                  </a:cubicBezTo>
                  <a:cubicBezTo>
                    <a:pt x="5420" y="7471"/>
                    <a:pt x="5456" y="7380"/>
                    <a:pt x="5480" y="7345"/>
                  </a:cubicBezTo>
                  <a:cubicBezTo>
                    <a:pt x="5503" y="7311"/>
                    <a:pt x="5517" y="7254"/>
                    <a:pt x="5522" y="7155"/>
                  </a:cubicBezTo>
                  <a:cubicBezTo>
                    <a:pt x="5526" y="7059"/>
                    <a:pt x="5430" y="7016"/>
                    <a:pt x="5328" y="6993"/>
                  </a:cubicBezTo>
                  <a:cubicBezTo>
                    <a:pt x="5276" y="6981"/>
                    <a:pt x="5210" y="6975"/>
                    <a:pt x="5164" y="6975"/>
                  </a:cubicBezTo>
                  <a:cubicBezTo>
                    <a:pt x="5135" y="6975"/>
                    <a:pt x="5114" y="6977"/>
                    <a:pt x="5110" y="6981"/>
                  </a:cubicBezTo>
                  <a:cubicBezTo>
                    <a:pt x="5105" y="6987"/>
                    <a:pt x="5092" y="6992"/>
                    <a:pt x="5079" y="6992"/>
                  </a:cubicBezTo>
                  <a:cubicBezTo>
                    <a:pt x="5066" y="6992"/>
                    <a:pt x="5051" y="6987"/>
                    <a:pt x="5044" y="6970"/>
                  </a:cubicBezTo>
                  <a:cubicBezTo>
                    <a:pt x="5029" y="6936"/>
                    <a:pt x="4948" y="6662"/>
                    <a:pt x="4916" y="6568"/>
                  </a:cubicBezTo>
                  <a:cubicBezTo>
                    <a:pt x="4884" y="6473"/>
                    <a:pt x="4792" y="6355"/>
                    <a:pt x="4731" y="6310"/>
                  </a:cubicBezTo>
                  <a:cubicBezTo>
                    <a:pt x="4671" y="6263"/>
                    <a:pt x="4552" y="6142"/>
                    <a:pt x="4530" y="6116"/>
                  </a:cubicBezTo>
                  <a:cubicBezTo>
                    <a:pt x="4511" y="6090"/>
                    <a:pt x="4493" y="6016"/>
                    <a:pt x="4489" y="5988"/>
                  </a:cubicBezTo>
                  <a:cubicBezTo>
                    <a:pt x="4485" y="5962"/>
                    <a:pt x="4489" y="5908"/>
                    <a:pt x="4495" y="5908"/>
                  </a:cubicBezTo>
                  <a:cubicBezTo>
                    <a:pt x="4501" y="5908"/>
                    <a:pt x="4511" y="5898"/>
                    <a:pt x="4506" y="5874"/>
                  </a:cubicBezTo>
                  <a:cubicBezTo>
                    <a:pt x="4501" y="5852"/>
                    <a:pt x="4512" y="5549"/>
                    <a:pt x="4527" y="5487"/>
                  </a:cubicBezTo>
                  <a:cubicBezTo>
                    <a:pt x="4541" y="5424"/>
                    <a:pt x="4543" y="5038"/>
                    <a:pt x="4568" y="4933"/>
                  </a:cubicBezTo>
                  <a:cubicBezTo>
                    <a:pt x="4591" y="4827"/>
                    <a:pt x="4544" y="4677"/>
                    <a:pt x="4533" y="4629"/>
                  </a:cubicBezTo>
                  <a:cubicBezTo>
                    <a:pt x="4522" y="4581"/>
                    <a:pt x="4563" y="4358"/>
                    <a:pt x="4573" y="4291"/>
                  </a:cubicBezTo>
                  <a:cubicBezTo>
                    <a:pt x="4582" y="4224"/>
                    <a:pt x="4537" y="4061"/>
                    <a:pt x="4530" y="4042"/>
                  </a:cubicBezTo>
                  <a:cubicBezTo>
                    <a:pt x="4525" y="4024"/>
                    <a:pt x="4541" y="4036"/>
                    <a:pt x="4608" y="4023"/>
                  </a:cubicBezTo>
                  <a:cubicBezTo>
                    <a:pt x="4677" y="4010"/>
                    <a:pt x="4744" y="3957"/>
                    <a:pt x="4770" y="3880"/>
                  </a:cubicBezTo>
                  <a:cubicBezTo>
                    <a:pt x="4796" y="3804"/>
                    <a:pt x="4712" y="3682"/>
                    <a:pt x="4700" y="3629"/>
                  </a:cubicBezTo>
                  <a:cubicBezTo>
                    <a:pt x="4690" y="3580"/>
                    <a:pt x="4522" y="3286"/>
                    <a:pt x="4492" y="3251"/>
                  </a:cubicBezTo>
                  <a:cubicBezTo>
                    <a:pt x="4463" y="3216"/>
                    <a:pt x="4437" y="3153"/>
                    <a:pt x="4447" y="3133"/>
                  </a:cubicBezTo>
                  <a:cubicBezTo>
                    <a:pt x="4455" y="3111"/>
                    <a:pt x="4458" y="2971"/>
                    <a:pt x="4451" y="2946"/>
                  </a:cubicBezTo>
                  <a:cubicBezTo>
                    <a:pt x="4444" y="2923"/>
                    <a:pt x="4450" y="2782"/>
                    <a:pt x="4461" y="2757"/>
                  </a:cubicBezTo>
                  <a:cubicBezTo>
                    <a:pt x="4472" y="2731"/>
                    <a:pt x="4480" y="2605"/>
                    <a:pt x="4479" y="2530"/>
                  </a:cubicBezTo>
                  <a:cubicBezTo>
                    <a:pt x="4477" y="2454"/>
                    <a:pt x="4352" y="2154"/>
                    <a:pt x="4343" y="2090"/>
                  </a:cubicBezTo>
                  <a:cubicBezTo>
                    <a:pt x="4333" y="2024"/>
                    <a:pt x="4259" y="1819"/>
                    <a:pt x="4189" y="1663"/>
                  </a:cubicBezTo>
                  <a:cubicBezTo>
                    <a:pt x="4119" y="1507"/>
                    <a:pt x="3915" y="1393"/>
                    <a:pt x="3915" y="1393"/>
                  </a:cubicBezTo>
                  <a:cubicBezTo>
                    <a:pt x="3914" y="1394"/>
                    <a:pt x="3913" y="1394"/>
                    <a:pt x="3912" y="1394"/>
                  </a:cubicBezTo>
                  <a:cubicBezTo>
                    <a:pt x="3901" y="1394"/>
                    <a:pt x="3880" y="1369"/>
                    <a:pt x="3895" y="1369"/>
                  </a:cubicBezTo>
                  <a:cubicBezTo>
                    <a:pt x="3911" y="1367"/>
                    <a:pt x="3918" y="1326"/>
                    <a:pt x="3922" y="1267"/>
                  </a:cubicBezTo>
                  <a:cubicBezTo>
                    <a:pt x="3925" y="1207"/>
                    <a:pt x="3966" y="1136"/>
                    <a:pt x="4049" y="914"/>
                  </a:cubicBezTo>
                  <a:cubicBezTo>
                    <a:pt x="4131" y="694"/>
                    <a:pt x="3863" y="502"/>
                    <a:pt x="3720" y="450"/>
                  </a:cubicBezTo>
                  <a:cubicBezTo>
                    <a:pt x="3686" y="437"/>
                    <a:pt x="3643" y="432"/>
                    <a:pt x="3598" y="432"/>
                  </a:cubicBezTo>
                  <a:cubicBezTo>
                    <a:pt x="3453" y="432"/>
                    <a:pt x="3278" y="481"/>
                    <a:pt x="3229" y="487"/>
                  </a:cubicBezTo>
                  <a:cubicBezTo>
                    <a:pt x="3165" y="495"/>
                    <a:pt x="3146" y="589"/>
                    <a:pt x="3152" y="616"/>
                  </a:cubicBezTo>
                  <a:cubicBezTo>
                    <a:pt x="3158" y="642"/>
                    <a:pt x="3117" y="712"/>
                    <a:pt x="3091" y="755"/>
                  </a:cubicBezTo>
                  <a:cubicBezTo>
                    <a:pt x="3063" y="798"/>
                    <a:pt x="3089" y="834"/>
                    <a:pt x="3095" y="856"/>
                  </a:cubicBezTo>
                  <a:cubicBezTo>
                    <a:pt x="3102" y="878"/>
                    <a:pt x="3072" y="903"/>
                    <a:pt x="3000" y="958"/>
                  </a:cubicBezTo>
                  <a:cubicBezTo>
                    <a:pt x="2929" y="1012"/>
                    <a:pt x="2962" y="1044"/>
                    <a:pt x="2981" y="1057"/>
                  </a:cubicBezTo>
                  <a:cubicBezTo>
                    <a:pt x="3000" y="1072"/>
                    <a:pt x="3000" y="1108"/>
                    <a:pt x="2981" y="1139"/>
                  </a:cubicBezTo>
                  <a:cubicBezTo>
                    <a:pt x="2962" y="1168"/>
                    <a:pt x="2970" y="1198"/>
                    <a:pt x="2986" y="1223"/>
                  </a:cubicBezTo>
                  <a:cubicBezTo>
                    <a:pt x="3002" y="1246"/>
                    <a:pt x="2978" y="1258"/>
                    <a:pt x="2954" y="1275"/>
                  </a:cubicBezTo>
                  <a:cubicBezTo>
                    <a:pt x="2929" y="1293"/>
                    <a:pt x="2955" y="1331"/>
                    <a:pt x="2977" y="1356"/>
                  </a:cubicBezTo>
                  <a:cubicBezTo>
                    <a:pt x="2999" y="1382"/>
                    <a:pt x="2965" y="1431"/>
                    <a:pt x="2965" y="1431"/>
                  </a:cubicBezTo>
                  <a:cubicBezTo>
                    <a:pt x="2965" y="1431"/>
                    <a:pt x="2917" y="1431"/>
                    <a:pt x="2833" y="1436"/>
                  </a:cubicBezTo>
                  <a:cubicBezTo>
                    <a:pt x="2747" y="1440"/>
                    <a:pt x="2571" y="1494"/>
                    <a:pt x="2559" y="1498"/>
                  </a:cubicBezTo>
                  <a:cubicBezTo>
                    <a:pt x="2558" y="1498"/>
                    <a:pt x="2557" y="1499"/>
                    <a:pt x="2556" y="1499"/>
                  </a:cubicBezTo>
                  <a:cubicBezTo>
                    <a:pt x="2539" y="1499"/>
                    <a:pt x="2478" y="1475"/>
                    <a:pt x="2435" y="1446"/>
                  </a:cubicBezTo>
                  <a:cubicBezTo>
                    <a:pt x="2388" y="1414"/>
                    <a:pt x="2228" y="1375"/>
                    <a:pt x="2168" y="1348"/>
                  </a:cubicBezTo>
                  <a:cubicBezTo>
                    <a:pt x="2109" y="1324"/>
                    <a:pt x="1729" y="1141"/>
                    <a:pt x="1688" y="1124"/>
                  </a:cubicBezTo>
                  <a:cubicBezTo>
                    <a:pt x="1646" y="1106"/>
                    <a:pt x="1544" y="1088"/>
                    <a:pt x="1526" y="1069"/>
                  </a:cubicBezTo>
                  <a:cubicBezTo>
                    <a:pt x="1509" y="1050"/>
                    <a:pt x="1315" y="939"/>
                    <a:pt x="1306" y="938"/>
                  </a:cubicBezTo>
                  <a:cubicBezTo>
                    <a:pt x="1297" y="936"/>
                    <a:pt x="1312" y="916"/>
                    <a:pt x="1290" y="894"/>
                  </a:cubicBezTo>
                  <a:cubicBezTo>
                    <a:pt x="1285" y="888"/>
                    <a:pt x="1278" y="887"/>
                    <a:pt x="1271" y="887"/>
                  </a:cubicBezTo>
                  <a:cubicBezTo>
                    <a:pt x="1256" y="887"/>
                    <a:pt x="1237" y="896"/>
                    <a:pt x="1220" y="896"/>
                  </a:cubicBezTo>
                  <a:cubicBezTo>
                    <a:pt x="1216" y="896"/>
                    <a:pt x="1211" y="895"/>
                    <a:pt x="1207" y="894"/>
                  </a:cubicBezTo>
                  <a:cubicBezTo>
                    <a:pt x="1179" y="884"/>
                    <a:pt x="1101" y="841"/>
                    <a:pt x="1101" y="841"/>
                  </a:cubicBezTo>
                  <a:cubicBezTo>
                    <a:pt x="1101" y="841"/>
                    <a:pt x="1105" y="820"/>
                    <a:pt x="1123" y="771"/>
                  </a:cubicBezTo>
                  <a:cubicBezTo>
                    <a:pt x="1140" y="725"/>
                    <a:pt x="1219" y="505"/>
                    <a:pt x="1031" y="228"/>
                  </a:cubicBezTo>
                  <a:cubicBezTo>
                    <a:pt x="925" y="72"/>
                    <a:pt x="746" y="1"/>
                    <a:pt x="5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41"/>
            <p:cNvSpPr/>
            <p:nvPr/>
          </p:nvSpPr>
          <p:spPr>
            <a:xfrm>
              <a:off x="1423360" y="1562785"/>
              <a:ext cx="98810" cy="103149"/>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3" name="Google Shape;893;p41"/>
          <p:cNvGrpSpPr/>
          <p:nvPr/>
        </p:nvGrpSpPr>
        <p:grpSpPr>
          <a:xfrm>
            <a:off x="4282758" y="2138414"/>
            <a:ext cx="585151" cy="1020891"/>
            <a:chOff x="3065592" y="1598975"/>
            <a:chExt cx="367303" cy="640820"/>
          </a:xfrm>
        </p:grpSpPr>
        <p:sp>
          <p:nvSpPr>
            <p:cNvPr id="894" name="Google Shape;894;p41"/>
            <p:cNvSpPr/>
            <p:nvPr/>
          </p:nvSpPr>
          <p:spPr>
            <a:xfrm>
              <a:off x="3065592" y="1598975"/>
              <a:ext cx="367303" cy="640820"/>
            </a:xfrm>
            <a:custGeom>
              <a:rect b="b" l="l" r="r" t="t"/>
              <a:pathLst>
                <a:path extrusionOk="0" h="8418" w="4825">
                  <a:moveTo>
                    <a:pt x="763" y="3204"/>
                  </a:moveTo>
                  <a:cubicBezTo>
                    <a:pt x="766" y="3204"/>
                    <a:pt x="768" y="3207"/>
                    <a:pt x="768" y="3215"/>
                  </a:cubicBezTo>
                  <a:cubicBezTo>
                    <a:pt x="768" y="3250"/>
                    <a:pt x="758" y="3331"/>
                    <a:pt x="758" y="3404"/>
                  </a:cubicBezTo>
                  <a:cubicBezTo>
                    <a:pt x="758" y="3477"/>
                    <a:pt x="851" y="3570"/>
                    <a:pt x="854" y="3649"/>
                  </a:cubicBezTo>
                  <a:cubicBezTo>
                    <a:pt x="859" y="3727"/>
                    <a:pt x="810" y="3869"/>
                    <a:pt x="810" y="3869"/>
                  </a:cubicBezTo>
                  <a:cubicBezTo>
                    <a:pt x="809" y="3869"/>
                    <a:pt x="808" y="3870"/>
                    <a:pt x="807" y="3870"/>
                  </a:cubicBezTo>
                  <a:cubicBezTo>
                    <a:pt x="785" y="3870"/>
                    <a:pt x="741" y="3779"/>
                    <a:pt x="724" y="3710"/>
                  </a:cubicBezTo>
                  <a:cubicBezTo>
                    <a:pt x="706" y="3639"/>
                    <a:pt x="583" y="3422"/>
                    <a:pt x="576" y="3376"/>
                  </a:cubicBezTo>
                  <a:cubicBezTo>
                    <a:pt x="569" y="3331"/>
                    <a:pt x="627" y="3304"/>
                    <a:pt x="679" y="3270"/>
                  </a:cubicBezTo>
                  <a:cubicBezTo>
                    <a:pt x="719" y="3243"/>
                    <a:pt x="751" y="3204"/>
                    <a:pt x="763" y="3204"/>
                  </a:cubicBezTo>
                  <a:close/>
                  <a:moveTo>
                    <a:pt x="1844" y="1"/>
                  </a:moveTo>
                  <a:cubicBezTo>
                    <a:pt x="1808" y="1"/>
                    <a:pt x="1775" y="5"/>
                    <a:pt x="1746" y="13"/>
                  </a:cubicBezTo>
                  <a:cubicBezTo>
                    <a:pt x="1558" y="64"/>
                    <a:pt x="1440" y="282"/>
                    <a:pt x="1424" y="383"/>
                  </a:cubicBezTo>
                  <a:cubicBezTo>
                    <a:pt x="1409" y="483"/>
                    <a:pt x="1422" y="655"/>
                    <a:pt x="1430" y="702"/>
                  </a:cubicBezTo>
                  <a:cubicBezTo>
                    <a:pt x="1435" y="749"/>
                    <a:pt x="1428" y="826"/>
                    <a:pt x="1440" y="901"/>
                  </a:cubicBezTo>
                  <a:cubicBezTo>
                    <a:pt x="1451" y="980"/>
                    <a:pt x="1492" y="1041"/>
                    <a:pt x="1488" y="1065"/>
                  </a:cubicBezTo>
                  <a:cubicBezTo>
                    <a:pt x="1482" y="1088"/>
                    <a:pt x="1368" y="1086"/>
                    <a:pt x="1328" y="1092"/>
                  </a:cubicBezTo>
                  <a:cubicBezTo>
                    <a:pt x="1285" y="1100"/>
                    <a:pt x="1234" y="1177"/>
                    <a:pt x="1226" y="1204"/>
                  </a:cubicBezTo>
                  <a:cubicBezTo>
                    <a:pt x="1215" y="1231"/>
                    <a:pt x="1099" y="1267"/>
                    <a:pt x="1049" y="1292"/>
                  </a:cubicBezTo>
                  <a:cubicBezTo>
                    <a:pt x="1001" y="1317"/>
                    <a:pt x="918" y="1458"/>
                    <a:pt x="870" y="1526"/>
                  </a:cubicBezTo>
                  <a:cubicBezTo>
                    <a:pt x="824" y="1595"/>
                    <a:pt x="611" y="1650"/>
                    <a:pt x="519" y="1679"/>
                  </a:cubicBezTo>
                  <a:cubicBezTo>
                    <a:pt x="427" y="1707"/>
                    <a:pt x="516" y="2080"/>
                    <a:pt x="541" y="2132"/>
                  </a:cubicBezTo>
                  <a:cubicBezTo>
                    <a:pt x="567" y="2183"/>
                    <a:pt x="563" y="2229"/>
                    <a:pt x="547" y="2253"/>
                  </a:cubicBezTo>
                  <a:cubicBezTo>
                    <a:pt x="529" y="2275"/>
                    <a:pt x="502" y="2330"/>
                    <a:pt x="467" y="2392"/>
                  </a:cubicBezTo>
                  <a:cubicBezTo>
                    <a:pt x="429" y="2451"/>
                    <a:pt x="226" y="2816"/>
                    <a:pt x="152" y="2954"/>
                  </a:cubicBezTo>
                  <a:cubicBezTo>
                    <a:pt x="76" y="3094"/>
                    <a:pt x="44" y="3292"/>
                    <a:pt x="22" y="3407"/>
                  </a:cubicBezTo>
                  <a:cubicBezTo>
                    <a:pt x="1" y="3522"/>
                    <a:pt x="76" y="3630"/>
                    <a:pt x="100" y="3672"/>
                  </a:cubicBezTo>
                  <a:cubicBezTo>
                    <a:pt x="123" y="3714"/>
                    <a:pt x="210" y="3808"/>
                    <a:pt x="244" y="3859"/>
                  </a:cubicBezTo>
                  <a:cubicBezTo>
                    <a:pt x="277" y="3908"/>
                    <a:pt x="314" y="3943"/>
                    <a:pt x="350" y="3998"/>
                  </a:cubicBezTo>
                  <a:cubicBezTo>
                    <a:pt x="387" y="4054"/>
                    <a:pt x="491" y="4140"/>
                    <a:pt x="515" y="4164"/>
                  </a:cubicBezTo>
                  <a:cubicBezTo>
                    <a:pt x="538" y="4189"/>
                    <a:pt x="614" y="4261"/>
                    <a:pt x="636" y="4304"/>
                  </a:cubicBezTo>
                  <a:cubicBezTo>
                    <a:pt x="660" y="4348"/>
                    <a:pt x="743" y="4434"/>
                    <a:pt x="768" y="4462"/>
                  </a:cubicBezTo>
                  <a:cubicBezTo>
                    <a:pt x="793" y="4491"/>
                    <a:pt x="863" y="4587"/>
                    <a:pt x="873" y="4606"/>
                  </a:cubicBezTo>
                  <a:cubicBezTo>
                    <a:pt x="883" y="4625"/>
                    <a:pt x="892" y="4626"/>
                    <a:pt x="891" y="4648"/>
                  </a:cubicBezTo>
                  <a:cubicBezTo>
                    <a:pt x="889" y="4668"/>
                    <a:pt x="924" y="4692"/>
                    <a:pt x="937" y="4702"/>
                  </a:cubicBezTo>
                  <a:cubicBezTo>
                    <a:pt x="950" y="4715"/>
                    <a:pt x="956" y="4749"/>
                    <a:pt x="969" y="4808"/>
                  </a:cubicBezTo>
                  <a:cubicBezTo>
                    <a:pt x="982" y="4868"/>
                    <a:pt x="1030" y="4935"/>
                    <a:pt x="1041" y="4969"/>
                  </a:cubicBezTo>
                  <a:cubicBezTo>
                    <a:pt x="1054" y="5002"/>
                    <a:pt x="1083" y="5069"/>
                    <a:pt x="1092" y="5092"/>
                  </a:cubicBezTo>
                  <a:cubicBezTo>
                    <a:pt x="1100" y="5116"/>
                    <a:pt x="1122" y="5159"/>
                    <a:pt x="1127" y="5203"/>
                  </a:cubicBezTo>
                  <a:cubicBezTo>
                    <a:pt x="1132" y="5247"/>
                    <a:pt x="1166" y="5263"/>
                    <a:pt x="1179" y="5292"/>
                  </a:cubicBezTo>
                  <a:cubicBezTo>
                    <a:pt x="1192" y="5320"/>
                    <a:pt x="1199" y="5362"/>
                    <a:pt x="1215" y="5390"/>
                  </a:cubicBezTo>
                  <a:cubicBezTo>
                    <a:pt x="1231" y="5419"/>
                    <a:pt x="1239" y="5429"/>
                    <a:pt x="1265" y="5429"/>
                  </a:cubicBezTo>
                  <a:cubicBezTo>
                    <a:pt x="1291" y="5429"/>
                    <a:pt x="1291" y="5416"/>
                    <a:pt x="1290" y="5382"/>
                  </a:cubicBezTo>
                  <a:cubicBezTo>
                    <a:pt x="1287" y="5349"/>
                    <a:pt x="1208" y="5221"/>
                    <a:pt x="1205" y="5194"/>
                  </a:cubicBezTo>
                  <a:cubicBezTo>
                    <a:pt x="1203" y="5173"/>
                    <a:pt x="1213" y="5151"/>
                    <a:pt x="1217" y="5151"/>
                  </a:cubicBezTo>
                  <a:cubicBezTo>
                    <a:pt x="1218" y="5151"/>
                    <a:pt x="1218" y="5152"/>
                    <a:pt x="1218" y="5154"/>
                  </a:cubicBezTo>
                  <a:cubicBezTo>
                    <a:pt x="1218" y="5167"/>
                    <a:pt x="1240" y="5200"/>
                    <a:pt x="1258" y="5238"/>
                  </a:cubicBezTo>
                  <a:cubicBezTo>
                    <a:pt x="1274" y="5276"/>
                    <a:pt x="1320" y="5321"/>
                    <a:pt x="1339" y="5343"/>
                  </a:cubicBezTo>
                  <a:cubicBezTo>
                    <a:pt x="1357" y="5365"/>
                    <a:pt x="1371" y="5388"/>
                    <a:pt x="1384" y="5407"/>
                  </a:cubicBezTo>
                  <a:cubicBezTo>
                    <a:pt x="1397" y="5425"/>
                    <a:pt x="1415" y="5467"/>
                    <a:pt x="1431" y="5490"/>
                  </a:cubicBezTo>
                  <a:cubicBezTo>
                    <a:pt x="1438" y="5501"/>
                    <a:pt x="1450" y="5506"/>
                    <a:pt x="1463" y="5506"/>
                  </a:cubicBezTo>
                  <a:cubicBezTo>
                    <a:pt x="1478" y="5506"/>
                    <a:pt x="1495" y="5498"/>
                    <a:pt x="1502" y="5486"/>
                  </a:cubicBezTo>
                  <a:cubicBezTo>
                    <a:pt x="1515" y="5464"/>
                    <a:pt x="1492" y="5420"/>
                    <a:pt x="1482" y="5398"/>
                  </a:cubicBezTo>
                  <a:cubicBezTo>
                    <a:pt x="1469" y="5376"/>
                    <a:pt x="1422" y="5299"/>
                    <a:pt x="1397" y="5274"/>
                  </a:cubicBezTo>
                  <a:cubicBezTo>
                    <a:pt x="1374" y="5251"/>
                    <a:pt x="1339" y="5180"/>
                    <a:pt x="1336" y="5171"/>
                  </a:cubicBezTo>
                  <a:lnTo>
                    <a:pt x="1336" y="5171"/>
                  </a:lnTo>
                  <a:cubicBezTo>
                    <a:pt x="1342" y="5175"/>
                    <a:pt x="1361" y="5194"/>
                    <a:pt x="1371" y="5209"/>
                  </a:cubicBezTo>
                  <a:cubicBezTo>
                    <a:pt x="1383" y="5226"/>
                    <a:pt x="1403" y="5263"/>
                    <a:pt x="1418" y="5282"/>
                  </a:cubicBezTo>
                  <a:cubicBezTo>
                    <a:pt x="1432" y="5299"/>
                    <a:pt x="1472" y="5339"/>
                    <a:pt x="1476" y="5357"/>
                  </a:cubicBezTo>
                  <a:cubicBezTo>
                    <a:pt x="1482" y="5375"/>
                    <a:pt x="1510" y="5414"/>
                    <a:pt x="1529" y="5462"/>
                  </a:cubicBezTo>
                  <a:cubicBezTo>
                    <a:pt x="1543" y="5503"/>
                    <a:pt x="1571" y="5506"/>
                    <a:pt x="1588" y="5506"/>
                  </a:cubicBezTo>
                  <a:cubicBezTo>
                    <a:pt x="1592" y="5506"/>
                    <a:pt x="1595" y="5506"/>
                    <a:pt x="1597" y="5506"/>
                  </a:cubicBezTo>
                  <a:cubicBezTo>
                    <a:pt x="1613" y="5506"/>
                    <a:pt x="1616" y="5464"/>
                    <a:pt x="1607" y="5417"/>
                  </a:cubicBezTo>
                  <a:cubicBezTo>
                    <a:pt x="1597" y="5371"/>
                    <a:pt x="1529" y="5264"/>
                    <a:pt x="1501" y="5223"/>
                  </a:cubicBezTo>
                  <a:cubicBezTo>
                    <a:pt x="1475" y="5181"/>
                    <a:pt x="1397" y="5066"/>
                    <a:pt x="1396" y="5056"/>
                  </a:cubicBezTo>
                  <a:cubicBezTo>
                    <a:pt x="1395" y="5047"/>
                    <a:pt x="1396" y="5029"/>
                    <a:pt x="1405" y="5029"/>
                  </a:cubicBezTo>
                  <a:cubicBezTo>
                    <a:pt x="1406" y="5029"/>
                    <a:pt x="1408" y="5030"/>
                    <a:pt x="1411" y="5031"/>
                  </a:cubicBezTo>
                  <a:cubicBezTo>
                    <a:pt x="1425" y="5040"/>
                    <a:pt x="1457" y="5057"/>
                    <a:pt x="1472" y="5088"/>
                  </a:cubicBezTo>
                  <a:cubicBezTo>
                    <a:pt x="1485" y="5117"/>
                    <a:pt x="1495" y="5135"/>
                    <a:pt x="1508" y="5152"/>
                  </a:cubicBezTo>
                  <a:cubicBezTo>
                    <a:pt x="1521" y="5171"/>
                    <a:pt x="1542" y="5186"/>
                    <a:pt x="1575" y="5263"/>
                  </a:cubicBezTo>
                  <a:cubicBezTo>
                    <a:pt x="1607" y="5340"/>
                    <a:pt x="1647" y="5344"/>
                    <a:pt x="1647" y="5344"/>
                  </a:cubicBezTo>
                  <a:cubicBezTo>
                    <a:pt x="1647" y="5344"/>
                    <a:pt x="1677" y="5371"/>
                    <a:pt x="1696" y="5391"/>
                  </a:cubicBezTo>
                  <a:cubicBezTo>
                    <a:pt x="1714" y="5414"/>
                    <a:pt x="1781" y="5592"/>
                    <a:pt x="1801" y="5634"/>
                  </a:cubicBezTo>
                  <a:cubicBezTo>
                    <a:pt x="1821" y="5675"/>
                    <a:pt x="1909" y="5859"/>
                    <a:pt x="1925" y="5923"/>
                  </a:cubicBezTo>
                  <a:cubicBezTo>
                    <a:pt x="1939" y="5985"/>
                    <a:pt x="2081" y="6192"/>
                    <a:pt x="2119" y="6245"/>
                  </a:cubicBezTo>
                  <a:cubicBezTo>
                    <a:pt x="2156" y="6297"/>
                    <a:pt x="2397" y="6412"/>
                    <a:pt x="2455" y="6435"/>
                  </a:cubicBezTo>
                  <a:cubicBezTo>
                    <a:pt x="2469" y="6441"/>
                    <a:pt x="2484" y="6443"/>
                    <a:pt x="2497" y="6443"/>
                  </a:cubicBezTo>
                  <a:cubicBezTo>
                    <a:pt x="2532" y="6443"/>
                    <a:pt x="2564" y="6430"/>
                    <a:pt x="2581" y="6430"/>
                  </a:cubicBezTo>
                  <a:cubicBezTo>
                    <a:pt x="2584" y="6430"/>
                    <a:pt x="2587" y="6430"/>
                    <a:pt x="2589" y="6431"/>
                  </a:cubicBezTo>
                  <a:cubicBezTo>
                    <a:pt x="2605" y="6440"/>
                    <a:pt x="2711" y="6480"/>
                    <a:pt x="2800" y="6480"/>
                  </a:cubicBezTo>
                  <a:cubicBezTo>
                    <a:pt x="2811" y="6480"/>
                    <a:pt x="2821" y="6479"/>
                    <a:pt x="2831" y="6478"/>
                  </a:cubicBezTo>
                  <a:cubicBezTo>
                    <a:pt x="2924" y="6466"/>
                    <a:pt x="2981" y="6278"/>
                    <a:pt x="2995" y="6249"/>
                  </a:cubicBezTo>
                  <a:cubicBezTo>
                    <a:pt x="3012" y="6221"/>
                    <a:pt x="3028" y="6124"/>
                    <a:pt x="3028" y="6038"/>
                  </a:cubicBezTo>
                  <a:cubicBezTo>
                    <a:pt x="3028" y="5950"/>
                    <a:pt x="2943" y="5748"/>
                    <a:pt x="2937" y="5748"/>
                  </a:cubicBezTo>
                  <a:cubicBezTo>
                    <a:pt x="2930" y="5748"/>
                    <a:pt x="2928" y="5727"/>
                    <a:pt x="2930" y="5716"/>
                  </a:cubicBezTo>
                  <a:cubicBezTo>
                    <a:pt x="2931" y="5704"/>
                    <a:pt x="2927" y="5660"/>
                    <a:pt x="2921" y="5627"/>
                  </a:cubicBezTo>
                  <a:cubicBezTo>
                    <a:pt x="2917" y="5593"/>
                    <a:pt x="2907" y="5510"/>
                    <a:pt x="2870" y="5432"/>
                  </a:cubicBezTo>
                  <a:cubicBezTo>
                    <a:pt x="2832" y="5353"/>
                    <a:pt x="2745" y="5190"/>
                    <a:pt x="2741" y="5177"/>
                  </a:cubicBezTo>
                  <a:cubicBezTo>
                    <a:pt x="2739" y="5171"/>
                    <a:pt x="2739" y="5169"/>
                    <a:pt x="2747" y="5169"/>
                  </a:cubicBezTo>
                  <a:cubicBezTo>
                    <a:pt x="2753" y="5169"/>
                    <a:pt x="2764" y="5171"/>
                    <a:pt x="2784" y="5174"/>
                  </a:cubicBezTo>
                  <a:cubicBezTo>
                    <a:pt x="2828" y="5183"/>
                    <a:pt x="2853" y="5228"/>
                    <a:pt x="2883" y="5253"/>
                  </a:cubicBezTo>
                  <a:cubicBezTo>
                    <a:pt x="2912" y="5277"/>
                    <a:pt x="2990" y="5331"/>
                    <a:pt x="3025" y="5366"/>
                  </a:cubicBezTo>
                  <a:cubicBezTo>
                    <a:pt x="3042" y="5383"/>
                    <a:pt x="3058" y="5384"/>
                    <a:pt x="3073" y="5384"/>
                  </a:cubicBezTo>
                  <a:cubicBezTo>
                    <a:pt x="3077" y="5384"/>
                    <a:pt x="3080" y="5384"/>
                    <a:pt x="3084" y="5384"/>
                  </a:cubicBezTo>
                  <a:cubicBezTo>
                    <a:pt x="3096" y="5384"/>
                    <a:pt x="3107" y="5385"/>
                    <a:pt x="3115" y="5397"/>
                  </a:cubicBezTo>
                  <a:cubicBezTo>
                    <a:pt x="3137" y="5423"/>
                    <a:pt x="3274" y="5608"/>
                    <a:pt x="3288" y="5618"/>
                  </a:cubicBezTo>
                  <a:cubicBezTo>
                    <a:pt x="3304" y="5631"/>
                    <a:pt x="3320" y="5644"/>
                    <a:pt x="3336" y="5698"/>
                  </a:cubicBezTo>
                  <a:cubicBezTo>
                    <a:pt x="3351" y="5751"/>
                    <a:pt x="3414" y="5870"/>
                    <a:pt x="3428" y="5899"/>
                  </a:cubicBezTo>
                  <a:cubicBezTo>
                    <a:pt x="3441" y="5930"/>
                    <a:pt x="3460" y="6007"/>
                    <a:pt x="3460" y="6041"/>
                  </a:cubicBezTo>
                  <a:cubicBezTo>
                    <a:pt x="3460" y="6074"/>
                    <a:pt x="3489" y="6218"/>
                    <a:pt x="3504" y="6306"/>
                  </a:cubicBezTo>
                  <a:cubicBezTo>
                    <a:pt x="3520" y="6396"/>
                    <a:pt x="3537" y="6498"/>
                    <a:pt x="3567" y="6564"/>
                  </a:cubicBezTo>
                  <a:cubicBezTo>
                    <a:pt x="3597" y="6629"/>
                    <a:pt x="3692" y="6785"/>
                    <a:pt x="3708" y="6807"/>
                  </a:cubicBezTo>
                  <a:cubicBezTo>
                    <a:pt x="3722" y="6829"/>
                    <a:pt x="3753" y="6897"/>
                    <a:pt x="3744" y="6903"/>
                  </a:cubicBezTo>
                  <a:cubicBezTo>
                    <a:pt x="3735" y="6907"/>
                    <a:pt x="3734" y="6912"/>
                    <a:pt x="3734" y="6938"/>
                  </a:cubicBezTo>
                  <a:cubicBezTo>
                    <a:pt x="3734" y="6963"/>
                    <a:pt x="3813" y="7140"/>
                    <a:pt x="3820" y="7158"/>
                  </a:cubicBezTo>
                  <a:cubicBezTo>
                    <a:pt x="3829" y="7174"/>
                    <a:pt x="3842" y="7224"/>
                    <a:pt x="3865" y="7264"/>
                  </a:cubicBezTo>
                  <a:cubicBezTo>
                    <a:pt x="3887" y="7307"/>
                    <a:pt x="3896" y="7406"/>
                    <a:pt x="3893" y="7451"/>
                  </a:cubicBezTo>
                  <a:cubicBezTo>
                    <a:pt x="3890" y="7496"/>
                    <a:pt x="3904" y="7522"/>
                    <a:pt x="3883" y="7557"/>
                  </a:cubicBezTo>
                  <a:cubicBezTo>
                    <a:pt x="3861" y="7594"/>
                    <a:pt x="3896" y="7623"/>
                    <a:pt x="3904" y="7672"/>
                  </a:cubicBezTo>
                  <a:cubicBezTo>
                    <a:pt x="3913" y="7723"/>
                    <a:pt x="3944" y="7862"/>
                    <a:pt x="3950" y="7910"/>
                  </a:cubicBezTo>
                  <a:cubicBezTo>
                    <a:pt x="3957" y="7955"/>
                    <a:pt x="3970" y="7988"/>
                    <a:pt x="3963" y="8013"/>
                  </a:cubicBezTo>
                  <a:cubicBezTo>
                    <a:pt x="3957" y="8036"/>
                    <a:pt x="3967" y="8119"/>
                    <a:pt x="3967" y="8149"/>
                  </a:cubicBezTo>
                  <a:cubicBezTo>
                    <a:pt x="3967" y="8178"/>
                    <a:pt x="3983" y="8223"/>
                    <a:pt x="4015" y="8246"/>
                  </a:cubicBezTo>
                  <a:cubicBezTo>
                    <a:pt x="4047" y="8271"/>
                    <a:pt x="4052" y="8328"/>
                    <a:pt x="4053" y="8373"/>
                  </a:cubicBezTo>
                  <a:cubicBezTo>
                    <a:pt x="4055" y="8418"/>
                    <a:pt x="4461" y="8409"/>
                    <a:pt x="4608" y="8417"/>
                  </a:cubicBezTo>
                  <a:cubicBezTo>
                    <a:pt x="4616" y="8417"/>
                    <a:pt x="4624" y="8417"/>
                    <a:pt x="4632" y="8417"/>
                  </a:cubicBezTo>
                  <a:cubicBezTo>
                    <a:pt x="4760" y="8417"/>
                    <a:pt x="4825" y="8371"/>
                    <a:pt x="4821" y="8285"/>
                  </a:cubicBezTo>
                  <a:cubicBezTo>
                    <a:pt x="4818" y="8195"/>
                    <a:pt x="4653" y="7988"/>
                    <a:pt x="4636" y="7974"/>
                  </a:cubicBezTo>
                  <a:cubicBezTo>
                    <a:pt x="4617" y="7958"/>
                    <a:pt x="4554" y="7883"/>
                    <a:pt x="4556" y="7838"/>
                  </a:cubicBezTo>
                  <a:cubicBezTo>
                    <a:pt x="4559" y="7793"/>
                    <a:pt x="4483" y="7554"/>
                    <a:pt x="4474" y="7519"/>
                  </a:cubicBezTo>
                  <a:cubicBezTo>
                    <a:pt x="4467" y="7483"/>
                    <a:pt x="4436" y="7423"/>
                    <a:pt x="4414" y="7423"/>
                  </a:cubicBezTo>
                  <a:cubicBezTo>
                    <a:pt x="4392" y="7423"/>
                    <a:pt x="4360" y="7385"/>
                    <a:pt x="4363" y="7362"/>
                  </a:cubicBezTo>
                  <a:cubicBezTo>
                    <a:pt x="4368" y="7339"/>
                    <a:pt x="4349" y="7295"/>
                    <a:pt x="4344" y="7253"/>
                  </a:cubicBezTo>
                  <a:cubicBezTo>
                    <a:pt x="4339" y="7210"/>
                    <a:pt x="4308" y="7136"/>
                    <a:pt x="4318" y="7095"/>
                  </a:cubicBezTo>
                  <a:cubicBezTo>
                    <a:pt x="4328" y="7056"/>
                    <a:pt x="4288" y="6830"/>
                    <a:pt x="4289" y="6808"/>
                  </a:cubicBezTo>
                  <a:cubicBezTo>
                    <a:pt x="4290" y="6787"/>
                    <a:pt x="4254" y="6778"/>
                    <a:pt x="4254" y="6706"/>
                  </a:cubicBezTo>
                  <a:cubicBezTo>
                    <a:pt x="4254" y="6634"/>
                    <a:pt x="4216" y="6383"/>
                    <a:pt x="4180" y="6211"/>
                  </a:cubicBezTo>
                  <a:cubicBezTo>
                    <a:pt x="4145" y="6039"/>
                    <a:pt x="4046" y="5853"/>
                    <a:pt x="4031" y="5819"/>
                  </a:cubicBezTo>
                  <a:cubicBezTo>
                    <a:pt x="4017" y="5786"/>
                    <a:pt x="3960" y="5682"/>
                    <a:pt x="3942" y="5633"/>
                  </a:cubicBezTo>
                  <a:cubicBezTo>
                    <a:pt x="3926" y="5582"/>
                    <a:pt x="3816" y="5320"/>
                    <a:pt x="3782" y="5242"/>
                  </a:cubicBezTo>
                  <a:cubicBezTo>
                    <a:pt x="3749" y="5167"/>
                    <a:pt x="3711" y="4992"/>
                    <a:pt x="3706" y="4960"/>
                  </a:cubicBezTo>
                  <a:cubicBezTo>
                    <a:pt x="3703" y="4928"/>
                    <a:pt x="3701" y="4899"/>
                    <a:pt x="3712" y="4894"/>
                  </a:cubicBezTo>
                  <a:cubicBezTo>
                    <a:pt x="3724" y="4891"/>
                    <a:pt x="3754" y="4839"/>
                    <a:pt x="3772" y="4801"/>
                  </a:cubicBezTo>
                  <a:cubicBezTo>
                    <a:pt x="3788" y="4762"/>
                    <a:pt x="3759" y="4670"/>
                    <a:pt x="3749" y="4651"/>
                  </a:cubicBezTo>
                  <a:cubicBezTo>
                    <a:pt x="3738" y="4631"/>
                    <a:pt x="3645" y="4485"/>
                    <a:pt x="3635" y="4472"/>
                  </a:cubicBezTo>
                  <a:cubicBezTo>
                    <a:pt x="3625" y="4459"/>
                    <a:pt x="3638" y="4431"/>
                    <a:pt x="3635" y="4389"/>
                  </a:cubicBezTo>
                  <a:cubicBezTo>
                    <a:pt x="3632" y="4347"/>
                    <a:pt x="3450" y="4122"/>
                    <a:pt x="3428" y="4087"/>
                  </a:cubicBezTo>
                  <a:cubicBezTo>
                    <a:pt x="3406" y="4052"/>
                    <a:pt x="3365" y="3987"/>
                    <a:pt x="3357" y="3977"/>
                  </a:cubicBezTo>
                  <a:cubicBezTo>
                    <a:pt x="3349" y="3966"/>
                    <a:pt x="3278" y="3905"/>
                    <a:pt x="3281" y="3891"/>
                  </a:cubicBezTo>
                  <a:cubicBezTo>
                    <a:pt x="3284" y="3878"/>
                    <a:pt x="3188" y="3693"/>
                    <a:pt x="3166" y="3659"/>
                  </a:cubicBezTo>
                  <a:cubicBezTo>
                    <a:pt x="3146" y="3625"/>
                    <a:pt x="3062" y="3497"/>
                    <a:pt x="3074" y="3459"/>
                  </a:cubicBezTo>
                  <a:cubicBezTo>
                    <a:pt x="3087" y="3422"/>
                    <a:pt x="2975" y="3353"/>
                    <a:pt x="2956" y="3353"/>
                  </a:cubicBezTo>
                  <a:cubicBezTo>
                    <a:pt x="2955" y="3353"/>
                    <a:pt x="2955" y="3353"/>
                    <a:pt x="2955" y="3353"/>
                  </a:cubicBezTo>
                  <a:cubicBezTo>
                    <a:pt x="2950" y="3353"/>
                    <a:pt x="2945" y="3354"/>
                    <a:pt x="2941" y="3354"/>
                  </a:cubicBezTo>
                  <a:cubicBezTo>
                    <a:pt x="2929" y="3354"/>
                    <a:pt x="2918" y="3351"/>
                    <a:pt x="2902" y="3333"/>
                  </a:cubicBezTo>
                  <a:cubicBezTo>
                    <a:pt x="2880" y="3306"/>
                    <a:pt x="2889" y="3107"/>
                    <a:pt x="2886" y="3030"/>
                  </a:cubicBezTo>
                  <a:cubicBezTo>
                    <a:pt x="2882" y="2953"/>
                    <a:pt x="2722" y="2909"/>
                    <a:pt x="2722" y="2909"/>
                  </a:cubicBezTo>
                  <a:cubicBezTo>
                    <a:pt x="2722" y="2909"/>
                    <a:pt x="2720" y="2823"/>
                    <a:pt x="2732" y="2775"/>
                  </a:cubicBezTo>
                  <a:cubicBezTo>
                    <a:pt x="2743" y="2730"/>
                    <a:pt x="2829" y="2419"/>
                    <a:pt x="2831" y="2408"/>
                  </a:cubicBezTo>
                  <a:cubicBezTo>
                    <a:pt x="2832" y="2399"/>
                    <a:pt x="2822" y="2325"/>
                    <a:pt x="2846" y="2325"/>
                  </a:cubicBezTo>
                  <a:cubicBezTo>
                    <a:pt x="2854" y="2325"/>
                    <a:pt x="2865" y="2333"/>
                    <a:pt x="2880" y="2351"/>
                  </a:cubicBezTo>
                  <a:cubicBezTo>
                    <a:pt x="2946" y="2428"/>
                    <a:pt x="3215" y="2470"/>
                    <a:pt x="3309" y="2475"/>
                  </a:cubicBezTo>
                  <a:cubicBezTo>
                    <a:pt x="3312" y="2475"/>
                    <a:pt x="3316" y="2475"/>
                    <a:pt x="3319" y="2475"/>
                  </a:cubicBezTo>
                  <a:cubicBezTo>
                    <a:pt x="3402" y="2475"/>
                    <a:pt x="3516" y="2435"/>
                    <a:pt x="3555" y="2435"/>
                  </a:cubicBezTo>
                  <a:cubicBezTo>
                    <a:pt x="3561" y="2435"/>
                    <a:pt x="3565" y="2436"/>
                    <a:pt x="3567" y="2438"/>
                  </a:cubicBezTo>
                  <a:cubicBezTo>
                    <a:pt x="3584" y="2453"/>
                    <a:pt x="3721" y="2562"/>
                    <a:pt x="3791" y="2591"/>
                  </a:cubicBezTo>
                  <a:cubicBezTo>
                    <a:pt x="3822" y="2605"/>
                    <a:pt x="3863" y="2609"/>
                    <a:pt x="3904" y="2609"/>
                  </a:cubicBezTo>
                  <a:cubicBezTo>
                    <a:pt x="3956" y="2609"/>
                    <a:pt x="4008" y="2602"/>
                    <a:pt x="4037" y="2601"/>
                  </a:cubicBezTo>
                  <a:cubicBezTo>
                    <a:pt x="4088" y="2600"/>
                    <a:pt x="4158" y="2415"/>
                    <a:pt x="4164" y="2370"/>
                  </a:cubicBezTo>
                  <a:cubicBezTo>
                    <a:pt x="4171" y="2322"/>
                    <a:pt x="4127" y="2058"/>
                    <a:pt x="4122" y="2045"/>
                  </a:cubicBezTo>
                  <a:cubicBezTo>
                    <a:pt x="4117" y="2032"/>
                    <a:pt x="4104" y="1921"/>
                    <a:pt x="4107" y="1898"/>
                  </a:cubicBezTo>
                  <a:cubicBezTo>
                    <a:pt x="4111" y="1875"/>
                    <a:pt x="4082" y="1825"/>
                    <a:pt x="4082" y="1825"/>
                  </a:cubicBezTo>
                  <a:cubicBezTo>
                    <a:pt x="4082" y="1825"/>
                    <a:pt x="4046" y="1765"/>
                    <a:pt x="4068" y="1749"/>
                  </a:cubicBezTo>
                  <a:cubicBezTo>
                    <a:pt x="4088" y="1735"/>
                    <a:pt x="4100" y="1691"/>
                    <a:pt x="4105" y="1666"/>
                  </a:cubicBezTo>
                  <a:cubicBezTo>
                    <a:pt x="4111" y="1641"/>
                    <a:pt x="4047" y="1593"/>
                    <a:pt x="4034" y="1586"/>
                  </a:cubicBezTo>
                  <a:cubicBezTo>
                    <a:pt x="4020" y="1580"/>
                    <a:pt x="4009" y="1557"/>
                    <a:pt x="4015" y="1532"/>
                  </a:cubicBezTo>
                  <a:cubicBezTo>
                    <a:pt x="4021" y="1509"/>
                    <a:pt x="3985" y="1446"/>
                    <a:pt x="3967" y="1442"/>
                  </a:cubicBezTo>
                  <a:cubicBezTo>
                    <a:pt x="3948" y="1439"/>
                    <a:pt x="3883" y="1448"/>
                    <a:pt x="3861" y="1417"/>
                  </a:cubicBezTo>
                  <a:cubicBezTo>
                    <a:pt x="3839" y="1388"/>
                    <a:pt x="3741" y="1269"/>
                    <a:pt x="3735" y="1269"/>
                  </a:cubicBezTo>
                  <a:cubicBezTo>
                    <a:pt x="3730" y="1269"/>
                    <a:pt x="3728" y="1269"/>
                    <a:pt x="3724" y="1267"/>
                  </a:cubicBezTo>
                  <a:cubicBezTo>
                    <a:pt x="3719" y="1266"/>
                    <a:pt x="3685" y="1199"/>
                    <a:pt x="3667" y="1178"/>
                  </a:cubicBezTo>
                  <a:cubicBezTo>
                    <a:pt x="3659" y="1168"/>
                    <a:pt x="3638" y="1166"/>
                    <a:pt x="3620" y="1166"/>
                  </a:cubicBezTo>
                  <a:cubicBezTo>
                    <a:pt x="3601" y="1166"/>
                    <a:pt x="3584" y="1168"/>
                    <a:pt x="3584" y="1168"/>
                  </a:cubicBezTo>
                  <a:cubicBezTo>
                    <a:pt x="3584" y="1168"/>
                    <a:pt x="3439" y="1132"/>
                    <a:pt x="3269" y="1132"/>
                  </a:cubicBezTo>
                  <a:cubicBezTo>
                    <a:pt x="3218" y="1132"/>
                    <a:pt x="3165" y="1135"/>
                    <a:pt x="3113" y="1143"/>
                  </a:cubicBezTo>
                  <a:cubicBezTo>
                    <a:pt x="2889" y="1180"/>
                    <a:pt x="2736" y="1403"/>
                    <a:pt x="2720" y="1403"/>
                  </a:cubicBezTo>
                  <a:cubicBezTo>
                    <a:pt x="2707" y="1401"/>
                    <a:pt x="2602" y="1218"/>
                    <a:pt x="2588" y="1174"/>
                  </a:cubicBezTo>
                  <a:cubicBezTo>
                    <a:pt x="2572" y="1127"/>
                    <a:pt x="2432" y="939"/>
                    <a:pt x="2410" y="926"/>
                  </a:cubicBezTo>
                  <a:cubicBezTo>
                    <a:pt x="2388" y="912"/>
                    <a:pt x="2325" y="875"/>
                    <a:pt x="2325" y="875"/>
                  </a:cubicBezTo>
                  <a:cubicBezTo>
                    <a:pt x="2325" y="875"/>
                    <a:pt x="2353" y="853"/>
                    <a:pt x="2355" y="837"/>
                  </a:cubicBezTo>
                  <a:cubicBezTo>
                    <a:pt x="2356" y="820"/>
                    <a:pt x="2378" y="801"/>
                    <a:pt x="2391" y="766"/>
                  </a:cubicBezTo>
                  <a:cubicBezTo>
                    <a:pt x="2404" y="730"/>
                    <a:pt x="2376" y="658"/>
                    <a:pt x="2372" y="644"/>
                  </a:cubicBezTo>
                  <a:cubicBezTo>
                    <a:pt x="2369" y="632"/>
                    <a:pt x="2343" y="617"/>
                    <a:pt x="2357" y="601"/>
                  </a:cubicBezTo>
                  <a:cubicBezTo>
                    <a:pt x="2372" y="584"/>
                    <a:pt x="2369" y="443"/>
                    <a:pt x="2328" y="263"/>
                  </a:cubicBezTo>
                  <a:cubicBezTo>
                    <a:pt x="2293" y="112"/>
                    <a:pt x="2036" y="1"/>
                    <a:pt x="18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41"/>
            <p:cNvSpPr/>
            <p:nvPr/>
          </p:nvSpPr>
          <p:spPr>
            <a:xfrm>
              <a:off x="3238285" y="1665935"/>
              <a:ext cx="98810" cy="103149"/>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42"/>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grpSp>
        <p:nvGrpSpPr>
          <p:cNvPr id="901" name="Google Shape;901;p42"/>
          <p:cNvGrpSpPr/>
          <p:nvPr/>
        </p:nvGrpSpPr>
        <p:grpSpPr>
          <a:xfrm>
            <a:off x="1538938" y="2267388"/>
            <a:ext cx="1578075" cy="233400"/>
            <a:chOff x="1115750" y="2267388"/>
            <a:chExt cx="1578075" cy="233400"/>
          </a:xfrm>
        </p:grpSpPr>
        <p:sp>
          <p:nvSpPr>
            <p:cNvPr id="902" name="Google Shape;902;p42"/>
            <p:cNvSpPr/>
            <p:nvPr/>
          </p:nvSpPr>
          <p:spPr>
            <a:xfrm>
              <a:off x="1115750" y="2267388"/>
              <a:ext cx="233400" cy="2334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42"/>
            <p:cNvSpPr/>
            <p:nvPr/>
          </p:nvSpPr>
          <p:spPr>
            <a:xfrm>
              <a:off x="1451919" y="2267388"/>
              <a:ext cx="233400" cy="2334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42"/>
            <p:cNvSpPr/>
            <p:nvPr/>
          </p:nvSpPr>
          <p:spPr>
            <a:xfrm>
              <a:off x="1788088" y="2267388"/>
              <a:ext cx="233400" cy="2334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42"/>
            <p:cNvSpPr/>
            <p:nvPr/>
          </p:nvSpPr>
          <p:spPr>
            <a:xfrm>
              <a:off x="2124256" y="2267388"/>
              <a:ext cx="233400" cy="23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42"/>
            <p:cNvSpPr/>
            <p:nvPr/>
          </p:nvSpPr>
          <p:spPr>
            <a:xfrm>
              <a:off x="2460425" y="2267388"/>
              <a:ext cx="233400" cy="23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7" name="Google Shape;907;p42"/>
          <p:cNvGrpSpPr/>
          <p:nvPr/>
        </p:nvGrpSpPr>
        <p:grpSpPr>
          <a:xfrm>
            <a:off x="6126513" y="2267388"/>
            <a:ext cx="1578075" cy="233400"/>
            <a:chOff x="6549700" y="2267388"/>
            <a:chExt cx="1578075" cy="233400"/>
          </a:xfrm>
        </p:grpSpPr>
        <p:sp>
          <p:nvSpPr>
            <p:cNvPr id="908" name="Google Shape;908;p42"/>
            <p:cNvSpPr/>
            <p:nvPr/>
          </p:nvSpPr>
          <p:spPr>
            <a:xfrm>
              <a:off x="6549700" y="2267388"/>
              <a:ext cx="233400" cy="2334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42"/>
            <p:cNvSpPr/>
            <p:nvPr/>
          </p:nvSpPr>
          <p:spPr>
            <a:xfrm>
              <a:off x="6885869" y="2267388"/>
              <a:ext cx="233400" cy="2334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42"/>
            <p:cNvSpPr/>
            <p:nvPr/>
          </p:nvSpPr>
          <p:spPr>
            <a:xfrm>
              <a:off x="7222038" y="2267388"/>
              <a:ext cx="233400" cy="2334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42"/>
            <p:cNvSpPr/>
            <p:nvPr/>
          </p:nvSpPr>
          <p:spPr>
            <a:xfrm>
              <a:off x="7558206" y="2267388"/>
              <a:ext cx="233400" cy="2334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42"/>
            <p:cNvSpPr/>
            <p:nvPr/>
          </p:nvSpPr>
          <p:spPr>
            <a:xfrm>
              <a:off x="7894375" y="2267388"/>
              <a:ext cx="233400" cy="2334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3" name="Google Shape;913;p42"/>
          <p:cNvSpPr/>
          <p:nvPr/>
        </p:nvSpPr>
        <p:spPr>
          <a:xfrm>
            <a:off x="6760588" y="1445868"/>
            <a:ext cx="943995"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42"/>
          <p:cNvSpPr/>
          <p:nvPr/>
        </p:nvSpPr>
        <p:spPr>
          <a:xfrm>
            <a:off x="1538937" y="1445868"/>
            <a:ext cx="943995"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5" name="Google Shape;915;p42"/>
          <p:cNvGrpSpPr/>
          <p:nvPr/>
        </p:nvGrpSpPr>
        <p:grpSpPr>
          <a:xfrm>
            <a:off x="6968003" y="1413571"/>
            <a:ext cx="457967" cy="457967"/>
            <a:chOff x="6420813" y="3438838"/>
            <a:chExt cx="562475" cy="562475"/>
          </a:xfrm>
        </p:grpSpPr>
        <p:sp>
          <p:nvSpPr>
            <p:cNvPr id="916" name="Google Shape;916;p42"/>
            <p:cNvSpPr/>
            <p:nvPr/>
          </p:nvSpPr>
          <p:spPr>
            <a:xfrm>
              <a:off x="6420813" y="3448188"/>
              <a:ext cx="56250" cy="375000"/>
            </a:xfrm>
            <a:custGeom>
              <a:rect b="b" l="l" r="r" t="t"/>
              <a:pathLst>
                <a:path extrusionOk="0" h="15000" w="2250">
                  <a:moveTo>
                    <a:pt x="1125" y="0"/>
                  </a:moveTo>
                  <a:cubicBezTo>
                    <a:pt x="502" y="0"/>
                    <a:pt x="0" y="505"/>
                    <a:pt x="0" y="1125"/>
                  </a:cubicBezTo>
                  <a:lnTo>
                    <a:pt x="0" y="13875"/>
                  </a:lnTo>
                  <a:cubicBezTo>
                    <a:pt x="0" y="14497"/>
                    <a:pt x="502" y="14999"/>
                    <a:pt x="1125" y="14999"/>
                  </a:cubicBezTo>
                  <a:cubicBezTo>
                    <a:pt x="1745" y="14999"/>
                    <a:pt x="2249" y="14497"/>
                    <a:pt x="2249" y="13875"/>
                  </a:cubicBezTo>
                  <a:lnTo>
                    <a:pt x="2249" y="1125"/>
                  </a:lnTo>
                  <a:cubicBezTo>
                    <a:pt x="2249" y="505"/>
                    <a:pt x="1745" y="0"/>
                    <a:pt x="112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42"/>
            <p:cNvSpPr/>
            <p:nvPr/>
          </p:nvSpPr>
          <p:spPr>
            <a:xfrm>
              <a:off x="6598913" y="3663788"/>
              <a:ext cx="384375" cy="46950"/>
            </a:xfrm>
            <a:custGeom>
              <a:rect b="b" l="l" r="r" t="t"/>
              <a:pathLst>
                <a:path extrusionOk="0" h="1878" w="15375">
                  <a:moveTo>
                    <a:pt x="1" y="0"/>
                  </a:moveTo>
                  <a:lnTo>
                    <a:pt x="1" y="1877"/>
                  </a:lnTo>
                  <a:lnTo>
                    <a:pt x="14438" y="1877"/>
                  </a:lnTo>
                  <a:cubicBezTo>
                    <a:pt x="14685" y="1877"/>
                    <a:pt x="14926" y="1779"/>
                    <a:pt x="15101" y="1603"/>
                  </a:cubicBezTo>
                  <a:cubicBezTo>
                    <a:pt x="15276" y="1428"/>
                    <a:pt x="15375" y="1187"/>
                    <a:pt x="15375" y="940"/>
                  </a:cubicBezTo>
                  <a:cubicBezTo>
                    <a:pt x="15375" y="421"/>
                    <a:pt x="14954" y="0"/>
                    <a:pt x="144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42"/>
            <p:cNvSpPr/>
            <p:nvPr/>
          </p:nvSpPr>
          <p:spPr>
            <a:xfrm>
              <a:off x="6609988" y="3729313"/>
              <a:ext cx="352825" cy="272000"/>
            </a:xfrm>
            <a:custGeom>
              <a:rect b="b" l="l" r="r" t="t"/>
              <a:pathLst>
                <a:path extrusionOk="0" h="10880" w="14113">
                  <a:moveTo>
                    <a:pt x="7057" y="87"/>
                  </a:moveTo>
                  <a:lnTo>
                    <a:pt x="8136" y="1130"/>
                  </a:lnTo>
                  <a:lnTo>
                    <a:pt x="7057" y="2173"/>
                  </a:lnTo>
                  <a:lnTo>
                    <a:pt x="5976" y="1130"/>
                  </a:lnTo>
                  <a:lnTo>
                    <a:pt x="7057" y="87"/>
                  </a:lnTo>
                  <a:close/>
                  <a:moveTo>
                    <a:pt x="5438" y="1652"/>
                  </a:moveTo>
                  <a:lnTo>
                    <a:pt x="6514" y="2695"/>
                  </a:lnTo>
                  <a:lnTo>
                    <a:pt x="5438" y="3733"/>
                  </a:lnTo>
                  <a:lnTo>
                    <a:pt x="4357" y="2695"/>
                  </a:lnTo>
                  <a:lnTo>
                    <a:pt x="5438" y="1652"/>
                  </a:lnTo>
                  <a:close/>
                  <a:moveTo>
                    <a:pt x="1137" y="628"/>
                  </a:moveTo>
                  <a:lnTo>
                    <a:pt x="3278" y="2695"/>
                  </a:lnTo>
                  <a:lnTo>
                    <a:pt x="2194" y="3735"/>
                  </a:lnTo>
                  <a:lnTo>
                    <a:pt x="1975" y="3526"/>
                  </a:lnTo>
                  <a:cubicBezTo>
                    <a:pt x="1788" y="2536"/>
                    <a:pt x="1507" y="1565"/>
                    <a:pt x="1137" y="628"/>
                  </a:cubicBezTo>
                  <a:close/>
                  <a:moveTo>
                    <a:pt x="8675" y="1652"/>
                  </a:moveTo>
                  <a:lnTo>
                    <a:pt x="9754" y="2690"/>
                  </a:lnTo>
                  <a:lnTo>
                    <a:pt x="8675" y="3735"/>
                  </a:lnTo>
                  <a:lnTo>
                    <a:pt x="7596" y="2695"/>
                  </a:lnTo>
                  <a:lnTo>
                    <a:pt x="8675" y="1652"/>
                  </a:lnTo>
                  <a:close/>
                  <a:moveTo>
                    <a:pt x="12974" y="623"/>
                  </a:moveTo>
                  <a:cubicBezTo>
                    <a:pt x="12601" y="1563"/>
                    <a:pt x="12320" y="2536"/>
                    <a:pt x="12130" y="3531"/>
                  </a:cubicBezTo>
                  <a:lnTo>
                    <a:pt x="11911" y="3740"/>
                  </a:lnTo>
                  <a:lnTo>
                    <a:pt x="10830" y="2695"/>
                  </a:lnTo>
                  <a:lnTo>
                    <a:pt x="12974" y="623"/>
                  </a:lnTo>
                  <a:close/>
                  <a:moveTo>
                    <a:pt x="3818" y="3216"/>
                  </a:moveTo>
                  <a:lnTo>
                    <a:pt x="4897" y="4254"/>
                  </a:lnTo>
                  <a:lnTo>
                    <a:pt x="3816" y="5297"/>
                  </a:lnTo>
                  <a:lnTo>
                    <a:pt x="2737" y="4261"/>
                  </a:lnTo>
                  <a:lnTo>
                    <a:pt x="3818" y="3216"/>
                  </a:lnTo>
                  <a:close/>
                  <a:moveTo>
                    <a:pt x="7057" y="3216"/>
                  </a:moveTo>
                  <a:lnTo>
                    <a:pt x="8136" y="4257"/>
                  </a:lnTo>
                  <a:lnTo>
                    <a:pt x="7057" y="5297"/>
                  </a:lnTo>
                  <a:lnTo>
                    <a:pt x="5976" y="4257"/>
                  </a:lnTo>
                  <a:lnTo>
                    <a:pt x="7057" y="3216"/>
                  </a:lnTo>
                  <a:close/>
                  <a:moveTo>
                    <a:pt x="10292" y="3211"/>
                  </a:moveTo>
                  <a:lnTo>
                    <a:pt x="11373" y="4257"/>
                  </a:lnTo>
                  <a:lnTo>
                    <a:pt x="10294" y="5300"/>
                  </a:lnTo>
                  <a:lnTo>
                    <a:pt x="9211" y="4254"/>
                  </a:lnTo>
                  <a:lnTo>
                    <a:pt x="10292" y="3211"/>
                  </a:lnTo>
                  <a:close/>
                  <a:moveTo>
                    <a:pt x="2199" y="4783"/>
                  </a:moveTo>
                  <a:lnTo>
                    <a:pt x="3275" y="5821"/>
                  </a:lnTo>
                  <a:lnTo>
                    <a:pt x="2413" y="6652"/>
                  </a:lnTo>
                  <a:lnTo>
                    <a:pt x="2413" y="6650"/>
                  </a:lnTo>
                  <a:cubicBezTo>
                    <a:pt x="2357" y="5996"/>
                    <a:pt x="2285" y="5374"/>
                    <a:pt x="2199" y="4783"/>
                  </a:cubicBezTo>
                  <a:close/>
                  <a:moveTo>
                    <a:pt x="11914" y="4780"/>
                  </a:moveTo>
                  <a:lnTo>
                    <a:pt x="11914" y="4783"/>
                  </a:lnTo>
                  <a:cubicBezTo>
                    <a:pt x="11827" y="5372"/>
                    <a:pt x="11755" y="5996"/>
                    <a:pt x="11695" y="6650"/>
                  </a:cubicBezTo>
                  <a:lnTo>
                    <a:pt x="11695" y="6652"/>
                  </a:lnTo>
                  <a:lnTo>
                    <a:pt x="10833" y="5821"/>
                  </a:lnTo>
                  <a:lnTo>
                    <a:pt x="11914" y="4780"/>
                  </a:lnTo>
                  <a:close/>
                  <a:moveTo>
                    <a:pt x="5438" y="4778"/>
                  </a:moveTo>
                  <a:lnTo>
                    <a:pt x="6512" y="5816"/>
                  </a:lnTo>
                  <a:lnTo>
                    <a:pt x="5433" y="6859"/>
                  </a:lnTo>
                  <a:lnTo>
                    <a:pt x="4357" y="5821"/>
                  </a:lnTo>
                  <a:lnTo>
                    <a:pt x="5438" y="4778"/>
                  </a:lnTo>
                  <a:close/>
                  <a:moveTo>
                    <a:pt x="8672" y="4778"/>
                  </a:moveTo>
                  <a:lnTo>
                    <a:pt x="9751" y="5821"/>
                  </a:lnTo>
                  <a:lnTo>
                    <a:pt x="8672" y="6861"/>
                  </a:lnTo>
                  <a:lnTo>
                    <a:pt x="7596" y="5819"/>
                  </a:lnTo>
                  <a:lnTo>
                    <a:pt x="8672" y="4778"/>
                  </a:lnTo>
                  <a:close/>
                  <a:moveTo>
                    <a:pt x="3816" y="6342"/>
                  </a:moveTo>
                  <a:lnTo>
                    <a:pt x="4895" y="7380"/>
                  </a:lnTo>
                  <a:lnTo>
                    <a:pt x="3818" y="8421"/>
                  </a:lnTo>
                  <a:lnTo>
                    <a:pt x="2739" y="7383"/>
                  </a:lnTo>
                  <a:lnTo>
                    <a:pt x="3816" y="6342"/>
                  </a:lnTo>
                  <a:close/>
                  <a:moveTo>
                    <a:pt x="7057" y="6340"/>
                  </a:moveTo>
                  <a:lnTo>
                    <a:pt x="8136" y="7380"/>
                  </a:lnTo>
                  <a:lnTo>
                    <a:pt x="7055" y="8421"/>
                  </a:lnTo>
                  <a:lnTo>
                    <a:pt x="5976" y="7380"/>
                  </a:lnTo>
                  <a:lnTo>
                    <a:pt x="7057" y="6340"/>
                  </a:lnTo>
                  <a:close/>
                  <a:moveTo>
                    <a:pt x="10294" y="6342"/>
                  </a:moveTo>
                  <a:lnTo>
                    <a:pt x="11371" y="7383"/>
                  </a:lnTo>
                  <a:lnTo>
                    <a:pt x="10294" y="8421"/>
                  </a:lnTo>
                  <a:lnTo>
                    <a:pt x="9215" y="7380"/>
                  </a:lnTo>
                  <a:lnTo>
                    <a:pt x="10294" y="6342"/>
                  </a:lnTo>
                  <a:close/>
                  <a:moveTo>
                    <a:pt x="2516" y="8207"/>
                  </a:moveTo>
                  <a:lnTo>
                    <a:pt x="3297" y="8959"/>
                  </a:lnTo>
                  <a:lnTo>
                    <a:pt x="2564" y="9781"/>
                  </a:lnTo>
                  <a:cubicBezTo>
                    <a:pt x="2554" y="9236"/>
                    <a:pt x="2538" y="8683"/>
                    <a:pt x="2516" y="8207"/>
                  </a:cubicBezTo>
                  <a:close/>
                  <a:moveTo>
                    <a:pt x="11589" y="8212"/>
                  </a:moveTo>
                  <a:lnTo>
                    <a:pt x="11589" y="8212"/>
                  </a:lnTo>
                  <a:cubicBezTo>
                    <a:pt x="11573" y="8688"/>
                    <a:pt x="11556" y="9233"/>
                    <a:pt x="11546" y="9781"/>
                  </a:cubicBezTo>
                  <a:lnTo>
                    <a:pt x="10813" y="8959"/>
                  </a:lnTo>
                  <a:lnTo>
                    <a:pt x="11589" y="8212"/>
                  </a:lnTo>
                  <a:close/>
                  <a:moveTo>
                    <a:pt x="5433" y="7902"/>
                  </a:moveTo>
                  <a:lnTo>
                    <a:pt x="6524" y="8952"/>
                  </a:lnTo>
                  <a:lnTo>
                    <a:pt x="5435" y="10093"/>
                  </a:lnTo>
                  <a:lnTo>
                    <a:pt x="4347" y="8952"/>
                  </a:lnTo>
                  <a:lnTo>
                    <a:pt x="5433" y="7902"/>
                  </a:lnTo>
                  <a:close/>
                  <a:moveTo>
                    <a:pt x="8675" y="7902"/>
                  </a:moveTo>
                  <a:lnTo>
                    <a:pt x="9766" y="8952"/>
                  </a:lnTo>
                  <a:lnTo>
                    <a:pt x="8675" y="10093"/>
                  </a:lnTo>
                  <a:lnTo>
                    <a:pt x="7584" y="8952"/>
                  </a:lnTo>
                  <a:lnTo>
                    <a:pt x="8675" y="7902"/>
                  </a:lnTo>
                  <a:close/>
                  <a:moveTo>
                    <a:pt x="14113" y="1"/>
                  </a:moveTo>
                  <a:cubicBezTo>
                    <a:pt x="14074" y="6"/>
                    <a:pt x="14036" y="6"/>
                    <a:pt x="13995" y="6"/>
                  </a:cubicBezTo>
                  <a:lnTo>
                    <a:pt x="12539" y="6"/>
                  </a:lnTo>
                  <a:lnTo>
                    <a:pt x="10289" y="2173"/>
                  </a:lnTo>
                  <a:lnTo>
                    <a:pt x="9213" y="1130"/>
                  </a:lnTo>
                  <a:lnTo>
                    <a:pt x="10381" y="6"/>
                  </a:lnTo>
                  <a:lnTo>
                    <a:pt x="9299" y="6"/>
                  </a:lnTo>
                  <a:lnTo>
                    <a:pt x="8675" y="609"/>
                  </a:lnTo>
                  <a:lnTo>
                    <a:pt x="8048" y="6"/>
                  </a:lnTo>
                  <a:lnTo>
                    <a:pt x="6060" y="6"/>
                  </a:lnTo>
                  <a:lnTo>
                    <a:pt x="5433" y="609"/>
                  </a:lnTo>
                  <a:lnTo>
                    <a:pt x="4811" y="6"/>
                  </a:lnTo>
                  <a:lnTo>
                    <a:pt x="3732" y="6"/>
                  </a:lnTo>
                  <a:lnTo>
                    <a:pt x="4895" y="1130"/>
                  </a:lnTo>
                  <a:lnTo>
                    <a:pt x="3818" y="2173"/>
                  </a:lnTo>
                  <a:lnTo>
                    <a:pt x="1572" y="6"/>
                  </a:lnTo>
                  <a:lnTo>
                    <a:pt x="0" y="6"/>
                  </a:lnTo>
                  <a:cubicBezTo>
                    <a:pt x="341" y="583"/>
                    <a:pt x="863" y="1731"/>
                    <a:pt x="1264" y="3786"/>
                  </a:cubicBezTo>
                  <a:cubicBezTo>
                    <a:pt x="1283" y="3882"/>
                    <a:pt x="1302" y="3985"/>
                    <a:pt x="1319" y="4086"/>
                  </a:cubicBezTo>
                  <a:cubicBezTo>
                    <a:pt x="1338" y="4187"/>
                    <a:pt x="1358" y="4281"/>
                    <a:pt x="1377" y="4382"/>
                  </a:cubicBezTo>
                  <a:lnTo>
                    <a:pt x="1394" y="4483"/>
                  </a:lnTo>
                  <a:cubicBezTo>
                    <a:pt x="1406" y="4562"/>
                    <a:pt x="1420" y="4639"/>
                    <a:pt x="1432" y="4718"/>
                  </a:cubicBezTo>
                  <a:cubicBezTo>
                    <a:pt x="1548" y="5494"/>
                    <a:pt x="1641" y="6335"/>
                    <a:pt x="1709" y="7217"/>
                  </a:cubicBezTo>
                  <a:lnTo>
                    <a:pt x="1713" y="7277"/>
                  </a:lnTo>
                  <a:lnTo>
                    <a:pt x="1713" y="7280"/>
                  </a:lnTo>
                  <a:lnTo>
                    <a:pt x="1728" y="7472"/>
                  </a:lnTo>
                  <a:lnTo>
                    <a:pt x="1728" y="7477"/>
                  </a:lnTo>
                  <a:lnTo>
                    <a:pt x="1735" y="7618"/>
                  </a:lnTo>
                  <a:cubicBezTo>
                    <a:pt x="1781" y="8322"/>
                    <a:pt x="1812" y="9353"/>
                    <a:pt x="1819" y="10317"/>
                  </a:cubicBezTo>
                  <a:cubicBezTo>
                    <a:pt x="1817" y="10543"/>
                    <a:pt x="1949" y="10747"/>
                    <a:pt x="2155" y="10838"/>
                  </a:cubicBezTo>
                  <a:cubicBezTo>
                    <a:pt x="2218" y="10865"/>
                    <a:pt x="2285" y="10879"/>
                    <a:pt x="2355" y="10879"/>
                  </a:cubicBezTo>
                  <a:cubicBezTo>
                    <a:pt x="2501" y="10877"/>
                    <a:pt x="2638" y="10817"/>
                    <a:pt x="2742" y="10711"/>
                  </a:cubicBezTo>
                  <a:lnTo>
                    <a:pt x="3826" y="9493"/>
                  </a:lnTo>
                  <a:lnTo>
                    <a:pt x="4967" y="10687"/>
                  </a:lnTo>
                  <a:cubicBezTo>
                    <a:pt x="5092" y="10809"/>
                    <a:pt x="5258" y="10879"/>
                    <a:pt x="5431" y="10879"/>
                  </a:cubicBezTo>
                  <a:cubicBezTo>
                    <a:pt x="5613" y="10877"/>
                    <a:pt x="5786" y="10805"/>
                    <a:pt x="5914" y="10677"/>
                  </a:cubicBezTo>
                  <a:lnTo>
                    <a:pt x="7055" y="9483"/>
                  </a:lnTo>
                  <a:lnTo>
                    <a:pt x="8206" y="10689"/>
                  </a:lnTo>
                  <a:cubicBezTo>
                    <a:pt x="8329" y="10809"/>
                    <a:pt x="8497" y="10879"/>
                    <a:pt x="8670" y="10879"/>
                  </a:cubicBezTo>
                  <a:cubicBezTo>
                    <a:pt x="8850" y="10877"/>
                    <a:pt x="9023" y="10805"/>
                    <a:pt x="9150" y="10677"/>
                  </a:cubicBezTo>
                  <a:lnTo>
                    <a:pt x="10282" y="9493"/>
                  </a:lnTo>
                  <a:lnTo>
                    <a:pt x="11388" y="10730"/>
                  </a:lnTo>
                  <a:cubicBezTo>
                    <a:pt x="11481" y="10824"/>
                    <a:pt x="11611" y="10879"/>
                    <a:pt x="11746" y="10879"/>
                  </a:cubicBezTo>
                  <a:cubicBezTo>
                    <a:pt x="11751" y="10879"/>
                    <a:pt x="11756" y="10879"/>
                    <a:pt x="11761" y="10879"/>
                  </a:cubicBezTo>
                  <a:cubicBezTo>
                    <a:pt x="11825" y="10879"/>
                    <a:pt x="11890" y="10865"/>
                    <a:pt x="11950" y="10838"/>
                  </a:cubicBezTo>
                  <a:cubicBezTo>
                    <a:pt x="12157" y="10749"/>
                    <a:pt x="12289" y="10543"/>
                    <a:pt x="12286" y="10317"/>
                  </a:cubicBezTo>
                  <a:cubicBezTo>
                    <a:pt x="12294" y="9358"/>
                    <a:pt x="12327" y="8322"/>
                    <a:pt x="12373" y="7618"/>
                  </a:cubicBezTo>
                  <a:lnTo>
                    <a:pt x="12394" y="7277"/>
                  </a:lnTo>
                  <a:lnTo>
                    <a:pt x="12399" y="7224"/>
                  </a:lnTo>
                  <a:cubicBezTo>
                    <a:pt x="12467" y="6335"/>
                    <a:pt x="12560" y="5492"/>
                    <a:pt x="12676" y="4718"/>
                  </a:cubicBezTo>
                  <a:cubicBezTo>
                    <a:pt x="12692" y="4644"/>
                    <a:pt x="12702" y="4564"/>
                    <a:pt x="12714" y="4490"/>
                  </a:cubicBezTo>
                  <a:lnTo>
                    <a:pt x="12733" y="4382"/>
                  </a:lnTo>
                  <a:cubicBezTo>
                    <a:pt x="12750" y="4281"/>
                    <a:pt x="12767" y="4182"/>
                    <a:pt x="12789" y="4074"/>
                  </a:cubicBezTo>
                  <a:cubicBezTo>
                    <a:pt x="12803" y="3987"/>
                    <a:pt x="12820" y="3901"/>
                    <a:pt x="12837" y="3814"/>
                  </a:cubicBezTo>
                  <a:lnTo>
                    <a:pt x="12837" y="3807"/>
                  </a:lnTo>
                  <a:cubicBezTo>
                    <a:pt x="12841" y="3798"/>
                    <a:pt x="12844" y="3781"/>
                    <a:pt x="12849" y="3766"/>
                  </a:cubicBezTo>
                  <a:cubicBezTo>
                    <a:pt x="13245" y="1724"/>
                    <a:pt x="13767" y="580"/>
                    <a:pt x="1411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42"/>
            <p:cNvSpPr/>
            <p:nvPr/>
          </p:nvSpPr>
          <p:spPr>
            <a:xfrm>
              <a:off x="6495763" y="3663788"/>
              <a:ext cx="84450" cy="121900"/>
            </a:xfrm>
            <a:custGeom>
              <a:rect b="b" l="l" r="r" t="t"/>
              <a:pathLst>
                <a:path extrusionOk="0" h="4876" w="3378">
                  <a:moveTo>
                    <a:pt x="1500" y="1127"/>
                  </a:moveTo>
                  <a:cubicBezTo>
                    <a:pt x="1709" y="1127"/>
                    <a:pt x="1875" y="1296"/>
                    <a:pt x="1875" y="1502"/>
                  </a:cubicBezTo>
                  <a:cubicBezTo>
                    <a:pt x="1875" y="1709"/>
                    <a:pt x="1709" y="1877"/>
                    <a:pt x="1500" y="1877"/>
                  </a:cubicBezTo>
                  <a:cubicBezTo>
                    <a:pt x="1294" y="1877"/>
                    <a:pt x="1126" y="1709"/>
                    <a:pt x="1126" y="1502"/>
                  </a:cubicBezTo>
                  <a:cubicBezTo>
                    <a:pt x="1126" y="1296"/>
                    <a:pt x="1294" y="1127"/>
                    <a:pt x="1500" y="1127"/>
                  </a:cubicBezTo>
                  <a:close/>
                  <a:moveTo>
                    <a:pt x="1" y="0"/>
                  </a:moveTo>
                  <a:lnTo>
                    <a:pt x="1" y="4876"/>
                  </a:lnTo>
                  <a:lnTo>
                    <a:pt x="3377" y="1877"/>
                  </a:lnTo>
                  <a:lnTo>
                    <a:pt x="337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42"/>
            <p:cNvSpPr/>
            <p:nvPr/>
          </p:nvSpPr>
          <p:spPr>
            <a:xfrm>
              <a:off x="6845338" y="3548738"/>
              <a:ext cx="44250" cy="77225"/>
            </a:xfrm>
            <a:custGeom>
              <a:rect b="b" l="l" r="r" t="t"/>
              <a:pathLst>
                <a:path extrusionOk="0" h="3089" w="1770">
                  <a:moveTo>
                    <a:pt x="1" y="1"/>
                  </a:moveTo>
                  <a:cubicBezTo>
                    <a:pt x="44" y="1349"/>
                    <a:pt x="537" y="2538"/>
                    <a:pt x="1262" y="3089"/>
                  </a:cubicBezTo>
                  <a:cubicBezTo>
                    <a:pt x="1596" y="2389"/>
                    <a:pt x="1769" y="1625"/>
                    <a:pt x="1767" y="851"/>
                  </a:cubicBezTo>
                  <a:cubicBezTo>
                    <a:pt x="1767" y="666"/>
                    <a:pt x="1757" y="481"/>
                    <a:pt x="1738" y="299"/>
                  </a:cubicBezTo>
                  <a:cubicBezTo>
                    <a:pt x="1181" y="171"/>
                    <a:pt x="618" y="73"/>
                    <a:pt x="51" y="6"/>
                  </a:cubicBezTo>
                  <a:cubicBezTo>
                    <a:pt x="34" y="3"/>
                    <a:pt x="18" y="1"/>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42"/>
            <p:cNvSpPr/>
            <p:nvPr/>
          </p:nvSpPr>
          <p:spPr>
            <a:xfrm>
              <a:off x="6845888" y="3485413"/>
              <a:ext cx="39125" cy="50850"/>
            </a:xfrm>
            <a:custGeom>
              <a:rect b="b" l="l" r="r" t="t"/>
              <a:pathLst>
                <a:path extrusionOk="0" h="2034" w="1565">
                  <a:moveTo>
                    <a:pt x="503" y="1"/>
                  </a:moveTo>
                  <a:cubicBezTo>
                    <a:pt x="224" y="558"/>
                    <a:pt x="56" y="1162"/>
                    <a:pt x="0" y="1782"/>
                  </a:cubicBezTo>
                  <a:cubicBezTo>
                    <a:pt x="39" y="1786"/>
                    <a:pt x="80" y="1789"/>
                    <a:pt x="118" y="1794"/>
                  </a:cubicBezTo>
                  <a:cubicBezTo>
                    <a:pt x="618" y="1851"/>
                    <a:pt x="1099" y="1938"/>
                    <a:pt x="1565" y="2034"/>
                  </a:cubicBezTo>
                  <a:cubicBezTo>
                    <a:pt x="1368" y="1284"/>
                    <a:pt x="1005" y="590"/>
                    <a:pt x="5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42"/>
            <p:cNvSpPr/>
            <p:nvPr/>
          </p:nvSpPr>
          <p:spPr>
            <a:xfrm>
              <a:off x="6786463" y="3441938"/>
              <a:ext cx="58175" cy="86400"/>
            </a:xfrm>
            <a:custGeom>
              <a:rect b="b" l="l" r="r" t="t"/>
              <a:pathLst>
                <a:path extrusionOk="0" h="3456" w="2327">
                  <a:moveTo>
                    <a:pt x="1" y="0"/>
                  </a:moveTo>
                  <a:lnTo>
                    <a:pt x="1" y="0"/>
                  </a:lnTo>
                  <a:cubicBezTo>
                    <a:pt x="496" y="1077"/>
                    <a:pt x="796" y="2233"/>
                    <a:pt x="890" y="3415"/>
                  </a:cubicBezTo>
                  <a:cubicBezTo>
                    <a:pt x="1140" y="3424"/>
                    <a:pt x="1387" y="3439"/>
                    <a:pt x="1632" y="3456"/>
                  </a:cubicBezTo>
                  <a:cubicBezTo>
                    <a:pt x="1695" y="2658"/>
                    <a:pt x="1930" y="1882"/>
                    <a:pt x="2327" y="1183"/>
                  </a:cubicBezTo>
                  <a:cubicBezTo>
                    <a:pt x="1664" y="596"/>
                    <a:pt x="864" y="190"/>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42"/>
            <p:cNvSpPr/>
            <p:nvPr/>
          </p:nvSpPr>
          <p:spPr>
            <a:xfrm>
              <a:off x="6731213" y="3545438"/>
              <a:ext cx="61400" cy="90200"/>
            </a:xfrm>
            <a:custGeom>
              <a:rect b="b" l="l" r="r" t="t"/>
              <a:pathLst>
                <a:path extrusionOk="0" h="3608" w="2456">
                  <a:moveTo>
                    <a:pt x="2206" y="1"/>
                  </a:moveTo>
                  <a:cubicBezTo>
                    <a:pt x="1951" y="1"/>
                    <a:pt x="1701" y="15"/>
                    <a:pt x="1449" y="25"/>
                  </a:cubicBezTo>
                  <a:cubicBezTo>
                    <a:pt x="1452" y="85"/>
                    <a:pt x="1459" y="147"/>
                    <a:pt x="1459" y="207"/>
                  </a:cubicBezTo>
                  <a:cubicBezTo>
                    <a:pt x="1437" y="1488"/>
                    <a:pt x="913" y="2709"/>
                    <a:pt x="0" y="3607"/>
                  </a:cubicBezTo>
                  <a:lnTo>
                    <a:pt x="2285" y="3607"/>
                  </a:lnTo>
                  <a:cubicBezTo>
                    <a:pt x="2398" y="2814"/>
                    <a:pt x="2456" y="2014"/>
                    <a:pt x="2456" y="1212"/>
                  </a:cubicBezTo>
                  <a:cubicBezTo>
                    <a:pt x="2456" y="815"/>
                    <a:pt x="2437" y="411"/>
                    <a:pt x="2408" y="5"/>
                  </a:cubicBezTo>
                  <a:cubicBezTo>
                    <a:pt x="2355" y="5"/>
                    <a:pt x="2302" y="1"/>
                    <a:pt x="224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42"/>
            <p:cNvSpPr/>
            <p:nvPr/>
          </p:nvSpPr>
          <p:spPr>
            <a:xfrm>
              <a:off x="6807263" y="3546088"/>
              <a:ext cx="52275" cy="89550"/>
            </a:xfrm>
            <a:custGeom>
              <a:rect b="b" l="l" r="r" t="t"/>
              <a:pathLst>
                <a:path extrusionOk="0" h="3582" w="2091">
                  <a:moveTo>
                    <a:pt x="120" y="1"/>
                  </a:moveTo>
                  <a:cubicBezTo>
                    <a:pt x="144" y="390"/>
                    <a:pt x="164" y="789"/>
                    <a:pt x="164" y="1186"/>
                  </a:cubicBezTo>
                  <a:cubicBezTo>
                    <a:pt x="164" y="1986"/>
                    <a:pt x="108" y="2788"/>
                    <a:pt x="0" y="3581"/>
                  </a:cubicBezTo>
                  <a:lnTo>
                    <a:pt x="2091" y="3581"/>
                  </a:lnTo>
                  <a:cubicBezTo>
                    <a:pt x="1300" y="2824"/>
                    <a:pt x="800" y="1515"/>
                    <a:pt x="772" y="42"/>
                  </a:cubicBezTo>
                  <a:cubicBezTo>
                    <a:pt x="555" y="25"/>
                    <a:pt x="339" y="11"/>
                    <a:pt x="12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42"/>
            <p:cNvSpPr/>
            <p:nvPr/>
          </p:nvSpPr>
          <p:spPr>
            <a:xfrm>
              <a:off x="6710588" y="3438838"/>
              <a:ext cx="79275" cy="88550"/>
            </a:xfrm>
            <a:custGeom>
              <a:rect b="b" l="l" r="r" t="t"/>
              <a:pathLst>
                <a:path extrusionOk="0" h="3542" w="3171">
                  <a:moveTo>
                    <a:pt x="1885" y="1"/>
                  </a:moveTo>
                  <a:cubicBezTo>
                    <a:pt x="1241" y="1"/>
                    <a:pt x="602" y="121"/>
                    <a:pt x="1" y="355"/>
                  </a:cubicBezTo>
                  <a:cubicBezTo>
                    <a:pt x="1104" y="1102"/>
                    <a:pt x="1882" y="2241"/>
                    <a:pt x="2176" y="3541"/>
                  </a:cubicBezTo>
                  <a:cubicBezTo>
                    <a:pt x="2459" y="3529"/>
                    <a:pt x="2743" y="3515"/>
                    <a:pt x="3029" y="3515"/>
                  </a:cubicBezTo>
                  <a:lnTo>
                    <a:pt x="3072" y="3515"/>
                  </a:lnTo>
                  <a:cubicBezTo>
                    <a:pt x="3106" y="3515"/>
                    <a:pt x="3137" y="3517"/>
                    <a:pt x="3170" y="3517"/>
                  </a:cubicBezTo>
                  <a:cubicBezTo>
                    <a:pt x="2990" y="1936"/>
                    <a:pt x="2584" y="622"/>
                    <a:pt x="2077" y="4"/>
                  </a:cubicBezTo>
                  <a:cubicBezTo>
                    <a:pt x="2013" y="2"/>
                    <a:pt x="1949" y="1"/>
                    <a:pt x="1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42"/>
            <p:cNvSpPr/>
            <p:nvPr/>
          </p:nvSpPr>
          <p:spPr>
            <a:xfrm>
              <a:off x="6627988" y="3457363"/>
              <a:ext cx="118150" cy="97775"/>
            </a:xfrm>
            <a:custGeom>
              <a:rect b="b" l="l" r="r" t="t"/>
              <a:pathLst>
                <a:path extrusionOk="0" h="3911" w="4726">
                  <a:moveTo>
                    <a:pt x="2519" y="1"/>
                  </a:moveTo>
                  <a:cubicBezTo>
                    <a:pt x="1116" y="842"/>
                    <a:pt x="186" y="2288"/>
                    <a:pt x="1" y="3910"/>
                  </a:cubicBezTo>
                  <a:cubicBezTo>
                    <a:pt x="1210" y="3406"/>
                    <a:pt x="2486" y="3074"/>
                    <a:pt x="3790" y="2930"/>
                  </a:cubicBezTo>
                  <a:cubicBezTo>
                    <a:pt x="4096" y="2892"/>
                    <a:pt x="4410" y="2868"/>
                    <a:pt x="4725" y="2844"/>
                  </a:cubicBezTo>
                  <a:cubicBezTo>
                    <a:pt x="4398" y="1640"/>
                    <a:pt x="3605" y="616"/>
                    <a:pt x="251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42"/>
            <p:cNvSpPr/>
            <p:nvPr/>
          </p:nvSpPr>
          <p:spPr>
            <a:xfrm>
              <a:off x="6627288" y="3547063"/>
              <a:ext cx="121675" cy="88575"/>
            </a:xfrm>
            <a:custGeom>
              <a:rect b="b" l="l" r="r" t="t"/>
              <a:pathLst>
                <a:path extrusionOk="0" h="3543" w="4867">
                  <a:moveTo>
                    <a:pt x="4856" y="0"/>
                  </a:moveTo>
                  <a:cubicBezTo>
                    <a:pt x="4539" y="24"/>
                    <a:pt x="4222" y="51"/>
                    <a:pt x="3914" y="87"/>
                  </a:cubicBezTo>
                  <a:cubicBezTo>
                    <a:pt x="2559" y="229"/>
                    <a:pt x="1235" y="594"/>
                    <a:pt x="0" y="1166"/>
                  </a:cubicBezTo>
                  <a:cubicBezTo>
                    <a:pt x="39" y="2004"/>
                    <a:pt x="279" y="2819"/>
                    <a:pt x="699" y="3542"/>
                  </a:cubicBezTo>
                  <a:lnTo>
                    <a:pt x="3030" y="3542"/>
                  </a:lnTo>
                  <a:cubicBezTo>
                    <a:pt x="4143" y="2761"/>
                    <a:pt x="4823" y="1500"/>
                    <a:pt x="4866" y="142"/>
                  </a:cubicBezTo>
                  <a:cubicBezTo>
                    <a:pt x="4866" y="94"/>
                    <a:pt x="4859" y="46"/>
                    <a:pt x="485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8" name="Google Shape;928;p42"/>
          <p:cNvGrpSpPr/>
          <p:nvPr/>
        </p:nvGrpSpPr>
        <p:grpSpPr>
          <a:xfrm>
            <a:off x="1862441" y="1408077"/>
            <a:ext cx="297006" cy="468956"/>
            <a:chOff x="6510738" y="4197963"/>
            <a:chExt cx="356250" cy="562500"/>
          </a:xfrm>
        </p:grpSpPr>
        <p:sp>
          <p:nvSpPr>
            <p:cNvPr id="929" name="Google Shape;929;p42"/>
            <p:cNvSpPr/>
            <p:nvPr/>
          </p:nvSpPr>
          <p:spPr>
            <a:xfrm>
              <a:off x="6510738" y="4704213"/>
              <a:ext cx="356250" cy="56250"/>
            </a:xfrm>
            <a:custGeom>
              <a:rect b="b" l="l" r="r" t="t"/>
              <a:pathLst>
                <a:path extrusionOk="0" h="2250" w="14250">
                  <a:moveTo>
                    <a:pt x="1875" y="0"/>
                  </a:moveTo>
                  <a:cubicBezTo>
                    <a:pt x="839" y="0"/>
                    <a:pt x="0" y="839"/>
                    <a:pt x="0" y="1874"/>
                  </a:cubicBezTo>
                  <a:cubicBezTo>
                    <a:pt x="0" y="2081"/>
                    <a:pt x="169" y="2249"/>
                    <a:pt x="375" y="2249"/>
                  </a:cubicBezTo>
                  <a:lnTo>
                    <a:pt x="13875" y="2249"/>
                  </a:lnTo>
                  <a:cubicBezTo>
                    <a:pt x="14082" y="2249"/>
                    <a:pt x="14250" y="2081"/>
                    <a:pt x="14250" y="1874"/>
                  </a:cubicBezTo>
                  <a:cubicBezTo>
                    <a:pt x="14250" y="839"/>
                    <a:pt x="13411" y="0"/>
                    <a:pt x="123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42"/>
            <p:cNvSpPr/>
            <p:nvPr/>
          </p:nvSpPr>
          <p:spPr>
            <a:xfrm>
              <a:off x="6660738" y="4619813"/>
              <a:ext cx="56250" cy="65625"/>
            </a:xfrm>
            <a:custGeom>
              <a:rect b="b" l="l" r="r" t="t"/>
              <a:pathLst>
                <a:path extrusionOk="0" h="2625" w="2250">
                  <a:moveTo>
                    <a:pt x="375" y="0"/>
                  </a:moveTo>
                  <a:cubicBezTo>
                    <a:pt x="169" y="0"/>
                    <a:pt x="0" y="168"/>
                    <a:pt x="0" y="375"/>
                  </a:cubicBezTo>
                  <a:lnTo>
                    <a:pt x="0" y="2249"/>
                  </a:lnTo>
                  <a:cubicBezTo>
                    <a:pt x="0" y="2456"/>
                    <a:pt x="169" y="2624"/>
                    <a:pt x="375" y="2624"/>
                  </a:cubicBezTo>
                  <a:lnTo>
                    <a:pt x="1875" y="2624"/>
                  </a:lnTo>
                  <a:cubicBezTo>
                    <a:pt x="2081" y="2624"/>
                    <a:pt x="2250" y="2458"/>
                    <a:pt x="2250" y="2249"/>
                  </a:cubicBezTo>
                  <a:lnTo>
                    <a:pt x="2250" y="375"/>
                  </a:lnTo>
                  <a:cubicBezTo>
                    <a:pt x="2250" y="168"/>
                    <a:pt x="2081" y="0"/>
                    <a:pt x="187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42"/>
            <p:cNvSpPr/>
            <p:nvPr/>
          </p:nvSpPr>
          <p:spPr>
            <a:xfrm>
              <a:off x="6520113" y="4197963"/>
              <a:ext cx="337500" cy="207275"/>
            </a:xfrm>
            <a:custGeom>
              <a:rect b="b" l="l" r="r" t="t"/>
              <a:pathLst>
                <a:path extrusionOk="0" h="8291" w="13500">
                  <a:moveTo>
                    <a:pt x="4501" y="1488"/>
                  </a:moveTo>
                  <a:cubicBezTo>
                    <a:pt x="4708" y="1488"/>
                    <a:pt x="4873" y="1656"/>
                    <a:pt x="4873" y="1863"/>
                  </a:cubicBezTo>
                  <a:cubicBezTo>
                    <a:pt x="4873" y="2069"/>
                    <a:pt x="4708" y="2238"/>
                    <a:pt x="4501" y="2238"/>
                  </a:cubicBezTo>
                  <a:cubicBezTo>
                    <a:pt x="4292" y="2238"/>
                    <a:pt x="4126" y="2069"/>
                    <a:pt x="4126" y="1863"/>
                  </a:cubicBezTo>
                  <a:cubicBezTo>
                    <a:pt x="4126" y="1656"/>
                    <a:pt x="4292" y="1488"/>
                    <a:pt x="4501" y="1488"/>
                  </a:cubicBezTo>
                  <a:close/>
                  <a:moveTo>
                    <a:pt x="3280" y="2046"/>
                  </a:moveTo>
                  <a:cubicBezTo>
                    <a:pt x="3419" y="2046"/>
                    <a:pt x="3554" y="2124"/>
                    <a:pt x="3619" y="2257"/>
                  </a:cubicBezTo>
                  <a:cubicBezTo>
                    <a:pt x="3710" y="2444"/>
                    <a:pt x="3633" y="2668"/>
                    <a:pt x="3446" y="2759"/>
                  </a:cubicBezTo>
                  <a:cubicBezTo>
                    <a:pt x="2896" y="3031"/>
                    <a:pt x="2369" y="3348"/>
                    <a:pt x="1874" y="3708"/>
                  </a:cubicBezTo>
                  <a:lnTo>
                    <a:pt x="1874" y="4864"/>
                  </a:lnTo>
                  <a:cubicBezTo>
                    <a:pt x="1874" y="5071"/>
                    <a:pt x="1706" y="5239"/>
                    <a:pt x="1500" y="5239"/>
                  </a:cubicBezTo>
                  <a:cubicBezTo>
                    <a:pt x="1293" y="5239"/>
                    <a:pt x="1125" y="5071"/>
                    <a:pt x="1125" y="4864"/>
                  </a:cubicBezTo>
                  <a:lnTo>
                    <a:pt x="1125" y="3516"/>
                  </a:lnTo>
                  <a:cubicBezTo>
                    <a:pt x="1127" y="3398"/>
                    <a:pt x="1182" y="3288"/>
                    <a:pt x="1276" y="3218"/>
                  </a:cubicBezTo>
                  <a:cubicBezTo>
                    <a:pt x="1853" y="2785"/>
                    <a:pt x="2470" y="2406"/>
                    <a:pt x="3117" y="2084"/>
                  </a:cubicBezTo>
                  <a:cubicBezTo>
                    <a:pt x="3169" y="2058"/>
                    <a:pt x="3225" y="2046"/>
                    <a:pt x="3280" y="2046"/>
                  </a:cubicBezTo>
                  <a:close/>
                  <a:moveTo>
                    <a:pt x="6750" y="0"/>
                  </a:moveTo>
                  <a:cubicBezTo>
                    <a:pt x="5935" y="0"/>
                    <a:pt x="3105" y="236"/>
                    <a:pt x="87" y="2723"/>
                  </a:cubicBezTo>
                  <a:cubicBezTo>
                    <a:pt x="31" y="2769"/>
                    <a:pt x="0" y="2836"/>
                    <a:pt x="0" y="2906"/>
                  </a:cubicBezTo>
                  <a:lnTo>
                    <a:pt x="0" y="7053"/>
                  </a:lnTo>
                  <a:cubicBezTo>
                    <a:pt x="3" y="7149"/>
                    <a:pt x="63" y="7236"/>
                    <a:pt x="154" y="7269"/>
                  </a:cubicBezTo>
                  <a:lnTo>
                    <a:pt x="2877" y="8291"/>
                  </a:lnTo>
                  <a:lnTo>
                    <a:pt x="3374" y="8291"/>
                  </a:lnTo>
                  <a:lnTo>
                    <a:pt x="3374" y="4864"/>
                  </a:lnTo>
                  <a:cubicBezTo>
                    <a:pt x="3376" y="4242"/>
                    <a:pt x="3879" y="3739"/>
                    <a:pt x="4501" y="3739"/>
                  </a:cubicBezTo>
                  <a:lnTo>
                    <a:pt x="8999" y="3739"/>
                  </a:lnTo>
                  <a:cubicBezTo>
                    <a:pt x="9619" y="3739"/>
                    <a:pt x="10124" y="4242"/>
                    <a:pt x="10124" y="4864"/>
                  </a:cubicBezTo>
                  <a:lnTo>
                    <a:pt x="10124" y="8291"/>
                  </a:lnTo>
                  <a:lnTo>
                    <a:pt x="10619" y="8291"/>
                  </a:lnTo>
                  <a:lnTo>
                    <a:pt x="13346" y="7269"/>
                  </a:lnTo>
                  <a:cubicBezTo>
                    <a:pt x="13438" y="7236"/>
                    <a:pt x="13498" y="7149"/>
                    <a:pt x="13500" y="7053"/>
                  </a:cubicBezTo>
                  <a:lnTo>
                    <a:pt x="13500" y="2906"/>
                  </a:lnTo>
                  <a:cubicBezTo>
                    <a:pt x="13498" y="2836"/>
                    <a:pt x="13466" y="2769"/>
                    <a:pt x="13413" y="2723"/>
                  </a:cubicBezTo>
                  <a:cubicBezTo>
                    <a:pt x="10395" y="236"/>
                    <a:pt x="7565" y="0"/>
                    <a:pt x="675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42"/>
            <p:cNvSpPr/>
            <p:nvPr/>
          </p:nvSpPr>
          <p:spPr>
            <a:xfrm>
              <a:off x="6623263" y="4310188"/>
              <a:ext cx="131225" cy="95050"/>
            </a:xfrm>
            <a:custGeom>
              <a:rect b="b" l="l" r="r" t="t"/>
              <a:pathLst>
                <a:path extrusionOk="0" h="3802" w="5249">
                  <a:moveTo>
                    <a:pt x="375" y="0"/>
                  </a:moveTo>
                  <a:cubicBezTo>
                    <a:pt x="166" y="0"/>
                    <a:pt x="0" y="168"/>
                    <a:pt x="0" y="375"/>
                  </a:cubicBezTo>
                  <a:lnTo>
                    <a:pt x="0" y="3802"/>
                  </a:lnTo>
                  <a:lnTo>
                    <a:pt x="5248" y="3802"/>
                  </a:lnTo>
                  <a:lnTo>
                    <a:pt x="5248" y="375"/>
                  </a:lnTo>
                  <a:cubicBezTo>
                    <a:pt x="5248" y="168"/>
                    <a:pt x="5080" y="0"/>
                    <a:pt x="48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42"/>
            <p:cNvSpPr/>
            <p:nvPr/>
          </p:nvSpPr>
          <p:spPr>
            <a:xfrm>
              <a:off x="6657363" y="4488363"/>
              <a:ext cx="400" cy="200"/>
            </a:xfrm>
            <a:custGeom>
              <a:rect b="b" l="l" r="r" t="t"/>
              <a:pathLst>
                <a:path extrusionOk="0" h="8" w="16">
                  <a:moveTo>
                    <a:pt x="8" y="0"/>
                  </a:moveTo>
                  <a:lnTo>
                    <a:pt x="1" y="8"/>
                  </a:lnTo>
                  <a:lnTo>
                    <a:pt x="15" y="8"/>
                  </a:lnTo>
                  <a:lnTo>
                    <a:pt x="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42"/>
            <p:cNvSpPr/>
            <p:nvPr/>
          </p:nvSpPr>
          <p:spPr>
            <a:xfrm>
              <a:off x="6720163" y="4488488"/>
              <a:ext cx="200" cy="75"/>
            </a:xfrm>
            <a:custGeom>
              <a:rect b="b" l="l" r="r" t="t"/>
              <a:pathLst>
                <a:path extrusionOk="0" h="3" w="8">
                  <a:moveTo>
                    <a:pt x="5" y="0"/>
                  </a:moveTo>
                  <a:lnTo>
                    <a:pt x="0" y="3"/>
                  </a:lnTo>
                  <a:lnTo>
                    <a:pt x="7" y="3"/>
                  </a:lnTo>
                  <a:lnTo>
                    <a:pt x="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42"/>
            <p:cNvSpPr/>
            <p:nvPr/>
          </p:nvSpPr>
          <p:spPr>
            <a:xfrm>
              <a:off x="6576338" y="4422938"/>
              <a:ext cx="225050" cy="46875"/>
            </a:xfrm>
            <a:custGeom>
              <a:rect b="b" l="l" r="r" t="t"/>
              <a:pathLst>
                <a:path extrusionOk="0" h="1875" w="9002">
                  <a:moveTo>
                    <a:pt x="937" y="1"/>
                  </a:moveTo>
                  <a:cubicBezTo>
                    <a:pt x="421" y="1"/>
                    <a:pt x="0" y="421"/>
                    <a:pt x="0" y="938"/>
                  </a:cubicBezTo>
                  <a:cubicBezTo>
                    <a:pt x="0" y="1457"/>
                    <a:pt x="421" y="1875"/>
                    <a:pt x="937" y="1875"/>
                  </a:cubicBezTo>
                  <a:lnTo>
                    <a:pt x="8062" y="1875"/>
                  </a:lnTo>
                  <a:cubicBezTo>
                    <a:pt x="8581" y="1875"/>
                    <a:pt x="9002" y="1457"/>
                    <a:pt x="9002" y="938"/>
                  </a:cubicBezTo>
                  <a:cubicBezTo>
                    <a:pt x="9002" y="421"/>
                    <a:pt x="8581" y="1"/>
                    <a:pt x="806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42"/>
            <p:cNvSpPr/>
            <p:nvPr/>
          </p:nvSpPr>
          <p:spPr>
            <a:xfrm>
              <a:off x="6594963" y="4488288"/>
              <a:ext cx="187800" cy="112800"/>
            </a:xfrm>
            <a:custGeom>
              <a:rect b="b" l="l" r="r" t="t"/>
              <a:pathLst>
                <a:path extrusionOk="0" h="4512" w="7512">
                  <a:moveTo>
                    <a:pt x="6253" y="1541"/>
                  </a:moveTo>
                  <a:lnTo>
                    <a:pt x="6253" y="1541"/>
                  </a:lnTo>
                  <a:cubicBezTo>
                    <a:pt x="6147" y="2065"/>
                    <a:pt x="6077" y="2596"/>
                    <a:pt x="6044" y="3132"/>
                  </a:cubicBezTo>
                  <a:lnTo>
                    <a:pt x="5515" y="2490"/>
                  </a:lnTo>
                  <a:lnTo>
                    <a:pt x="6253" y="1541"/>
                  </a:lnTo>
                  <a:close/>
                  <a:moveTo>
                    <a:pt x="1259" y="1536"/>
                  </a:moveTo>
                  <a:lnTo>
                    <a:pt x="2002" y="2490"/>
                  </a:lnTo>
                  <a:lnTo>
                    <a:pt x="1468" y="3134"/>
                  </a:lnTo>
                  <a:cubicBezTo>
                    <a:pt x="1435" y="2599"/>
                    <a:pt x="1363" y="2065"/>
                    <a:pt x="1259" y="1536"/>
                  </a:cubicBezTo>
                  <a:close/>
                  <a:moveTo>
                    <a:pt x="3756" y="1534"/>
                  </a:moveTo>
                  <a:lnTo>
                    <a:pt x="4554" y="2505"/>
                  </a:lnTo>
                  <a:lnTo>
                    <a:pt x="3758" y="3526"/>
                  </a:lnTo>
                  <a:lnTo>
                    <a:pt x="2961" y="2502"/>
                  </a:lnTo>
                  <a:lnTo>
                    <a:pt x="3756" y="1534"/>
                  </a:lnTo>
                  <a:close/>
                  <a:moveTo>
                    <a:pt x="0" y="1"/>
                  </a:moveTo>
                  <a:lnTo>
                    <a:pt x="0" y="1"/>
                  </a:lnTo>
                  <a:cubicBezTo>
                    <a:pt x="539" y="1311"/>
                    <a:pt x="798" y="2721"/>
                    <a:pt x="757" y="4136"/>
                  </a:cubicBezTo>
                  <a:cubicBezTo>
                    <a:pt x="757" y="4144"/>
                    <a:pt x="760" y="4148"/>
                    <a:pt x="760" y="4156"/>
                  </a:cubicBezTo>
                  <a:cubicBezTo>
                    <a:pt x="762" y="4180"/>
                    <a:pt x="767" y="4206"/>
                    <a:pt x="776" y="4230"/>
                  </a:cubicBezTo>
                  <a:cubicBezTo>
                    <a:pt x="784" y="4252"/>
                    <a:pt x="786" y="4276"/>
                    <a:pt x="793" y="4295"/>
                  </a:cubicBezTo>
                  <a:cubicBezTo>
                    <a:pt x="800" y="4312"/>
                    <a:pt x="820" y="4331"/>
                    <a:pt x="832" y="4350"/>
                  </a:cubicBezTo>
                  <a:cubicBezTo>
                    <a:pt x="846" y="4374"/>
                    <a:pt x="863" y="4396"/>
                    <a:pt x="885" y="4413"/>
                  </a:cubicBezTo>
                  <a:cubicBezTo>
                    <a:pt x="887" y="4418"/>
                    <a:pt x="887" y="4422"/>
                    <a:pt x="894" y="4425"/>
                  </a:cubicBezTo>
                  <a:cubicBezTo>
                    <a:pt x="913" y="4439"/>
                    <a:pt x="933" y="4449"/>
                    <a:pt x="952" y="4458"/>
                  </a:cubicBezTo>
                  <a:cubicBezTo>
                    <a:pt x="966" y="4468"/>
                    <a:pt x="981" y="4478"/>
                    <a:pt x="997" y="4485"/>
                  </a:cubicBezTo>
                  <a:cubicBezTo>
                    <a:pt x="1041" y="4502"/>
                    <a:pt x="1086" y="4509"/>
                    <a:pt x="1132" y="4511"/>
                  </a:cubicBezTo>
                  <a:cubicBezTo>
                    <a:pt x="1183" y="4511"/>
                    <a:pt x="1235" y="4499"/>
                    <a:pt x="1281" y="4478"/>
                  </a:cubicBezTo>
                  <a:cubicBezTo>
                    <a:pt x="1295" y="4473"/>
                    <a:pt x="1303" y="4463"/>
                    <a:pt x="1315" y="4454"/>
                  </a:cubicBezTo>
                  <a:cubicBezTo>
                    <a:pt x="1351" y="4437"/>
                    <a:pt x="1382" y="4413"/>
                    <a:pt x="1408" y="4384"/>
                  </a:cubicBezTo>
                  <a:cubicBezTo>
                    <a:pt x="1413" y="4379"/>
                    <a:pt x="1416" y="4379"/>
                    <a:pt x="1420" y="4372"/>
                  </a:cubicBezTo>
                  <a:lnTo>
                    <a:pt x="2473" y="3094"/>
                  </a:lnTo>
                  <a:lnTo>
                    <a:pt x="3463" y="4365"/>
                  </a:lnTo>
                  <a:cubicBezTo>
                    <a:pt x="3470" y="4377"/>
                    <a:pt x="3487" y="4379"/>
                    <a:pt x="3494" y="4391"/>
                  </a:cubicBezTo>
                  <a:cubicBezTo>
                    <a:pt x="3504" y="4406"/>
                    <a:pt x="3518" y="4420"/>
                    <a:pt x="3530" y="4432"/>
                  </a:cubicBezTo>
                  <a:cubicBezTo>
                    <a:pt x="3547" y="4444"/>
                    <a:pt x="3561" y="4446"/>
                    <a:pt x="3576" y="4458"/>
                  </a:cubicBezTo>
                  <a:cubicBezTo>
                    <a:pt x="3588" y="4466"/>
                    <a:pt x="3602" y="4473"/>
                    <a:pt x="3617" y="4478"/>
                  </a:cubicBezTo>
                  <a:cubicBezTo>
                    <a:pt x="3661" y="4499"/>
                    <a:pt x="3710" y="4510"/>
                    <a:pt x="3759" y="4510"/>
                  </a:cubicBezTo>
                  <a:cubicBezTo>
                    <a:pt x="3808" y="4510"/>
                    <a:pt x="3857" y="4499"/>
                    <a:pt x="3903" y="4478"/>
                  </a:cubicBezTo>
                  <a:cubicBezTo>
                    <a:pt x="3917" y="4473"/>
                    <a:pt x="3931" y="4466"/>
                    <a:pt x="3944" y="4458"/>
                  </a:cubicBezTo>
                  <a:cubicBezTo>
                    <a:pt x="3958" y="4446"/>
                    <a:pt x="3972" y="4444"/>
                    <a:pt x="3989" y="4432"/>
                  </a:cubicBezTo>
                  <a:cubicBezTo>
                    <a:pt x="4001" y="4420"/>
                    <a:pt x="4016" y="4406"/>
                    <a:pt x="4025" y="4391"/>
                  </a:cubicBezTo>
                  <a:cubicBezTo>
                    <a:pt x="4032" y="4379"/>
                    <a:pt x="4049" y="4377"/>
                    <a:pt x="4056" y="4365"/>
                  </a:cubicBezTo>
                  <a:lnTo>
                    <a:pt x="5042" y="3098"/>
                  </a:lnTo>
                  <a:lnTo>
                    <a:pt x="6092" y="4372"/>
                  </a:lnTo>
                  <a:cubicBezTo>
                    <a:pt x="6097" y="4379"/>
                    <a:pt x="6099" y="4379"/>
                    <a:pt x="6104" y="4384"/>
                  </a:cubicBezTo>
                  <a:cubicBezTo>
                    <a:pt x="6130" y="4413"/>
                    <a:pt x="6161" y="4437"/>
                    <a:pt x="6197" y="4454"/>
                  </a:cubicBezTo>
                  <a:cubicBezTo>
                    <a:pt x="6207" y="4463"/>
                    <a:pt x="6217" y="4473"/>
                    <a:pt x="6226" y="4478"/>
                  </a:cubicBezTo>
                  <a:cubicBezTo>
                    <a:pt x="6274" y="4499"/>
                    <a:pt x="6327" y="4511"/>
                    <a:pt x="6380" y="4511"/>
                  </a:cubicBezTo>
                  <a:cubicBezTo>
                    <a:pt x="6428" y="4509"/>
                    <a:pt x="6471" y="4502"/>
                    <a:pt x="6515" y="4485"/>
                  </a:cubicBezTo>
                  <a:cubicBezTo>
                    <a:pt x="6531" y="4478"/>
                    <a:pt x="6546" y="4468"/>
                    <a:pt x="6560" y="4458"/>
                  </a:cubicBezTo>
                  <a:cubicBezTo>
                    <a:pt x="6582" y="4449"/>
                    <a:pt x="6599" y="4439"/>
                    <a:pt x="6618" y="4425"/>
                  </a:cubicBezTo>
                  <a:cubicBezTo>
                    <a:pt x="6625" y="4422"/>
                    <a:pt x="6625" y="4418"/>
                    <a:pt x="6628" y="4413"/>
                  </a:cubicBezTo>
                  <a:cubicBezTo>
                    <a:pt x="6649" y="4396"/>
                    <a:pt x="6666" y="4374"/>
                    <a:pt x="6680" y="4350"/>
                  </a:cubicBezTo>
                  <a:cubicBezTo>
                    <a:pt x="6692" y="4331"/>
                    <a:pt x="6707" y="4317"/>
                    <a:pt x="6719" y="4295"/>
                  </a:cubicBezTo>
                  <a:cubicBezTo>
                    <a:pt x="6729" y="4271"/>
                    <a:pt x="6729" y="4252"/>
                    <a:pt x="6736" y="4230"/>
                  </a:cubicBezTo>
                  <a:cubicBezTo>
                    <a:pt x="6745" y="4206"/>
                    <a:pt x="6750" y="4180"/>
                    <a:pt x="6753" y="4156"/>
                  </a:cubicBezTo>
                  <a:cubicBezTo>
                    <a:pt x="6753" y="4148"/>
                    <a:pt x="6755" y="4144"/>
                    <a:pt x="6755" y="4136"/>
                  </a:cubicBezTo>
                  <a:cubicBezTo>
                    <a:pt x="6717" y="2721"/>
                    <a:pt x="6976" y="1311"/>
                    <a:pt x="7512" y="1"/>
                  </a:cubicBezTo>
                  <a:lnTo>
                    <a:pt x="7512" y="1"/>
                  </a:lnTo>
                  <a:cubicBezTo>
                    <a:pt x="7449" y="8"/>
                    <a:pt x="7385" y="11"/>
                    <a:pt x="7317" y="11"/>
                  </a:cubicBezTo>
                  <a:lnTo>
                    <a:pt x="6493" y="11"/>
                  </a:lnTo>
                  <a:lnTo>
                    <a:pt x="6277" y="292"/>
                  </a:lnTo>
                  <a:lnTo>
                    <a:pt x="6024" y="11"/>
                  </a:lnTo>
                  <a:lnTo>
                    <a:pt x="5015" y="11"/>
                  </a:lnTo>
                  <a:lnTo>
                    <a:pt x="5808" y="892"/>
                  </a:lnTo>
                  <a:lnTo>
                    <a:pt x="5027" y="1897"/>
                  </a:lnTo>
                  <a:lnTo>
                    <a:pt x="4244" y="940"/>
                  </a:lnTo>
                  <a:lnTo>
                    <a:pt x="5008" y="11"/>
                  </a:lnTo>
                  <a:lnTo>
                    <a:pt x="4037" y="11"/>
                  </a:lnTo>
                  <a:lnTo>
                    <a:pt x="3756" y="352"/>
                  </a:lnTo>
                  <a:lnTo>
                    <a:pt x="3480" y="11"/>
                  </a:lnTo>
                  <a:lnTo>
                    <a:pt x="2511" y="11"/>
                  </a:lnTo>
                  <a:lnTo>
                    <a:pt x="3273" y="940"/>
                  </a:lnTo>
                  <a:lnTo>
                    <a:pt x="2490" y="1894"/>
                  </a:lnTo>
                  <a:lnTo>
                    <a:pt x="1709" y="892"/>
                  </a:lnTo>
                  <a:lnTo>
                    <a:pt x="2497" y="11"/>
                  </a:lnTo>
                  <a:lnTo>
                    <a:pt x="1492" y="11"/>
                  </a:lnTo>
                  <a:lnTo>
                    <a:pt x="1240" y="292"/>
                  </a:lnTo>
                  <a:lnTo>
                    <a:pt x="1024" y="11"/>
                  </a:lnTo>
                  <a:lnTo>
                    <a:pt x="195" y="11"/>
                  </a:lnTo>
                  <a:cubicBezTo>
                    <a:pt x="130" y="11"/>
                    <a:pt x="63" y="8"/>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7" name="Google Shape;937;p42"/>
          <p:cNvGrpSpPr/>
          <p:nvPr/>
        </p:nvGrpSpPr>
        <p:grpSpPr>
          <a:xfrm>
            <a:off x="1439400" y="2700625"/>
            <a:ext cx="1677600" cy="1809372"/>
            <a:chOff x="1439400" y="2700625"/>
            <a:chExt cx="1677600" cy="1809372"/>
          </a:xfrm>
        </p:grpSpPr>
        <p:sp>
          <p:nvSpPr>
            <p:cNvPr id="938" name="Google Shape;938;p42"/>
            <p:cNvSpPr/>
            <p:nvPr/>
          </p:nvSpPr>
          <p:spPr>
            <a:xfrm>
              <a:off x="1439400" y="3293851"/>
              <a:ext cx="1677600" cy="338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MERCURY</a:t>
              </a:r>
              <a:endParaRPr sz="2000">
                <a:solidFill>
                  <a:schemeClr val="dk2"/>
                </a:solidFill>
                <a:latin typeface="Dosis SemiBold"/>
                <a:ea typeface="Dosis SemiBold"/>
                <a:cs typeface="Dosis SemiBold"/>
                <a:sym typeface="Dosis SemiBold"/>
              </a:endParaRPr>
            </a:p>
          </p:txBody>
        </p:sp>
        <p:sp>
          <p:nvSpPr>
            <p:cNvPr id="939" name="Google Shape;939;p42"/>
            <p:cNvSpPr txBox="1"/>
            <p:nvPr/>
          </p:nvSpPr>
          <p:spPr>
            <a:xfrm>
              <a:off x="1439400" y="3506497"/>
              <a:ext cx="1677600" cy="1003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1600">
                  <a:solidFill>
                    <a:schemeClr val="lt1"/>
                  </a:solidFill>
                  <a:latin typeface="Dosis"/>
                  <a:ea typeface="Dosis"/>
                  <a:cs typeface="Dosis"/>
                  <a:sym typeface="Dosis"/>
                </a:rPr>
                <a:t>Mercury is the closest planet to the Sun</a:t>
              </a:r>
              <a:endParaRPr sz="1600">
                <a:solidFill>
                  <a:schemeClr val="lt1"/>
                </a:solidFill>
                <a:latin typeface="Dosis"/>
                <a:ea typeface="Dosis"/>
                <a:cs typeface="Dosis"/>
                <a:sym typeface="Dosis"/>
              </a:endParaRPr>
            </a:p>
          </p:txBody>
        </p:sp>
        <p:sp>
          <p:nvSpPr>
            <p:cNvPr id="940" name="Google Shape;940;p42"/>
            <p:cNvSpPr/>
            <p:nvPr/>
          </p:nvSpPr>
          <p:spPr>
            <a:xfrm>
              <a:off x="1538937" y="2700625"/>
              <a:ext cx="943995"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100">
                  <a:solidFill>
                    <a:schemeClr val="lt1"/>
                  </a:solidFill>
                  <a:latin typeface="Bevan"/>
                  <a:ea typeface="Bevan"/>
                  <a:cs typeface="Bevan"/>
                  <a:sym typeface="Bevan"/>
                </a:rPr>
                <a:t>3/5</a:t>
              </a:r>
              <a:endParaRPr sz="2100">
                <a:solidFill>
                  <a:schemeClr val="lt1"/>
                </a:solidFill>
                <a:latin typeface="Bevan"/>
                <a:ea typeface="Bevan"/>
                <a:cs typeface="Bevan"/>
                <a:sym typeface="Bevan"/>
              </a:endParaRPr>
            </a:p>
          </p:txBody>
        </p:sp>
      </p:grpSp>
      <p:grpSp>
        <p:nvGrpSpPr>
          <p:cNvPr id="941" name="Google Shape;941;p42"/>
          <p:cNvGrpSpPr/>
          <p:nvPr/>
        </p:nvGrpSpPr>
        <p:grpSpPr>
          <a:xfrm>
            <a:off x="6026982" y="2700625"/>
            <a:ext cx="1677602" cy="1809372"/>
            <a:chOff x="6026982" y="2700625"/>
            <a:chExt cx="1677602" cy="1809372"/>
          </a:xfrm>
        </p:grpSpPr>
        <p:sp>
          <p:nvSpPr>
            <p:cNvPr id="942" name="Google Shape;942;p42"/>
            <p:cNvSpPr/>
            <p:nvPr/>
          </p:nvSpPr>
          <p:spPr>
            <a:xfrm>
              <a:off x="6026982" y="3293851"/>
              <a:ext cx="1677600" cy="3384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MARS</a:t>
              </a:r>
              <a:endParaRPr sz="2000">
                <a:solidFill>
                  <a:schemeClr val="dk2"/>
                </a:solidFill>
                <a:latin typeface="Dosis SemiBold"/>
                <a:ea typeface="Dosis SemiBold"/>
                <a:cs typeface="Dosis SemiBold"/>
                <a:sym typeface="Dosis SemiBold"/>
              </a:endParaRPr>
            </a:p>
          </p:txBody>
        </p:sp>
        <p:sp>
          <p:nvSpPr>
            <p:cNvPr id="943" name="Google Shape;943;p42"/>
            <p:cNvSpPr txBox="1"/>
            <p:nvPr/>
          </p:nvSpPr>
          <p:spPr>
            <a:xfrm>
              <a:off x="6026984" y="3506497"/>
              <a:ext cx="1677600" cy="10035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0"/>
                </a:spcAft>
                <a:buNone/>
              </a:pPr>
              <a:r>
                <a:rPr lang="en" sz="1600">
                  <a:solidFill>
                    <a:schemeClr val="lt1"/>
                  </a:solidFill>
                  <a:latin typeface="Dosis"/>
                  <a:ea typeface="Dosis"/>
                  <a:cs typeface="Dosis"/>
                  <a:sym typeface="Dosis"/>
                </a:rPr>
                <a:t>Despite being red, Mars is actually a really cold place</a:t>
              </a:r>
              <a:endParaRPr sz="1600">
                <a:solidFill>
                  <a:schemeClr val="lt1"/>
                </a:solidFill>
                <a:latin typeface="Dosis"/>
                <a:ea typeface="Dosis"/>
                <a:cs typeface="Dosis"/>
                <a:sym typeface="Dosis"/>
              </a:endParaRPr>
            </a:p>
          </p:txBody>
        </p:sp>
        <p:sp>
          <p:nvSpPr>
            <p:cNvPr id="944" name="Google Shape;944;p42"/>
            <p:cNvSpPr/>
            <p:nvPr/>
          </p:nvSpPr>
          <p:spPr>
            <a:xfrm>
              <a:off x="6760588" y="2700625"/>
              <a:ext cx="943995"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100">
                  <a:solidFill>
                    <a:schemeClr val="lt1"/>
                  </a:solidFill>
                  <a:latin typeface="Bevan"/>
                  <a:ea typeface="Bevan"/>
                  <a:cs typeface="Bevan"/>
                  <a:sym typeface="Bevan"/>
                </a:rPr>
                <a:t>5</a:t>
              </a:r>
              <a:r>
                <a:rPr lang="en" sz="2100">
                  <a:solidFill>
                    <a:schemeClr val="lt1"/>
                  </a:solidFill>
                  <a:latin typeface="Bevan"/>
                  <a:ea typeface="Bevan"/>
                  <a:cs typeface="Bevan"/>
                  <a:sym typeface="Bevan"/>
                </a:rPr>
                <a:t>/5</a:t>
              </a:r>
              <a:endParaRPr sz="2100">
                <a:solidFill>
                  <a:schemeClr val="lt1"/>
                </a:solidFill>
                <a:latin typeface="Bevan"/>
                <a:ea typeface="Bevan"/>
                <a:cs typeface="Bevan"/>
                <a:sym typeface="Bevan"/>
              </a:endParaRPr>
            </a:p>
          </p:txBody>
        </p:sp>
      </p:grpSp>
      <p:grpSp>
        <p:nvGrpSpPr>
          <p:cNvPr id="945" name="Google Shape;945;p42"/>
          <p:cNvGrpSpPr/>
          <p:nvPr/>
        </p:nvGrpSpPr>
        <p:grpSpPr>
          <a:xfrm>
            <a:off x="3604798" y="1449038"/>
            <a:ext cx="1934396" cy="3703215"/>
            <a:chOff x="3604798" y="1449038"/>
            <a:chExt cx="1934396" cy="3703215"/>
          </a:xfrm>
        </p:grpSpPr>
        <p:grpSp>
          <p:nvGrpSpPr>
            <p:cNvPr id="946" name="Google Shape;946;p42"/>
            <p:cNvGrpSpPr/>
            <p:nvPr/>
          </p:nvGrpSpPr>
          <p:grpSpPr>
            <a:xfrm>
              <a:off x="3604798" y="1449038"/>
              <a:ext cx="1803984" cy="3703215"/>
              <a:chOff x="3604798" y="1449038"/>
              <a:chExt cx="1803984" cy="3703215"/>
            </a:xfrm>
          </p:grpSpPr>
          <p:sp>
            <p:nvSpPr>
              <p:cNvPr id="947" name="Google Shape;947;p42"/>
              <p:cNvSpPr/>
              <p:nvPr/>
            </p:nvSpPr>
            <p:spPr>
              <a:xfrm>
                <a:off x="3604798" y="3660653"/>
                <a:ext cx="318600" cy="1491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42"/>
              <p:cNvSpPr/>
              <p:nvPr/>
            </p:nvSpPr>
            <p:spPr>
              <a:xfrm>
                <a:off x="3910402" y="1449038"/>
                <a:ext cx="1498380" cy="1474470"/>
              </a:xfrm>
              <a:custGeom>
                <a:rect b="b" l="l" r="r" t="t"/>
                <a:pathLst>
                  <a:path extrusionOk="0" h="10571" w="10743">
                    <a:moveTo>
                      <a:pt x="416" y="1"/>
                    </a:moveTo>
                    <a:lnTo>
                      <a:pt x="0" y="8148"/>
                    </a:lnTo>
                    <a:lnTo>
                      <a:pt x="10497" y="10570"/>
                    </a:lnTo>
                    <a:lnTo>
                      <a:pt x="10742" y="3817"/>
                    </a:lnTo>
                    <a:lnTo>
                      <a:pt x="41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42"/>
              <p:cNvSpPr/>
              <p:nvPr/>
            </p:nvSpPr>
            <p:spPr>
              <a:xfrm>
                <a:off x="3975259" y="1565087"/>
                <a:ext cx="1361694" cy="1290074"/>
              </a:xfrm>
              <a:custGeom>
                <a:rect b="b" l="l" r="r" t="t"/>
                <a:pathLst>
                  <a:path extrusionOk="0" h="9249" w="9763">
                    <a:moveTo>
                      <a:pt x="514" y="0"/>
                    </a:moveTo>
                    <a:lnTo>
                      <a:pt x="0" y="6826"/>
                    </a:lnTo>
                    <a:lnTo>
                      <a:pt x="9543" y="9249"/>
                    </a:lnTo>
                    <a:lnTo>
                      <a:pt x="9763" y="3279"/>
                    </a:lnTo>
                    <a:lnTo>
                      <a:pt x="51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42"/>
              <p:cNvSpPr/>
              <p:nvPr/>
            </p:nvSpPr>
            <p:spPr>
              <a:xfrm>
                <a:off x="4657714" y="2514683"/>
                <a:ext cx="231947" cy="230425"/>
              </a:xfrm>
              <a:custGeom>
                <a:rect b="b" l="l" r="r" t="t"/>
                <a:pathLst>
                  <a:path extrusionOk="0" h="1652" w="1663">
                    <a:moveTo>
                      <a:pt x="120" y="1"/>
                    </a:moveTo>
                    <a:lnTo>
                      <a:pt x="0" y="1386"/>
                    </a:lnTo>
                    <a:lnTo>
                      <a:pt x="1065" y="1651"/>
                    </a:lnTo>
                    <a:lnTo>
                      <a:pt x="1662" y="633"/>
                    </a:lnTo>
                    <a:lnTo>
                      <a:pt x="1607" y="304"/>
                    </a:lnTo>
                    <a:lnTo>
                      <a:pt x="12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42"/>
              <p:cNvSpPr/>
              <p:nvPr/>
            </p:nvSpPr>
            <p:spPr>
              <a:xfrm>
                <a:off x="4470119" y="2049649"/>
                <a:ext cx="508526" cy="590569"/>
              </a:xfrm>
              <a:custGeom>
                <a:rect b="b" l="l" r="r" t="t"/>
                <a:pathLst>
                  <a:path extrusionOk="0" h="4234" w="3646">
                    <a:moveTo>
                      <a:pt x="146" y="1"/>
                    </a:moveTo>
                    <a:lnTo>
                      <a:pt x="1" y="3402"/>
                    </a:lnTo>
                    <a:lnTo>
                      <a:pt x="3548" y="4234"/>
                    </a:lnTo>
                    <a:lnTo>
                      <a:pt x="3645" y="1102"/>
                    </a:lnTo>
                    <a:lnTo>
                      <a:pt x="14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42"/>
              <p:cNvSpPr/>
              <p:nvPr/>
            </p:nvSpPr>
            <p:spPr>
              <a:xfrm>
                <a:off x="4524515" y="2121343"/>
                <a:ext cx="409778" cy="436999"/>
              </a:xfrm>
              <a:custGeom>
                <a:rect b="b" l="l" r="r" t="t"/>
                <a:pathLst>
                  <a:path extrusionOk="0" h="3133" w="2938">
                    <a:moveTo>
                      <a:pt x="123" y="1"/>
                    </a:moveTo>
                    <a:lnTo>
                      <a:pt x="1" y="2521"/>
                    </a:lnTo>
                    <a:lnTo>
                      <a:pt x="2815" y="3133"/>
                    </a:lnTo>
                    <a:lnTo>
                      <a:pt x="2938" y="905"/>
                    </a:lnTo>
                    <a:lnTo>
                      <a:pt x="12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42"/>
              <p:cNvSpPr/>
              <p:nvPr/>
            </p:nvSpPr>
            <p:spPr>
              <a:xfrm>
                <a:off x="3604811" y="2336285"/>
                <a:ext cx="1199903" cy="2121250"/>
              </a:xfrm>
              <a:custGeom>
                <a:rect b="b" l="l" r="r" t="t"/>
                <a:pathLst>
                  <a:path extrusionOk="0" h="15208" w="8603">
                    <a:moveTo>
                      <a:pt x="7452" y="1"/>
                    </a:moveTo>
                    <a:lnTo>
                      <a:pt x="7243" y="62"/>
                    </a:lnTo>
                    <a:lnTo>
                      <a:pt x="7243" y="429"/>
                    </a:lnTo>
                    <a:lnTo>
                      <a:pt x="344" y="4222"/>
                    </a:lnTo>
                    <a:lnTo>
                      <a:pt x="344" y="6204"/>
                    </a:lnTo>
                    <a:lnTo>
                      <a:pt x="344" y="8601"/>
                    </a:lnTo>
                    <a:lnTo>
                      <a:pt x="245" y="8601"/>
                    </a:lnTo>
                    <a:cubicBezTo>
                      <a:pt x="0" y="8601"/>
                      <a:pt x="25" y="9152"/>
                      <a:pt x="25" y="9152"/>
                    </a:cubicBezTo>
                    <a:lnTo>
                      <a:pt x="25" y="15207"/>
                    </a:lnTo>
                    <a:lnTo>
                      <a:pt x="2295" y="15207"/>
                    </a:lnTo>
                    <a:lnTo>
                      <a:pt x="2295" y="8926"/>
                    </a:lnTo>
                    <a:cubicBezTo>
                      <a:pt x="2295" y="8633"/>
                      <a:pt x="2108" y="8598"/>
                      <a:pt x="2019" y="8598"/>
                    </a:cubicBezTo>
                    <a:cubicBezTo>
                      <a:pt x="1990" y="8598"/>
                      <a:pt x="1971" y="8601"/>
                      <a:pt x="1971" y="8601"/>
                    </a:cubicBezTo>
                    <a:lnTo>
                      <a:pt x="2056" y="6204"/>
                    </a:lnTo>
                    <a:lnTo>
                      <a:pt x="2815" y="4504"/>
                    </a:lnTo>
                    <a:lnTo>
                      <a:pt x="8492" y="1603"/>
                    </a:lnTo>
                    <a:lnTo>
                      <a:pt x="8602" y="368"/>
                    </a:lnTo>
                    <a:lnTo>
                      <a:pt x="745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42"/>
              <p:cNvSpPr/>
              <p:nvPr/>
            </p:nvSpPr>
            <p:spPr>
              <a:xfrm>
                <a:off x="4748513" y="2414813"/>
                <a:ext cx="508247" cy="224148"/>
              </a:xfrm>
              <a:custGeom>
                <a:rect b="b" l="l" r="r" t="t"/>
                <a:pathLst>
                  <a:path extrusionOk="0" h="1607" w="3644">
                    <a:moveTo>
                      <a:pt x="1823" y="0"/>
                    </a:moveTo>
                    <a:cubicBezTo>
                      <a:pt x="816" y="0"/>
                      <a:pt x="0" y="360"/>
                      <a:pt x="0" y="804"/>
                    </a:cubicBezTo>
                    <a:cubicBezTo>
                      <a:pt x="0" y="1247"/>
                      <a:pt x="816" y="1607"/>
                      <a:pt x="1823" y="1607"/>
                    </a:cubicBezTo>
                    <a:cubicBezTo>
                      <a:pt x="2828" y="1607"/>
                      <a:pt x="3644" y="1247"/>
                      <a:pt x="3644" y="804"/>
                    </a:cubicBezTo>
                    <a:cubicBezTo>
                      <a:pt x="3644" y="360"/>
                      <a:pt x="2828" y="0"/>
                      <a:pt x="18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42"/>
              <p:cNvSpPr/>
              <p:nvPr/>
            </p:nvSpPr>
            <p:spPr>
              <a:xfrm>
                <a:off x="4778361" y="2430156"/>
                <a:ext cx="452736" cy="191231"/>
              </a:xfrm>
              <a:custGeom>
                <a:rect b="b" l="l" r="r" t="t"/>
                <a:pathLst>
                  <a:path extrusionOk="0" h="1371" w="3246">
                    <a:moveTo>
                      <a:pt x="1623" y="1"/>
                    </a:moveTo>
                    <a:cubicBezTo>
                      <a:pt x="727" y="1"/>
                      <a:pt x="0" y="307"/>
                      <a:pt x="0" y="686"/>
                    </a:cubicBezTo>
                    <a:cubicBezTo>
                      <a:pt x="0" y="1064"/>
                      <a:pt x="727" y="1370"/>
                      <a:pt x="1623" y="1370"/>
                    </a:cubicBezTo>
                    <a:cubicBezTo>
                      <a:pt x="2521" y="1370"/>
                      <a:pt x="3246" y="1064"/>
                      <a:pt x="3246" y="686"/>
                    </a:cubicBezTo>
                    <a:cubicBezTo>
                      <a:pt x="3246" y="307"/>
                      <a:pt x="2521" y="1"/>
                      <a:pt x="162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42"/>
              <p:cNvSpPr/>
              <p:nvPr/>
            </p:nvSpPr>
            <p:spPr>
              <a:xfrm>
                <a:off x="4980880" y="2427088"/>
                <a:ext cx="91635" cy="200855"/>
              </a:xfrm>
              <a:custGeom>
                <a:rect b="b" l="l" r="r" t="t"/>
                <a:pathLst>
                  <a:path extrusionOk="0" h="1440" w="657">
                    <a:moveTo>
                      <a:pt x="428" y="0"/>
                    </a:moveTo>
                    <a:cubicBezTo>
                      <a:pt x="365" y="0"/>
                      <a:pt x="295" y="54"/>
                      <a:pt x="229" y="215"/>
                    </a:cubicBezTo>
                    <a:lnTo>
                      <a:pt x="1" y="1335"/>
                    </a:lnTo>
                    <a:cubicBezTo>
                      <a:pt x="1" y="1335"/>
                      <a:pt x="9" y="1424"/>
                      <a:pt x="32" y="1424"/>
                    </a:cubicBezTo>
                    <a:cubicBezTo>
                      <a:pt x="42" y="1424"/>
                      <a:pt x="54" y="1408"/>
                      <a:pt x="69" y="1362"/>
                    </a:cubicBezTo>
                    <a:cubicBezTo>
                      <a:pt x="120" y="1206"/>
                      <a:pt x="304" y="234"/>
                      <a:pt x="304" y="234"/>
                    </a:cubicBezTo>
                    <a:cubicBezTo>
                      <a:pt x="304" y="234"/>
                      <a:pt x="363" y="61"/>
                      <a:pt x="444" y="61"/>
                    </a:cubicBezTo>
                    <a:cubicBezTo>
                      <a:pt x="485" y="61"/>
                      <a:pt x="531" y="104"/>
                      <a:pt x="579" y="234"/>
                    </a:cubicBezTo>
                    <a:lnTo>
                      <a:pt x="551" y="1405"/>
                    </a:lnTo>
                    <a:cubicBezTo>
                      <a:pt x="551" y="1405"/>
                      <a:pt x="573" y="1440"/>
                      <a:pt x="599" y="1440"/>
                    </a:cubicBezTo>
                    <a:cubicBezTo>
                      <a:pt x="612" y="1440"/>
                      <a:pt x="626" y="1431"/>
                      <a:pt x="639" y="1405"/>
                    </a:cubicBezTo>
                    <a:lnTo>
                      <a:pt x="656" y="215"/>
                    </a:lnTo>
                    <a:cubicBezTo>
                      <a:pt x="656" y="215"/>
                      <a:pt x="555" y="0"/>
                      <a:pt x="4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42"/>
              <p:cNvSpPr/>
              <p:nvPr/>
            </p:nvSpPr>
            <p:spPr>
              <a:xfrm>
                <a:off x="4882131" y="2435178"/>
                <a:ext cx="103351" cy="207132"/>
              </a:xfrm>
              <a:custGeom>
                <a:rect b="b" l="l" r="r" t="t"/>
                <a:pathLst>
                  <a:path extrusionOk="0" h="1485" w="741">
                    <a:moveTo>
                      <a:pt x="163" y="1"/>
                    </a:moveTo>
                    <a:cubicBezTo>
                      <a:pt x="87" y="1"/>
                      <a:pt x="19" y="63"/>
                      <a:pt x="1" y="269"/>
                    </a:cubicBezTo>
                    <a:lnTo>
                      <a:pt x="110" y="1409"/>
                    </a:lnTo>
                    <a:cubicBezTo>
                      <a:pt x="110" y="1409"/>
                      <a:pt x="142" y="1484"/>
                      <a:pt x="163" y="1484"/>
                    </a:cubicBezTo>
                    <a:cubicBezTo>
                      <a:pt x="174" y="1484"/>
                      <a:pt x="182" y="1466"/>
                      <a:pt x="183" y="1413"/>
                    </a:cubicBezTo>
                    <a:cubicBezTo>
                      <a:pt x="186" y="1250"/>
                      <a:pt x="77" y="266"/>
                      <a:pt x="77" y="266"/>
                    </a:cubicBezTo>
                    <a:cubicBezTo>
                      <a:pt x="77" y="266"/>
                      <a:pt x="83" y="58"/>
                      <a:pt x="178" y="58"/>
                    </a:cubicBezTo>
                    <a:cubicBezTo>
                      <a:pt x="216" y="58"/>
                      <a:pt x="268" y="92"/>
                      <a:pt x="340" y="186"/>
                    </a:cubicBezTo>
                    <a:lnTo>
                      <a:pt x="658" y="1314"/>
                    </a:lnTo>
                    <a:cubicBezTo>
                      <a:pt x="658" y="1314"/>
                      <a:pt x="681" y="1333"/>
                      <a:pt x="703" y="1333"/>
                    </a:cubicBezTo>
                    <a:cubicBezTo>
                      <a:pt x="719" y="1333"/>
                      <a:pt x="735" y="1323"/>
                      <a:pt x="741" y="1288"/>
                    </a:cubicBezTo>
                    <a:lnTo>
                      <a:pt x="409" y="144"/>
                    </a:lnTo>
                    <a:cubicBezTo>
                      <a:pt x="409" y="144"/>
                      <a:pt x="277" y="1"/>
                      <a:pt x="16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42"/>
              <p:cNvSpPr/>
              <p:nvPr/>
            </p:nvSpPr>
            <p:spPr>
              <a:xfrm>
                <a:off x="4787427" y="2471862"/>
                <a:ext cx="117159" cy="186628"/>
              </a:xfrm>
              <a:custGeom>
                <a:rect b="b" l="l" r="r" t="t"/>
                <a:pathLst>
                  <a:path extrusionOk="0" h="1338" w="840">
                    <a:moveTo>
                      <a:pt x="124" y="0"/>
                    </a:moveTo>
                    <a:cubicBezTo>
                      <a:pt x="54" y="0"/>
                      <a:pt x="0" y="58"/>
                      <a:pt x="29" y="263"/>
                    </a:cubicBezTo>
                    <a:lnTo>
                      <a:pt x="345" y="1275"/>
                    </a:lnTo>
                    <a:cubicBezTo>
                      <a:pt x="345" y="1275"/>
                      <a:pt x="384" y="1337"/>
                      <a:pt x="402" y="1337"/>
                    </a:cubicBezTo>
                    <a:cubicBezTo>
                      <a:pt x="412" y="1337"/>
                      <a:pt x="416" y="1321"/>
                      <a:pt x="406" y="1271"/>
                    </a:cubicBezTo>
                    <a:cubicBezTo>
                      <a:pt x="375" y="1124"/>
                      <a:pt x="90" y="251"/>
                      <a:pt x="90" y="251"/>
                    </a:cubicBezTo>
                    <a:cubicBezTo>
                      <a:pt x="90" y="251"/>
                      <a:pt x="51" y="51"/>
                      <a:pt x="138" y="51"/>
                    </a:cubicBezTo>
                    <a:cubicBezTo>
                      <a:pt x="170" y="51"/>
                      <a:pt x="218" y="77"/>
                      <a:pt x="289" y="148"/>
                    </a:cubicBezTo>
                    <a:lnTo>
                      <a:pt x="774" y="1124"/>
                    </a:lnTo>
                    <a:cubicBezTo>
                      <a:pt x="774" y="1124"/>
                      <a:pt x="794" y="1137"/>
                      <a:pt x="811" y="1137"/>
                    </a:cubicBezTo>
                    <a:cubicBezTo>
                      <a:pt x="826" y="1137"/>
                      <a:pt x="840" y="1127"/>
                      <a:pt x="837" y="1090"/>
                    </a:cubicBezTo>
                    <a:lnTo>
                      <a:pt x="337" y="101"/>
                    </a:lnTo>
                    <a:cubicBezTo>
                      <a:pt x="337" y="101"/>
                      <a:pt x="217" y="0"/>
                      <a:pt x="12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42"/>
              <p:cNvSpPr/>
              <p:nvPr/>
            </p:nvSpPr>
            <p:spPr>
              <a:xfrm>
                <a:off x="5070842" y="2451776"/>
                <a:ext cx="106280" cy="190952"/>
              </a:xfrm>
              <a:custGeom>
                <a:rect b="b" l="l" r="r" t="t"/>
                <a:pathLst>
                  <a:path extrusionOk="0" h="1369" w="762">
                    <a:moveTo>
                      <a:pt x="599" y="1"/>
                    </a:moveTo>
                    <a:cubicBezTo>
                      <a:pt x="549" y="1"/>
                      <a:pt x="488" y="45"/>
                      <a:pt x="412" y="169"/>
                    </a:cubicBezTo>
                    <a:lnTo>
                      <a:pt x="11" y="1172"/>
                    </a:lnTo>
                    <a:cubicBezTo>
                      <a:pt x="11" y="1172"/>
                      <a:pt x="1" y="1259"/>
                      <a:pt x="21" y="1259"/>
                    </a:cubicBezTo>
                    <a:cubicBezTo>
                      <a:pt x="29" y="1259"/>
                      <a:pt x="42" y="1245"/>
                      <a:pt x="62" y="1206"/>
                    </a:cubicBezTo>
                    <a:cubicBezTo>
                      <a:pt x="134" y="1071"/>
                      <a:pt x="469" y="200"/>
                      <a:pt x="469" y="200"/>
                    </a:cubicBezTo>
                    <a:cubicBezTo>
                      <a:pt x="469" y="200"/>
                      <a:pt x="543" y="63"/>
                      <a:pt x="608" y="63"/>
                    </a:cubicBezTo>
                    <a:cubicBezTo>
                      <a:pt x="645" y="63"/>
                      <a:pt x="679" y="107"/>
                      <a:pt x="694" y="247"/>
                    </a:cubicBezTo>
                    <a:lnTo>
                      <a:pt x="450" y="1329"/>
                    </a:lnTo>
                    <a:cubicBezTo>
                      <a:pt x="449" y="1329"/>
                      <a:pt x="462" y="1369"/>
                      <a:pt x="485" y="1369"/>
                    </a:cubicBezTo>
                    <a:cubicBezTo>
                      <a:pt x="495" y="1369"/>
                      <a:pt x="507" y="1362"/>
                      <a:pt x="520" y="1343"/>
                    </a:cubicBezTo>
                    <a:lnTo>
                      <a:pt x="761" y="241"/>
                    </a:lnTo>
                    <a:cubicBezTo>
                      <a:pt x="761" y="241"/>
                      <a:pt x="714" y="1"/>
                      <a:pt x="59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42"/>
              <p:cNvSpPr/>
              <p:nvPr/>
            </p:nvSpPr>
            <p:spPr>
              <a:xfrm>
                <a:off x="5016028" y="2621666"/>
                <a:ext cx="61369" cy="54119"/>
              </a:xfrm>
              <a:custGeom>
                <a:rect b="b" l="l" r="r" t="t"/>
                <a:pathLst>
                  <a:path extrusionOk="0" h="388" w="440">
                    <a:moveTo>
                      <a:pt x="397" y="0"/>
                    </a:moveTo>
                    <a:cubicBezTo>
                      <a:pt x="391" y="0"/>
                      <a:pt x="386" y="2"/>
                      <a:pt x="382" y="6"/>
                    </a:cubicBezTo>
                    <a:lnTo>
                      <a:pt x="11" y="329"/>
                    </a:lnTo>
                    <a:cubicBezTo>
                      <a:pt x="1" y="338"/>
                      <a:pt x="2" y="358"/>
                      <a:pt x="14" y="373"/>
                    </a:cubicBezTo>
                    <a:cubicBezTo>
                      <a:pt x="22" y="382"/>
                      <a:pt x="33" y="387"/>
                      <a:pt x="42" y="387"/>
                    </a:cubicBezTo>
                    <a:cubicBezTo>
                      <a:pt x="48" y="387"/>
                      <a:pt x="53" y="386"/>
                      <a:pt x="58" y="382"/>
                    </a:cubicBezTo>
                    <a:lnTo>
                      <a:pt x="429" y="58"/>
                    </a:lnTo>
                    <a:cubicBezTo>
                      <a:pt x="439" y="50"/>
                      <a:pt x="438" y="29"/>
                      <a:pt x="425" y="15"/>
                    </a:cubicBezTo>
                    <a:cubicBezTo>
                      <a:pt x="416" y="6"/>
                      <a:pt x="406" y="0"/>
                      <a:pt x="3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42"/>
              <p:cNvSpPr/>
              <p:nvPr/>
            </p:nvSpPr>
            <p:spPr>
              <a:xfrm>
                <a:off x="5079071" y="2637427"/>
                <a:ext cx="61508" cy="53980"/>
              </a:xfrm>
              <a:custGeom>
                <a:rect b="b" l="l" r="r" t="t"/>
                <a:pathLst>
                  <a:path extrusionOk="0" h="387" w="441">
                    <a:moveTo>
                      <a:pt x="397" y="1"/>
                    </a:moveTo>
                    <a:cubicBezTo>
                      <a:pt x="392" y="1"/>
                      <a:pt x="387" y="2"/>
                      <a:pt x="383" y="5"/>
                    </a:cubicBezTo>
                    <a:lnTo>
                      <a:pt x="12" y="330"/>
                    </a:lnTo>
                    <a:cubicBezTo>
                      <a:pt x="0" y="339"/>
                      <a:pt x="2" y="358"/>
                      <a:pt x="15" y="372"/>
                    </a:cubicBezTo>
                    <a:cubicBezTo>
                      <a:pt x="23" y="382"/>
                      <a:pt x="35" y="387"/>
                      <a:pt x="44" y="387"/>
                    </a:cubicBezTo>
                    <a:cubicBezTo>
                      <a:pt x="49" y="387"/>
                      <a:pt x="54" y="385"/>
                      <a:pt x="57" y="382"/>
                    </a:cubicBezTo>
                    <a:lnTo>
                      <a:pt x="429" y="59"/>
                    </a:lnTo>
                    <a:cubicBezTo>
                      <a:pt x="440" y="49"/>
                      <a:pt x="439" y="30"/>
                      <a:pt x="426" y="15"/>
                    </a:cubicBezTo>
                    <a:cubicBezTo>
                      <a:pt x="417" y="6"/>
                      <a:pt x="406" y="1"/>
                      <a:pt x="3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42"/>
              <p:cNvSpPr/>
              <p:nvPr/>
            </p:nvSpPr>
            <p:spPr>
              <a:xfrm>
                <a:off x="5024396" y="2683038"/>
                <a:ext cx="61508" cy="54119"/>
              </a:xfrm>
              <a:custGeom>
                <a:rect b="b" l="l" r="r" t="t"/>
                <a:pathLst>
                  <a:path extrusionOk="0" h="388" w="441">
                    <a:moveTo>
                      <a:pt x="398" y="1"/>
                    </a:moveTo>
                    <a:cubicBezTo>
                      <a:pt x="392" y="1"/>
                      <a:pt x="387" y="3"/>
                      <a:pt x="384" y="6"/>
                    </a:cubicBezTo>
                    <a:lnTo>
                      <a:pt x="12" y="329"/>
                    </a:lnTo>
                    <a:cubicBezTo>
                      <a:pt x="0" y="339"/>
                      <a:pt x="3" y="358"/>
                      <a:pt x="15" y="373"/>
                    </a:cubicBezTo>
                    <a:cubicBezTo>
                      <a:pt x="24" y="382"/>
                      <a:pt x="35" y="388"/>
                      <a:pt x="45" y="388"/>
                    </a:cubicBezTo>
                    <a:cubicBezTo>
                      <a:pt x="50" y="388"/>
                      <a:pt x="55" y="386"/>
                      <a:pt x="59" y="383"/>
                    </a:cubicBezTo>
                    <a:lnTo>
                      <a:pt x="429" y="58"/>
                    </a:lnTo>
                    <a:cubicBezTo>
                      <a:pt x="440" y="50"/>
                      <a:pt x="439" y="31"/>
                      <a:pt x="426" y="15"/>
                    </a:cubicBezTo>
                    <a:cubicBezTo>
                      <a:pt x="418" y="6"/>
                      <a:pt x="407" y="1"/>
                      <a:pt x="3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42"/>
              <p:cNvSpPr/>
              <p:nvPr/>
            </p:nvSpPr>
            <p:spPr>
              <a:xfrm>
                <a:off x="5045736" y="2743434"/>
                <a:ext cx="76153" cy="66812"/>
              </a:xfrm>
              <a:custGeom>
                <a:rect b="b" l="l" r="r" t="t"/>
                <a:pathLst>
                  <a:path extrusionOk="0" h="479" w="546">
                    <a:moveTo>
                      <a:pt x="506" y="1"/>
                    </a:moveTo>
                    <a:cubicBezTo>
                      <a:pt x="499" y="1"/>
                      <a:pt x="491" y="3"/>
                      <a:pt x="486" y="8"/>
                    </a:cubicBezTo>
                    <a:lnTo>
                      <a:pt x="15" y="418"/>
                    </a:lnTo>
                    <a:cubicBezTo>
                      <a:pt x="2" y="429"/>
                      <a:pt x="0" y="451"/>
                      <a:pt x="14" y="466"/>
                    </a:cubicBezTo>
                    <a:cubicBezTo>
                      <a:pt x="21" y="474"/>
                      <a:pt x="31" y="479"/>
                      <a:pt x="41" y="479"/>
                    </a:cubicBezTo>
                    <a:cubicBezTo>
                      <a:pt x="49" y="479"/>
                      <a:pt x="56" y="476"/>
                      <a:pt x="62" y="470"/>
                    </a:cubicBezTo>
                    <a:lnTo>
                      <a:pt x="531" y="62"/>
                    </a:lnTo>
                    <a:cubicBezTo>
                      <a:pt x="545" y="49"/>
                      <a:pt x="545" y="29"/>
                      <a:pt x="534" y="14"/>
                    </a:cubicBezTo>
                    <a:cubicBezTo>
                      <a:pt x="526" y="5"/>
                      <a:pt x="516" y="1"/>
                      <a:pt x="50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42"/>
              <p:cNvSpPr/>
              <p:nvPr/>
            </p:nvSpPr>
            <p:spPr>
              <a:xfrm>
                <a:off x="5042249" y="2782210"/>
                <a:ext cx="76153" cy="66812"/>
              </a:xfrm>
              <a:custGeom>
                <a:rect b="b" l="l" r="r" t="t"/>
                <a:pathLst>
                  <a:path extrusionOk="0" h="479" w="546">
                    <a:moveTo>
                      <a:pt x="507" y="1"/>
                    </a:moveTo>
                    <a:cubicBezTo>
                      <a:pt x="499" y="1"/>
                      <a:pt x="491" y="3"/>
                      <a:pt x="484" y="9"/>
                    </a:cubicBezTo>
                    <a:lnTo>
                      <a:pt x="15" y="418"/>
                    </a:lnTo>
                    <a:cubicBezTo>
                      <a:pt x="2" y="430"/>
                      <a:pt x="1" y="451"/>
                      <a:pt x="14" y="466"/>
                    </a:cubicBezTo>
                    <a:cubicBezTo>
                      <a:pt x="21" y="474"/>
                      <a:pt x="31" y="478"/>
                      <a:pt x="40" y="478"/>
                    </a:cubicBezTo>
                    <a:cubicBezTo>
                      <a:pt x="48" y="478"/>
                      <a:pt x="55" y="476"/>
                      <a:pt x="62" y="470"/>
                    </a:cubicBezTo>
                    <a:lnTo>
                      <a:pt x="531" y="61"/>
                    </a:lnTo>
                    <a:cubicBezTo>
                      <a:pt x="545" y="49"/>
                      <a:pt x="545" y="28"/>
                      <a:pt x="532" y="13"/>
                    </a:cubicBezTo>
                    <a:cubicBezTo>
                      <a:pt x="526" y="5"/>
                      <a:pt x="516" y="1"/>
                      <a:pt x="50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42"/>
              <p:cNvSpPr/>
              <p:nvPr/>
            </p:nvSpPr>
            <p:spPr>
              <a:xfrm>
                <a:off x="4975440" y="2804248"/>
                <a:ext cx="76153" cy="66812"/>
              </a:xfrm>
              <a:custGeom>
                <a:rect b="b" l="l" r="r" t="t"/>
                <a:pathLst>
                  <a:path extrusionOk="0" h="479" w="546">
                    <a:moveTo>
                      <a:pt x="504" y="1"/>
                    </a:moveTo>
                    <a:cubicBezTo>
                      <a:pt x="497" y="1"/>
                      <a:pt x="490" y="3"/>
                      <a:pt x="484" y="8"/>
                    </a:cubicBezTo>
                    <a:lnTo>
                      <a:pt x="15" y="417"/>
                    </a:lnTo>
                    <a:cubicBezTo>
                      <a:pt x="2" y="429"/>
                      <a:pt x="0" y="451"/>
                      <a:pt x="14" y="465"/>
                    </a:cubicBezTo>
                    <a:cubicBezTo>
                      <a:pt x="21" y="474"/>
                      <a:pt x="31" y="478"/>
                      <a:pt x="41" y="478"/>
                    </a:cubicBezTo>
                    <a:cubicBezTo>
                      <a:pt x="48" y="478"/>
                      <a:pt x="56" y="476"/>
                      <a:pt x="62" y="471"/>
                    </a:cubicBezTo>
                    <a:lnTo>
                      <a:pt x="531" y="62"/>
                    </a:lnTo>
                    <a:cubicBezTo>
                      <a:pt x="544" y="50"/>
                      <a:pt x="545" y="28"/>
                      <a:pt x="532" y="14"/>
                    </a:cubicBezTo>
                    <a:cubicBezTo>
                      <a:pt x="524" y="5"/>
                      <a:pt x="514" y="1"/>
                      <a:pt x="5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42"/>
              <p:cNvSpPr/>
              <p:nvPr/>
            </p:nvSpPr>
            <p:spPr>
              <a:xfrm>
                <a:off x="4930390" y="2795740"/>
                <a:ext cx="76014" cy="66673"/>
              </a:xfrm>
              <a:custGeom>
                <a:rect b="b" l="l" r="r" t="t"/>
                <a:pathLst>
                  <a:path extrusionOk="0" h="478" w="545">
                    <a:moveTo>
                      <a:pt x="505" y="0"/>
                    </a:moveTo>
                    <a:cubicBezTo>
                      <a:pt x="498" y="0"/>
                      <a:pt x="490" y="3"/>
                      <a:pt x="484" y="8"/>
                    </a:cubicBezTo>
                    <a:lnTo>
                      <a:pt x="15" y="417"/>
                    </a:lnTo>
                    <a:cubicBezTo>
                      <a:pt x="1" y="429"/>
                      <a:pt x="0" y="451"/>
                      <a:pt x="13" y="465"/>
                    </a:cubicBezTo>
                    <a:cubicBezTo>
                      <a:pt x="20" y="473"/>
                      <a:pt x="30" y="477"/>
                      <a:pt x="39" y="477"/>
                    </a:cubicBezTo>
                    <a:cubicBezTo>
                      <a:pt x="47" y="477"/>
                      <a:pt x="55" y="475"/>
                      <a:pt x="61" y="470"/>
                    </a:cubicBezTo>
                    <a:lnTo>
                      <a:pt x="530" y="60"/>
                    </a:lnTo>
                    <a:cubicBezTo>
                      <a:pt x="543" y="49"/>
                      <a:pt x="545" y="27"/>
                      <a:pt x="532" y="12"/>
                    </a:cubicBezTo>
                    <a:cubicBezTo>
                      <a:pt x="524" y="4"/>
                      <a:pt x="515" y="0"/>
                      <a:pt x="50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42"/>
              <p:cNvSpPr/>
              <p:nvPr/>
            </p:nvSpPr>
            <p:spPr>
              <a:xfrm>
                <a:off x="4971396" y="2729764"/>
                <a:ext cx="61508" cy="54119"/>
              </a:xfrm>
              <a:custGeom>
                <a:rect b="b" l="l" r="r" t="t"/>
                <a:pathLst>
                  <a:path extrusionOk="0" h="388" w="441">
                    <a:moveTo>
                      <a:pt x="398" y="1"/>
                    </a:moveTo>
                    <a:cubicBezTo>
                      <a:pt x="392" y="1"/>
                      <a:pt x="387" y="3"/>
                      <a:pt x="383" y="6"/>
                    </a:cubicBezTo>
                    <a:lnTo>
                      <a:pt x="12" y="329"/>
                    </a:lnTo>
                    <a:cubicBezTo>
                      <a:pt x="0" y="339"/>
                      <a:pt x="2" y="358"/>
                      <a:pt x="15" y="373"/>
                    </a:cubicBezTo>
                    <a:cubicBezTo>
                      <a:pt x="23" y="382"/>
                      <a:pt x="34" y="387"/>
                      <a:pt x="43" y="387"/>
                    </a:cubicBezTo>
                    <a:cubicBezTo>
                      <a:pt x="48" y="387"/>
                      <a:pt x="53" y="386"/>
                      <a:pt x="57" y="382"/>
                    </a:cubicBezTo>
                    <a:lnTo>
                      <a:pt x="429" y="58"/>
                    </a:lnTo>
                    <a:cubicBezTo>
                      <a:pt x="440" y="50"/>
                      <a:pt x="439" y="31"/>
                      <a:pt x="426" y="15"/>
                    </a:cubicBezTo>
                    <a:cubicBezTo>
                      <a:pt x="417" y="6"/>
                      <a:pt x="407" y="1"/>
                      <a:pt x="3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42"/>
              <p:cNvSpPr/>
              <p:nvPr/>
            </p:nvSpPr>
            <p:spPr>
              <a:xfrm>
                <a:off x="4915466" y="2775096"/>
                <a:ext cx="66669" cy="47145"/>
              </a:xfrm>
              <a:custGeom>
                <a:rect b="b" l="l" r="r" t="t"/>
                <a:pathLst>
                  <a:path extrusionOk="0" h="338" w="478">
                    <a:moveTo>
                      <a:pt x="437" y="1"/>
                    </a:moveTo>
                    <a:cubicBezTo>
                      <a:pt x="433" y="1"/>
                      <a:pt x="428" y="2"/>
                      <a:pt x="425" y="4"/>
                    </a:cubicBezTo>
                    <a:lnTo>
                      <a:pt x="14" y="275"/>
                    </a:lnTo>
                    <a:cubicBezTo>
                      <a:pt x="2" y="283"/>
                      <a:pt x="1" y="303"/>
                      <a:pt x="12" y="319"/>
                    </a:cubicBezTo>
                    <a:cubicBezTo>
                      <a:pt x="20" y="330"/>
                      <a:pt x="31" y="337"/>
                      <a:pt x="41" y="337"/>
                    </a:cubicBezTo>
                    <a:cubicBezTo>
                      <a:pt x="46" y="337"/>
                      <a:pt x="50" y="336"/>
                      <a:pt x="53" y="334"/>
                    </a:cubicBezTo>
                    <a:lnTo>
                      <a:pt x="464" y="63"/>
                    </a:lnTo>
                    <a:cubicBezTo>
                      <a:pt x="476" y="54"/>
                      <a:pt x="477" y="35"/>
                      <a:pt x="465" y="19"/>
                    </a:cubicBezTo>
                    <a:cubicBezTo>
                      <a:pt x="458" y="8"/>
                      <a:pt x="447" y="1"/>
                      <a:pt x="43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42"/>
              <p:cNvSpPr/>
              <p:nvPr/>
            </p:nvSpPr>
            <p:spPr>
              <a:xfrm>
                <a:off x="4855212" y="2811780"/>
                <a:ext cx="71132" cy="38497"/>
              </a:xfrm>
              <a:custGeom>
                <a:rect b="b" l="l" r="r" t="t"/>
                <a:pathLst>
                  <a:path extrusionOk="0" h="276" w="510">
                    <a:moveTo>
                      <a:pt x="471" y="0"/>
                    </a:moveTo>
                    <a:cubicBezTo>
                      <a:pt x="468" y="0"/>
                      <a:pt x="466" y="1"/>
                      <a:pt x="463" y="2"/>
                    </a:cubicBezTo>
                    <a:lnTo>
                      <a:pt x="18" y="210"/>
                    </a:lnTo>
                    <a:cubicBezTo>
                      <a:pt x="4" y="216"/>
                      <a:pt x="0" y="235"/>
                      <a:pt x="9" y="253"/>
                    </a:cubicBezTo>
                    <a:cubicBezTo>
                      <a:pt x="14" y="266"/>
                      <a:pt x="26" y="275"/>
                      <a:pt x="37" y="275"/>
                    </a:cubicBezTo>
                    <a:cubicBezTo>
                      <a:pt x="41" y="275"/>
                      <a:pt x="44" y="275"/>
                      <a:pt x="47" y="273"/>
                    </a:cubicBezTo>
                    <a:lnTo>
                      <a:pt x="494" y="66"/>
                    </a:lnTo>
                    <a:cubicBezTo>
                      <a:pt x="507" y="60"/>
                      <a:pt x="510" y="41"/>
                      <a:pt x="503" y="24"/>
                    </a:cubicBezTo>
                    <a:cubicBezTo>
                      <a:pt x="496" y="10"/>
                      <a:pt x="483" y="0"/>
                      <a:pt x="4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42"/>
              <p:cNvSpPr/>
              <p:nvPr/>
            </p:nvSpPr>
            <p:spPr>
              <a:xfrm>
                <a:off x="4935550" y="2614970"/>
                <a:ext cx="51606" cy="63325"/>
              </a:xfrm>
              <a:custGeom>
                <a:rect b="b" l="l" r="r" t="t"/>
                <a:pathLst>
                  <a:path extrusionOk="0" h="454" w="370">
                    <a:moveTo>
                      <a:pt x="323" y="0"/>
                    </a:moveTo>
                    <a:cubicBezTo>
                      <a:pt x="315" y="0"/>
                      <a:pt x="308" y="3"/>
                      <a:pt x="304" y="9"/>
                    </a:cubicBezTo>
                    <a:lnTo>
                      <a:pt x="10" y="404"/>
                    </a:lnTo>
                    <a:cubicBezTo>
                      <a:pt x="1" y="415"/>
                      <a:pt x="7" y="433"/>
                      <a:pt x="23" y="444"/>
                    </a:cubicBezTo>
                    <a:cubicBezTo>
                      <a:pt x="30" y="450"/>
                      <a:pt x="39" y="453"/>
                      <a:pt x="47" y="453"/>
                    </a:cubicBezTo>
                    <a:cubicBezTo>
                      <a:pt x="55" y="453"/>
                      <a:pt x="62" y="450"/>
                      <a:pt x="66" y="444"/>
                    </a:cubicBezTo>
                    <a:lnTo>
                      <a:pt x="361" y="50"/>
                    </a:lnTo>
                    <a:cubicBezTo>
                      <a:pt x="369" y="38"/>
                      <a:pt x="364" y="20"/>
                      <a:pt x="348" y="9"/>
                    </a:cubicBezTo>
                    <a:cubicBezTo>
                      <a:pt x="340" y="3"/>
                      <a:pt x="331" y="0"/>
                      <a:pt x="3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42"/>
              <p:cNvSpPr/>
              <p:nvPr/>
            </p:nvSpPr>
            <p:spPr>
              <a:xfrm>
                <a:off x="4977114" y="2614831"/>
                <a:ext cx="55093" cy="62628"/>
              </a:xfrm>
              <a:custGeom>
                <a:rect b="b" l="l" r="r" t="t"/>
                <a:pathLst>
                  <a:path extrusionOk="0" h="449" w="395">
                    <a:moveTo>
                      <a:pt x="57" y="1"/>
                    </a:moveTo>
                    <a:cubicBezTo>
                      <a:pt x="47" y="1"/>
                      <a:pt x="35" y="5"/>
                      <a:pt x="25" y="14"/>
                    </a:cubicBezTo>
                    <a:cubicBezTo>
                      <a:pt x="7" y="29"/>
                      <a:pt x="0" y="49"/>
                      <a:pt x="9" y="61"/>
                    </a:cubicBezTo>
                    <a:lnTo>
                      <a:pt x="322" y="441"/>
                    </a:lnTo>
                    <a:cubicBezTo>
                      <a:pt x="326" y="446"/>
                      <a:pt x="332" y="448"/>
                      <a:pt x="339" y="448"/>
                    </a:cubicBezTo>
                    <a:cubicBezTo>
                      <a:pt x="348" y="448"/>
                      <a:pt x="360" y="444"/>
                      <a:pt x="370" y="435"/>
                    </a:cubicBezTo>
                    <a:cubicBezTo>
                      <a:pt x="388" y="421"/>
                      <a:pt x="395" y="399"/>
                      <a:pt x="386" y="389"/>
                    </a:cubicBezTo>
                    <a:lnTo>
                      <a:pt x="73" y="7"/>
                    </a:lnTo>
                    <a:cubicBezTo>
                      <a:pt x="69" y="3"/>
                      <a:pt x="64" y="1"/>
                      <a:pt x="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42"/>
              <p:cNvSpPr/>
              <p:nvPr/>
            </p:nvSpPr>
            <p:spPr>
              <a:xfrm>
                <a:off x="5019096" y="2667834"/>
                <a:ext cx="40727" cy="70857"/>
              </a:xfrm>
              <a:custGeom>
                <a:rect b="b" l="l" r="r" t="t"/>
                <a:pathLst>
                  <a:path extrusionOk="0" h="508" w="292">
                    <a:moveTo>
                      <a:pt x="57" y="1"/>
                    </a:moveTo>
                    <a:cubicBezTo>
                      <a:pt x="50" y="1"/>
                      <a:pt x="42" y="2"/>
                      <a:pt x="34" y="6"/>
                    </a:cubicBezTo>
                    <a:cubicBezTo>
                      <a:pt x="14" y="16"/>
                      <a:pt x="1" y="33"/>
                      <a:pt x="8" y="46"/>
                    </a:cubicBezTo>
                    <a:lnTo>
                      <a:pt x="210" y="495"/>
                    </a:lnTo>
                    <a:cubicBezTo>
                      <a:pt x="214" y="503"/>
                      <a:pt x="224" y="507"/>
                      <a:pt x="235" y="507"/>
                    </a:cubicBezTo>
                    <a:cubicBezTo>
                      <a:pt x="243" y="507"/>
                      <a:pt x="251" y="506"/>
                      <a:pt x="258" y="502"/>
                    </a:cubicBezTo>
                    <a:cubicBezTo>
                      <a:pt x="280" y="492"/>
                      <a:pt x="292" y="475"/>
                      <a:pt x="286" y="462"/>
                    </a:cubicBezTo>
                    <a:lnTo>
                      <a:pt x="82" y="13"/>
                    </a:lnTo>
                    <a:cubicBezTo>
                      <a:pt x="79" y="5"/>
                      <a:pt x="69" y="1"/>
                      <a:pt x="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42"/>
              <p:cNvSpPr/>
              <p:nvPr/>
            </p:nvSpPr>
            <p:spPr>
              <a:xfrm>
                <a:off x="5055081" y="2622084"/>
                <a:ext cx="40587" cy="70857"/>
              </a:xfrm>
              <a:custGeom>
                <a:rect b="b" l="l" r="r" t="t"/>
                <a:pathLst>
                  <a:path extrusionOk="0" h="508" w="291">
                    <a:moveTo>
                      <a:pt x="57" y="1"/>
                    </a:moveTo>
                    <a:cubicBezTo>
                      <a:pt x="49" y="1"/>
                      <a:pt x="41" y="3"/>
                      <a:pt x="33" y="6"/>
                    </a:cubicBezTo>
                    <a:cubicBezTo>
                      <a:pt x="12" y="16"/>
                      <a:pt x="0" y="34"/>
                      <a:pt x="6" y="47"/>
                    </a:cubicBezTo>
                    <a:lnTo>
                      <a:pt x="209" y="495"/>
                    </a:lnTo>
                    <a:cubicBezTo>
                      <a:pt x="212" y="503"/>
                      <a:pt x="222" y="508"/>
                      <a:pt x="234" y="508"/>
                    </a:cubicBezTo>
                    <a:cubicBezTo>
                      <a:pt x="241" y="508"/>
                      <a:pt x="250" y="506"/>
                      <a:pt x="258" y="503"/>
                    </a:cubicBezTo>
                    <a:cubicBezTo>
                      <a:pt x="279" y="492"/>
                      <a:pt x="290" y="475"/>
                      <a:pt x="285" y="462"/>
                    </a:cubicBezTo>
                    <a:lnTo>
                      <a:pt x="82" y="13"/>
                    </a:lnTo>
                    <a:cubicBezTo>
                      <a:pt x="78" y="5"/>
                      <a:pt x="69" y="1"/>
                      <a:pt x="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42"/>
              <p:cNvSpPr/>
              <p:nvPr/>
            </p:nvSpPr>
            <p:spPr>
              <a:xfrm>
                <a:off x="5080605" y="2680109"/>
                <a:ext cx="40587" cy="70857"/>
              </a:xfrm>
              <a:custGeom>
                <a:rect b="b" l="l" r="r" t="t"/>
                <a:pathLst>
                  <a:path extrusionOk="0" h="508" w="291">
                    <a:moveTo>
                      <a:pt x="59" y="0"/>
                    </a:moveTo>
                    <a:cubicBezTo>
                      <a:pt x="51" y="0"/>
                      <a:pt x="42" y="2"/>
                      <a:pt x="33" y="6"/>
                    </a:cubicBezTo>
                    <a:cubicBezTo>
                      <a:pt x="13" y="15"/>
                      <a:pt x="1" y="34"/>
                      <a:pt x="7" y="47"/>
                    </a:cubicBezTo>
                    <a:lnTo>
                      <a:pt x="209" y="496"/>
                    </a:lnTo>
                    <a:cubicBezTo>
                      <a:pt x="213" y="504"/>
                      <a:pt x="222" y="508"/>
                      <a:pt x="233" y="508"/>
                    </a:cubicBezTo>
                    <a:cubicBezTo>
                      <a:pt x="241" y="508"/>
                      <a:pt x="250" y="506"/>
                      <a:pt x="259" y="502"/>
                    </a:cubicBezTo>
                    <a:cubicBezTo>
                      <a:pt x="279" y="493"/>
                      <a:pt x="291" y="474"/>
                      <a:pt x="285" y="462"/>
                    </a:cubicBezTo>
                    <a:lnTo>
                      <a:pt x="83" y="12"/>
                    </a:lnTo>
                    <a:cubicBezTo>
                      <a:pt x="79" y="5"/>
                      <a:pt x="70" y="0"/>
                      <a:pt x="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42"/>
              <p:cNvSpPr/>
              <p:nvPr/>
            </p:nvSpPr>
            <p:spPr>
              <a:xfrm>
                <a:off x="5049363" y="2733112"/>
                <a:ext cx="40727" cy="70718"/>
              </a:xfrm>
              <a:custGeom>
                <a:rect b="b" l="l" r="r" t="t"/>
                <a:pathLst>
                  <a:path extrusionOk="0" h="507" w="292">
                    <a:moveTo>
                      <a:pt x="59" y="1"/>
                    </a:moveTo>
                    <a:cubicBezTo>
                      <a:pt x="52" y="1"/>
                      <a:pt x="43" y="3"/>
                      <a:pt x="34" y="7"/>
                    </a:cubicBezTo>
                    <a:cubicBezTo>
                      <a:pt x="14" y="15"/>
                      <a:pt x="1" y="34"/>
                      <a:pt x="8" y="46"/>
                    </a:cubicBezTo>
                    <a:lnTo>
                      <a:pt x="210" y="495"/>
                    </a:lnTo>
                    <a:cubicBezTo>
                      <a:pt x="214" y="503"/>
                      <a:pt x="224" y="507"/>
                      <a:pt x="235" y="507"/>
                    </a:cubicBezTo>
                    <a:cubicBezTo>
                      <a:pt x="243" y="507"/>
                      <a:pt x="251" y="505"/>
                      <a:pt x="259" y="502"/>
                    </a:cubicBezTo>
                    <a:cubicBezTo>
                      <a:pt x="280" y="492"/>
                      <a:pt x="292" y="474"/>
                      <a:pt x="286" y="461"/>
                    </a:cubicBezTo>
                    <a:lnTo>
                      <a:pt x="82" y="13"/>
                    </a:lnTo>
                    <a:cubicBezTo>
                      <a:pt x="79" y="5"/>
                      <a:pt x="70" y="1"/>
                      <a:pt x="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42"/>
              <p:cNvSpPr/>
              <p:nvPr/>
            </p:nvSpPr>
            <p:spPr>
              <a:xfrm>
                <a:off x="5077258" y="2791974"/>
                <a:ext cx="40587" cy="70857"/>
              </a:xfrm>
              <a:custGeom>
                <a:rect b="b" l="l" r="r" t="t"/>
                <a:pathLst>
                  <a:path extrusionOk="0" h="508" w="291">
                    <a:moveTo>
                      <a:pt x="57" y="1"/>
                    </a:moveTo>
                    <a:cubicBezTo>
                      <a:pt x="49" y="1"/>
                      <a:pt x="41" y="2"/>
                      <a:pt x="32" y="6"/>
                    </a:cubicBezTo>
                    <a:cubicBezTo>
                      <a:pt x="12" y="16"/>
                      <a:pt x="0" y="33"/>
                      <a:pt x="6" y="46"/>
                    </a:cubicBezTo>
                    <a:lnTo>
                      <a:pt x="209" y="495"/>
                    </a:lnTo>
                    <a:cubicBezTo>
                      <a:pt x="212" y="503"/>
                      <a:pt x="222" y="507"/>
                      <a:pt x="234" y="507"/>
                    </a:cubicBezTo>
                    <a:cubicBezTo>
                      <a:pt x="241" y="507"/>
                      <a:pt x="250" y="506"/>
                      <a:pt x="258" y="502"/>
                    </a:cubicBezTo>
                    <a:cubicBezTo>
                      <a:pt x="278" y="492"/>
                      <a:pt x="290" y="475"/>
                      <a:pt x="284" y="462"/>
                    </a:cubicBezTo>
                    <a:lnTo>
                      <a:pt x="82" y="13"/>
                    </a:lnTo>
                    <a:cubicBezTo>
                      <a:pt x="78" y="5"/>
                      <a:pt x="69" y="1"/>
                      <a:pt x="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42"/>
              <p:cNvSpPr/>
              <p:nvPr/>
            </p:nvSpPr>
            <p:spPr>
              <a:xfrm>
                <a:off x="5004870" y="2743573"/>
                <a:ext cx="47143" cy="67788"/>
              </a:xfrm>
              <a:custGeom>
                <a:rect b="b" l="l" r="r" t="t"/>
                <a:pathLst>
                  <a:path extrusionOk="0" h="486" w="338">
                    <a:moveTo>
                      <a:pt x="59" y="0"/>
                    </a:moveTo>
                    <a:cubicBezTo>
                      <a:pt x="50" y="0"/>
                      <a:pt x="40" y="3"/>
                      <a:pt x="31" y="9"/>
                    </a:cubicBezTo>
                    <a:cubicBezTo>
                      <a:pt x="11" y="21"/>
                      <a:pt x="1" y="39"/>
                      <a:pt x="8" y="53"/>
                    </a:cubicBezTo>
                    <a:lnTo>
                      <a:pt x="258" y="476"/>
                    </a:lnTo>
                    <a:cubicBezTo>
                      <a:pt x="262" y="483"/>
                      <a:pt x="270" y="486"/>
                      <a:pt x="280" y="486"/>
                    </a:cubicBezTo>
                    <a:cubicBezTo>
                      <a:pt x="288" y="486"/>
                      <a:pt x="298" y="483"/>
                      <a:pt x="307" y="478"/>
                    </a:cubicBezTo>
                    <a:cubicBezTo>
                      <a:pt x="327" y="466"/>
                      <a:pt x="337" y="446"/>
                      <a:pt x="330" y="434"/>
                    </a:cubicBezTo>
                    <a:lnTo>
                      <a:pt x="79" y="10"/>
                    </a:lnTo>
                    <a:cubicBezTo>
                      <a:pt x="76" y="4"/>
                      <a:pt x="68" y="0"/>
                      <a:pt x="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42"/>
              <p:cNvSpPr/>
              <p:nvPr/>
            </p:nvSpPr>
            <p:spPr>
              <a:xfrm>
                <a:off x="4967072" y="2692383"/>
                <a:ext cx="54256" cy="63186"/>
              </a:xfrm>
              <a:custGeom>
                <a:rect b="b" l="l" r="r" t="t"/>
                <a:pathLst>
                  <a:path extrusionOk="0" h="453" w="389">
                    <a:moveTo>
                      <a:pt x="58" y="0"/>
                    </a:moveTo>
                    <a:cubicBezTo>
                      <a:pt x="48" y="0"/>
                      <a:pt x="36" y="4"/>
                      <a:pt x="25" y="12"/>
                    </a:cubicBezTo>
                    <a:cubicBezTo>
                      <a:pt x="8" y="26"/>
                      <a:pt x="1" y="47"/>
                      <a:pt x="9" y="58"/>
                    </a:cubicBezTo>
                    <a:lnTo>
                      <a:pt x="314" y="446"/>
                    </a:lnTo>
                    <a:cubicBezTo>
                      <a:pt x="318" y="451"/>
                      <a:pt x="323" y="453"/>
                      <a:pt x="330" y="453"/>
                    </a:cubicBezTo>
                    <a:cubicBezTo>
                      <a:pt x="340" y="453"/>
                      <a:pt x="352" y="448"/>
                      <a:pt x="362" y="440"/>
                    </a:cubicBezTo>
                    <a:cubicBezTo>
                      <a:pt x="381" y="427"/>
                      <a:pt x="388" y="405"/>
                      <a:pt x="379" y="395"/>
                    </a:cubicBezTo>
                    <a:lnTo>
                      <a:pt x="75" y="7"/>
                    </a:lnTo>
                    <a:cubicBezTo>
                      <a:pt x="71" y="2"/>
                      <a:pt x="65" y="0"/>
                      <a:pt x="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42"/>
              <p:cNvSpPr/>
              <p:nvPr/>
            </p:nvSpPr>
            <p:spPr>
              <a:xfrm>
                <a:off x="4894963" y="2608694"/>
                <a:ext cx="83685" cy="90385"/>
              </a:xfrm>
              <a:custGeom>
                <a:rect b="b" l="l" r="r" t="t"/>
                <a:pathLst>
                  <a:path extrusionOk="0" h="648" w="600">
                    <a:moveTo>
                      <a:pt x="48" y="1"/>
                    </a:moveTo>
                    <a:cubicBezTo>
                      <a:pt x="38" y="1"/>
                      <a:pt x="28" y="5"/>
                      <a:pt x="20" y="12"/>
                    </a:cubicBezTo>
                    <a:cubicBezTo>
                      <a:pt x="2" y="28"/>
                      <a:pt x="1" y="52"/>
                      <a:pt x="15" y="70"/>
                    </a:cubicBezTo>
                    <a:lnTo>
                      <a:pt x="524" y="635"/>
                    </a:lnTo>
                    <a:cubicBezTo>
                      <a:pt x="531" y="643"/>
                      <a:pt x="542" y="648"/>
                      <a:pt x="553" y="648"/>
                    </a:cubicBezTo>
                    <a:cubicBezTo>
                      <a:pt x="563" y="648"/>
                      <a:pt x="573" y="644"/>
                      <a:pt x="580" y="636"/>
                    </a:cubicBezTo>
                    <a:cubicBezTo>
                      <a:pt x="598" y="622"/>
                      <a:pt x="599" y="596"/>
                      <a:pt x="585" y="580"/>
                    </a:cubicBezTo>
                    <a:lnTo>
                      <a:pt x="76" y="14"/>
                    </a:lnTo>
                    <a:cubicBezTo>
                      <a:pt x="69" y="5"/>
                      <a:pt x="58" y="1"/>
                      <a:pt x="4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42"/>
              <p:cNvSpPr/>
              <p:nvPr/>
            </p:nvSpPr>
            <p:spPr>
              <a:xfrm>
                <a:off x="4832617" y="2644959"/>
                <a:ext cx="99027" cy="73507"/>
              </a:xfrm>
              <a:custGeom>
                <a:rect b="b" l="l" r="r" t="t"/>
                <a:pathLst>
                  <a:path extrusionOk="0" h="527" w="710">
                    <a:moveTo>
                      <a:pt x="47" y="0"/>
                    </a:moveTo>
                    <a:cubicBezTo>
                      <a:pt x="34" y="0"/>
                      <a:pt x="22" y="7"/>
                      <a:pt x="13" y="18"/>
                    </a:cubicBezTo>
                    <a:cubicBezTo>
                      <a:pt x="0" y="37"/>
                      <a:pt x="3" y="62"/>
                      <a:pt x="22" y="75"/>
                    </a:cubicBezTo>
                    <a:lnTo>
                      <a:pt x="638" y="519"/>
                    </a:lnTo>
                    <a:cubicBezTo>
                      <a:pt x="646" y="524"/>
                      <a:pt x="654" y="527"/>
                      <a:pt x="662" y="527"/>
                    </a:cubicBezTo>
                    <a:cubicBezTo>
                      <a:pt x="675" y="527"/>
                      <a:pt x="687" y="521"/>
                      <a:pt x="695" y="509"/>
                    </a:cubicBezTo>
                    <a:cubicBezTo>
                      <a:pt x="710" y="492"/>
                      <a:pt x="705" y="465"/>
                      <a:pt x="688" y="452"/>
                    </a:cubicBezTo>
                    <a:lnTo>
                      <a:pt x="70" y="8"/>
                    </a:lnTo>
                    <a:cubicBezTo>
                      <a:pt x="64" y="3"/>
                      <a:pt x="55" y="0"/>
                      <a:pt x="4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42"/>
              <p:cNvSpPr/>
              <p:nvPr/>
            </p:nvSpPr>
            <p:spPr>
              <a:xfrm>
                <a:off x="4921603" y="2709400"/>
                <a:ext cx="85080" cy="89408"/>
              </a:xfrm>
              <a:custGeom>
                <a:rect b="b" l="l" r="r" t="t"/>
                <a:pathLst>
                  <a:path extrusionOk="0" h="641" w="610">
                    <a:moveTo>
                      <a:pt x="48" y="0"/>
                    </a:moveTo>
                    <a:cubicBezTo>
                      <a:pt x="37" y="0"/>
                      <a:pt x="27" y="4"/>
                      <a:pt x="19" y="12"/>
                    </a:cubicBezTo>
                    <a:cubicBezTo>
                      <a:pt x="2" y="27"/>
                      <a:pt x="0" y="53"/>
                      <a:pt x="16" y="69"/>
                    </a:cubicBezTo>
                    <a:lnTo>
                      <a:pt x="532" y="628"/>
                    </a:lnTo>
                    <a:cubicBezTo>
                      <a:pt x="540" y="636"/>
                      <a:pt x="551" y="640"/>
                      <a:pt x="562" y="640"/>
                    </a:cubicBezTo>
                    <a:cubicBezTo>
                      <a:pt x="572" y="640"/>
                      <a:pt x="583" y="637"/>
                      <a:pt x="590" y="630"/>
                    </a:cubicBezTo>
                    <a:cubicBezTo>
                      <a:pt x="608" y="614"/>
                      <a:pt x="609" y="587"/>
                      <a:pt x="593" y="571"/>
                    </a:cubicBezTo>
                    <a:lnTo>
                      <a:pt x="76" y="14"/>
                    </a:lnTo>
                    <a:cubicBezTo>
                      <a:pt x="69" y="5"/>
                      <a:pt x="58" y="0"/>
                      <a:pt x="4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42"/>
              <p:cNvSpPr/>
              <p:nvPr/>
            </p:nvSpPr>
            <p:spPr>
              <a:xfrm>
                <a:off x="4811696" y="2659605"/>
                <a:ext cx="83406" cy="88153"/>
              </a:xfrm>
              <a:custGeom>
                <a:rect b="b" l="l" r="r" t="t"/>
                <a:pathLst>
                  <a:path extrusionOk="0" h="632" w="598">
                    <a:moveTo>
                      <a:pt x="33" y="1"/>
                    </a:moveTo>
                    <a:cubicBezTo>
                      <a:pt x="26" y="1"/>
                      <a:pt x="19" y="3"/>
                      <a:pt x="13" y="8"/>
                    </a:cubicBezTo>
                    <a:cubicBezTo>
                      <a:pt x="0" y="19"/>
                      <a:pt x="3" y="41"/>
                      <a:pt x="18" y="59"/>
                    </a:cubicBezTo>
                    <a:lnTo>
                      <a:pt x="535" y="617"/>
                    </a:lnTo>
                    <a:cubicBezTo>
                      <a:pt x="544" y="626"/>
                      <a:pt x="555" y="631"/>
                      <a:pt x="565" y="631"/>
                    </a:cubicBezTo>
                    <a:cubicBezTo>
                      <a:pt x="572" y="631"/>
                      <a:pt x="579" y="629"/>
                      <a:pt x="584" y="624"/>
                    </a:cubicBezTo>
                    <a:cubicBezTo>
                      <a:pt x="598" y="612"/>
                      <a:pt x="595" y="590"/>
                      <a:pt x="580" y="573"/>
                    </a:cubicBezTo>
                    <a:lnTo>
                      <a:pt x="63" y="15"/>
                    </a:lnTo>
                    <a:cubicBezTo>
                      <a:pt x="54" y="6"/>
                      <a:pt x="43" y="1"/>
                      <a:pt x="3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42"/>
              <p:cNvSpPr/>
              <p:nvPr/>
            </p:nvSpPr>
            <p:spPr>
              <a:xfrm>
                <a:off x="4752976" y="2492505"/>
                <a:ext cx="88846" cy="155105"/>
              </a:xfrm>
              <a:custGeom>
                <a:rect b="b" l="l" r="r" t="t"/>
                <a:pathLst>
                  <a:path extrusionOk="0" h="1112" w="637">
                    <a:moveTo>
                      <a:pt x="24" y="0"/>
                    </a:moveTo>
                    <a:cubicBezTo>
                      <a:pt x="21" y="0"/>
                      <a:pt x="18" y="1"/>
                      <a:pt x="15" y="3"/>
                    </a:cubicBezTo>
                    <a:cubicBezTo>
                      <a:pt x="0" y="11"/>
                      <a:pt x="0" y="42"/>
                      <a:pt x="16" y="71"/>
                    </a:cubicBezTo>
                    <a:lnTo>
                      <a:pt x="566" y="1072"/>
                    </a:lnTo>
                    <a:cubicBezTo>
                      <a:pt x="579" y="1096"/>
                      <a:pt x="599" y="1111"/>
                      <a:pt x="613" y="1111"/>
                    </a:cubicBezTo>
                    <a:cubicBezTo>
                      <a:pt x="616" y="1111"/>
                      <a:pt x="619" y="1111"/>
                      <a:pt x="621" y="1110"/>
                    </a:cubicBezTo>
                    <a:cubicBezTo>
                      <a:pt x="637" y="1101"/>
                      <a:pt x="635" y="1070"/>
                      <a:pt x="619" y="1041"/>
                    </a:cubicBezTo>
                    <a:lnTo>
                      <a:pt x="72" y="40"/>
                    </a:lnTo>
                    <a:cubicBezTo>
                      <a:pt x="58" y="16"/>
                      <a:pt x="39" y="0"/>
                      <a:pt x="2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42"/>
              <p:cNvSpPr/>
              <p:nvPr/>
            </p:nvSpPr>
            <p:spPr>
              <a:xfrm>
                <a:off x="4746421" y="2502129"/>
                <a:ext cx="72248" cy="164450"/>
              </a:xfrm>
              <a:custGeom>
                <a:rect b="b" l="l" r="r" t="t"/>
                <a:pathLst>
                  <a:path extrusionOk="0" h="1179" w="518">
                    <a:moveTo>
                      <a:pt x="26" y="1"/>
                    </a:moveTo>
                    <a:cubicBezTo>
                      <a:pt x="23" y="1"/>
                      <a:pt x="21" y="1"/>
                      <a:pt x="18" y="2"/>
                    </a:cubicBezTo>
                    <a:cubicBezTo>
                      <a:pt x="2" y="8"/>
                      <a:pt x="1" y="38"/>
                      <a:pt x="12" y="69"/>
                    </a:cubicBezTo>
                    <a:lnTo>
                      <a:pt x="448" y="1132"/>
                    </a:lnTo>
                    <a:cubicBezTo>
                      <a:pt x="459" y="1161"/>
                      <a:pt x="478" y="1179"/>
                      <a:pt x="494" y="1179"/>
                    </a:cubicBezTo>
                    <a:cubicBezTo>
                      <a:pt x="496" y="1179"/>
                      <a:pt x="498" y="1178"/>
                      <a:pt x="500" y="1178"/>
                    </a:cubicBezTo>
                    <a:cubicBezTo>
                      <a:pt x="515" y="1170"/>
                      <a:pt x="518" y="1140"/>
                      <a:pt x="506" y="1109"/>
                    </a:cubicBezTo>
                    <a:lnTo>
                      <a:pt x="71" y="46"/>
                    </a:lnTo>
                    <a:cubicBezTo>
                      <a:pt x="59" y="19"/>
                      <a:pt x="42" y="1"/>
                      <a:pt x="2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42"/>
              <p:cNvSpPr/>
              <p:nvPr/>
            </p:nvSpPr>
            <p:spPr>
              <a:xfrm>
                <a:off x="4884781" y="2740644"/>
                <a:ext cx="83267" cy="88292"/>
              </a:xfrm>
              <a:custGeom>
                <a:rect b="b" l="l" r="r" t="t"/>
                <a:pathLst>
                  <a:path extrusionOk="0" h="633" w="597">
                    <a:moveTo>
                      <a:pt x="32" y="1"/>
                    </a:moveTo>
                    <a:cubicBezTo>
                      <a:pt x="25" y="1"/>
                      <a:pt x="18" y="3"/>
                      <a:pt x="12" y="8"/>
                    </a:cubicBezTo>
                    <a:cubicBezTo>
                      <a:pt x="1" y="20"/>
                      <a:pt x="2" y="43"/>
                      <a:pt x="17" y="59"/>
                    </a:cubicBezTo>
                    <a:lnTo>
                      <a:pt x="534" y="617"/>
                    </a:lnTo>
                    <a:cubicBezTo>
                      <a:pt x="543" y="627"/>
                      <a:pt x="555" y="632"/>
                      <a:pt x="566" y="632"/>
                    </a:cubicBezTo>
                    <a:cubicBezTo>
                      <a:pt x="573" y="632"/>
                      <a:pt x="579" y="630"/>
                      <a:pt x="583" y="626"/>
                    </a:cubicBezTo>
                    <a:cubicBezTo>
                      <a:pt x="597" y="614"/>
                      <a:pt x="595" y="591"/>
                      <a:pt x="579" y="575"/>
                    </a:cubicBezTo>
                    <a:lnTo>
                      <a:pt x="63" y="15"/>
                    </a:lnTo>
                    <a:cubicBezTo>
                      <a:pt x="54" y="6"/>
                      <a:pt x="42" y="1"/>
                      <a:pt x="3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42"/>
              <p:cNvSpPr/>
              <p:nvPr/>
            </p:nvSpPr>
            <p:spPr>
              <a:xfrm>
                <a:off x="4838754" y="2752500"/>
                <a:ext cx="102514" cy="108517"/>
              </a:xfrm>
              <a:custGeom>
                <a:rect b="b" l="l" r="r" t="t"/>
                <a:pathLst>
                  <a:path extrusionOk="0" h="778" w="735">
                    <a:moveTo>
                      <a:pt x="28" y="0"/>
                    </a:moveTo>
                    <a:cubicBezTo>
                      <a:pt x="22" y="0"/>
                      <a:pt x="17" y="2"/>
                      <a:pt x="13" y="6"/>
                    </a:cubicBezTo>
                    <a:cubicBezTo>
                      <a:pt x="0" y="18"/>
                      <a:pt x="4" y="44"/>
                      <a:pt x="23" y="64"/>
                    </a:cubicBezTo>
                    <a:lnTo>
                      <a:pt x="664" y="756"/>
                    </a:lnTo>
                    <a:cubicBezTo>
                      <a:pt x="677" y="770"/>
                      <a:pt x="693" y="778"/>
                      <a:pt x="705" y="778"/>
                    </a:cubicBezTo>
                    <a:cubicBezTo>
                      <a:pt x="711" y="778"/>
                      <a:pt x="717" y="776"/>
                      <a:pt x="721" y="772"/>
                    </a:cubicBezTo>
                    <a:cubicBezTo>
                      <a:pt x="734" y="761"/>
                      <a:pt x="728" y="734"/>
                      <a:pt x="711" y="714"/>
                    </a:cubicBezTo>
                    <a:lnTo>
                      <a:pt x="70" y="22"/>
                    </a:lnTo>
                    <a:cubicBezTo>
                      <a:pt x="57" y="8"/>
                      <a:pt x="41" y="0"/>
                      <a:pt x="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42"/>
              <p:cNvSpPr/>
              <p:nvPr/>
            </p:nvSpPr>
            <p:spPr>
              <a:xfrm>
                <a:off x="4981159" y="2776073"/>
                <a:ext cx="83127" cy="88292"/>
              </a:xfrm>
              <a:custGeom>
                <a:rect b="b" l="l" r="r" t="t"/>
                <a:pathLst>
                  <a:path extrusionOk="0" h="633" w="596">
                    <a:moveTo>
                      <a:pt x="31" y="1"/>
                    </a:moveTo>
                    <a:cubicBezTo>
                      <a:pt x="24" y="1"/>
                      <a:pt x="18" y="3"/>
                      <a:pt x="13" y="7"/>
                    </a:cubicBezTo>
                    <a:cubicBezTo>
                      <a:pt x="0" y="19"/>
                      <a:pt x="2" y="42"/>
                      <a:pt x="18" y="58"/>
                    </a:cubicBezTo>
                    <a:lnTo>
                      <a:pt x="533" y="616"/>
                    </a:lnTo>
                    <a:cubicBezTo>
                      <a:pt x="543" y="627"/>
                      <a:pt x="555" y="632"/>
                      <a:pt x="565" y="632"/>
                    </a:cubicBezTo>
                    <a:cubicBezTo>
                      <a:pt x="572" y="632"/>
                      <a:pt x="579" y="630"/>
                      <a:pt x="584" y="625"/>
                    </a:cubicBezTo>
                    <a:cubicBezTo>
                      <a:pt x="596" y="613"/>
                      <a:pt x="595" y="590"/>
                      <a:pt x="580" y="574"/>
                    </a:cubicBezTo>
                    <a:lnTo>
                      <a:pt x="63" y="16"/>
                    </a:lnTo>
                    <a:cubicBezTo>
                      <a:pt x="54" y="6"/>
                      <a:pt x="42" y="1"/>
                      <a:pt x="3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42"/>
              <p:cNvSpPr/>
              <p:nvPr/>
            </p:nvSpPr>
            <p:spPr>
              <a:xfrm>
                <a:off x="5014912" y="2723906"/>
                <a:ext cx="82011" cy="89269"/>
              </a:xfrm>
              <a:custGeom>
                <a:rect b="b" l="l" r="r" t="t"/>
                <a:pathLst>
                  <a:path extrusionOk="0" h="640" w="588">
                    <a:moveTo>
                      <a:pt x="555" y="0"/>
                    </a:moveTo>
                    <a:cubicBezTo>
                      <a:pt x="545" y="0"/>
                      <a:pt x="533" y="5"/>
                      <a:pt x="524" y="16"/>
                    </a:cubicBezTo>
                    <a:lnTo>
                      <a:pt x="16" y="583"/>
                    </a:lnTo>
                    <a:cubicBezTo>
                      <a:pt x="1" y="599"/>
                      <a:pt x="0" y="622"/>
                      <a:pt x="13" y="632"/>
                    </a:cubicBezTo>
                    <a:cubicBezTo>
                      <a:pt x="18" y="637"/>
                      <a:pt x="25" y="639"/>
                      <a:pt x="32" y="639"/>
                    </a:cubicBezTo>
                    <a:cubicBezTo>
                      <a:pt x="43" y="639"/>
                      <a:pt x="54" y="634"/>
                      <a:pt x="63" y="623"/>
                    </a:cubicBezTo>
                    <a:lnTo>
                      <a:pt x="571" y="57"/>
                    </a:lnTo>
                    <a:cubicBezTo>
                      <a:pt x="586" y="41"/>
                      <a:pt x="587" y="19"/>
                      <a:pt x="574" y="7"/>
                    </a:cubicBezTo>
                    <a:cubicBezTo>
                      <a:pt x="569" y="2"/>
                      <a:pt x="562" y="0"/>
                      <a:pt x="55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42"/>
              <p:cNvSpPr/>
              <p:nvPr/>
            </p:nvSpPr>
            <p:spPr>
              <a:xfrm>
                <a:off x="5083534" y="2647470"/>
                <a:ext cx="82011" cy="89269"/>
              </a:xfrm>
              <a:custGeom>
                <a:rect b="b" l="l" r="r" t="t"/>
                <a:pathLst>
                  <a:path extrusionOk="0" h="640" w="588">
                    <a:moveTo>
                      <a:pt x="555" y="0"/>
                    </a:moveTo>
                    <a:cubicBezTo>
                      <a:pt x="545" y="0"/>
                      <a:pt x="534" y="6"/>
                      <a:pt x="525" y="16"/>
                    </a:cubicBezTo>
                    <a:lnTo>
                      <a:pt x="16" y="583"/>
                    </a:lnTo>
                    <a:cubicBezTo>
                      <a:pt x="2" y="599"/>
                      <a:pt x="0" y="622"/>
                      <a:pt x="14" y="634"/>
                    </a:cubicBezTo>
                    <a:cubicBezTo>
                      <a:pt x="18" y="638"/>
                      <a:pt x="25" y="640"/>
                      <a:pt x="31" y="640"/>
                    </a:cubicBezTo>
                    <a:cubicBezTo>
                      <a:pt x="42" y="640"/>
                      <a:pt x="54" y="634"/>
                      <a:pt x="63" y="624"/>
                    </a:cubicBezTo>
                    <a:lnTo>
                      <a:pt x="571" y="57"/>
                    </a:lnTo>
                    <a:cubicBezTo>
                      <a:pt x="586" y="41"/>
                      <a:pt x="587" y="19"/>
                      <a:pt x="574" y="7"/>
                    </a:cubicBezTo>
                    <a:cubicBezTo>
                      <a:pt x="569" y="3"/>
                      <a:pt x="562" y="0"/>
                      <a:pt x="55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42"/>
              <p:cNvSpPr/>
              <p:nvPr/>
            </p:nvSpPr>
            <p:spPr>
              <a:xfrm>
                <a:off x="5158712" y="2537000"/>
                <a:ext cx="82011" cy="116747"/>
              </a:xfrm>
              <a:custGeom>
                <a:rect b="b" l="l" r="r" t="t"/>
                <a:pathLst>
                  <a:path extrusionOk="0" h="837" w="588">
                    <a:moveTo>
                      <a:pt x="560" y="1"/>
                    </a:moveTo>
                    <a:cubicBezTo>
                      <a:pt x="547" y="1"/>
                      <a:pt x="531" y="10"/>
                      <a:pt x="520" y="26"/>
                    </a:cubicBezTo>
                    <a:lnTo>
                      <a:pt x="15" y="776"/>
                    </a:lnTo>
                    <a:cubicBezTo>
                      <a:pt x="0" y="798"/>
                      <a:pt x="0" y="823"/>
                      <a:pt x="15" y="833"/>
                    </a:cubicBezTo>
                    <a:cubicBezTo>
                      <a:pt x="19" y="835"/>
                      <a:pt x="23" y="836"/>
                      <a:pt x="28" y="836"/>
                    </a:cubicBezTo>
                    <a:cubicBezTo>
                      <a:pt x="41" y="836"/>
                      <a:pt x="57" y="827"/>
                      <a:pt x="67" y="811"/>
                    </a:cubicBezTo>
                    <a:lnTo>
                      <a:pt x="571" y="61"/>
                    </a:lnTo>
                    <a:cubicBezTo>
                      <a:pt x="586" y="39"/>
                      <a:pt x="587" y="14"/>
                      <a:pt x="573" y="4"/>
                    </a:cubicBezTo>
                    <a:cubicBezTo>
                      <a:pt x="569" y="2"/>
                      <a:pt x="565" y="1"/>
                      <a:pt x="56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42"/>
              <p:cNvSpPr/>
              <p:nvPr/>
            </p:nvSpPr>
            <p:spPr>
              <a:xfrm>
                <a:off x="5229426" y="2486089"/>
                <a:ext cx="10042" cy="53143"/>
              </a:xfrm>
              <a:custGeom>
                <a:rect b="b" l="l" r="r" t="t"/>
                <a:pathLst>
                  <a:path extrusionOk="0" h="381" w="72">
                    <a:moveTo>
                      <a:pt x="32" y="1"/>
                    </a:moveTo>
                    <a:cubicBezTo>
                      <a:pt x="15" y="1"/>
                      <a:pt x="0" y="9"/>
                      <a:pt x="2" y="19"/>
                    </a:cubicBezTo>
                    <a:lnTo>
                      <a:pt x="9" y="363"/>
                    </a:lnTo>
                    <a:cubicBezTo>
                      <a:pt x="9" y="373"/>
                      <a:pt x="22" y="381"/>
                      <a:pt x="37" y="381"/>
                    </a:cubicBezTo>
                    <a:cubicBezTo>
                      <a:pt x="39" y="381"/>
                      <a:pt x="40" y="381"/>
                      <a:pt x="41" y="381"/>
                    </a:cubicBezTo>
                    <a:cubicBezTo>
                      <a:pt x="59" y="381"/>
                      <a:pt x="72" y="372"/>
                      <a:pt x="72" y="362"/>
                    </a:cubicBezTo>
                    <a:lnTo>
                      <a:pt x="64" y="18"/>
                    </a:lnTo>
                    <a:cubicBezTo>
                      <a:pt x="63" y="8"/>
                      <a:pt x="50" y="1"/>
                      <a:pt x="3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42"/>
              <p:cNvSpPr/>
              <p:nvPr/>
            </p:nvSpPr>
            <p:spPr>
              <a:xfrm>
                <a:off x="5135559" y="2489018"/>
                <a:ext cx="107814" cy="154965"/>
              </a:xfrm>
              <a:custGeom>
                <a:rect b="b" l="l" r="r" t="t"/>
                <a:pathLst>
                  <a:path extrusionOk="0" h="1111" w="773">
                    <a:moveTo>
                      <a:pt x="749" y="0"/>
                    </a:moveTo>
                    <a:cubicBezTo>
                      <a:pt x="733" y="0"/>
                      <a:pt x="712" y="15"/>
                      <a:pt x="697" y="39"/>
                    </a:cubicBezTo>
                    <a:lnTo>
                      <a:pt x="24" y="1039"/>
                    </a:lnTo>
                    <a:cubicBezTo>
                      <a:pt x="5" y="1068"/>
                      <a:pt x="0" y="1098"/>
                      <a:pt x="15" y="1108"/>
                    </a:cubicBezTo>
                    <a:cubicBezTo>
                      <a:pt x="18" y="1110"/>
                      <a:pt x="21" y="1111"/>
                      <a:pt x="25" y="1111"/>
                    </a:cubicBezTo>
                    <a:cubicBezTo>
                      <a:pt x="40" y="1111"/>
                      <a:pt x="61" y="1097"/>
                      <a:pt x="76" y="1073"/>
                    </a:cubicBezTo>
                    <a:lnTo>
                      <a:pt x="749" y="74"/>
                    </a:lnTo>
                    <a:cubicBezTo>
                      <a:pt x="768" y="45"/>
                      <a:pt x="772" y="13"/>
                      <a:pt x="758" y="3"/>
                    </a:cubicBezTo>
                    <a:cubicBezTo>
                      <a:pt x="755" y="1"/>
                      <a:pt x="752" y="0"/>
                      <a:pt x="74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42"/>
              <p:cNvSpPr/>
              <p:nvPr/>
            </p:nvSpPr>
            <p:spPr>
              <a:xfrm>
                <a:off x="4864836" y="2631150"/>
                <a:ext cx="43516" cy="68486"/>
              </a:xfrm>
              <a:custGeom>
                <a:rect b="b" l="l" r="r" t="t"/>
                <a:pathLst>
                  <a:path extrusionOk="0" h="491" w="312">
                    <a:moveTo>
                      <a:pt x="265" y="0"/>
                    </a:moveTo>
                    <a:cubicBezTo>
                      <a:pt x="256" y="0"/>
                      <a:pt x="247" y="4"/>
                      <a:pt x="243" y="12"/>
                    </a:cubicBezTo>
                    <a:lnTo>
                      <a:pt x="8" y="445"/>
                    </a:lnTo>
                    <a:cubicBezTo>
                      <a:pt x="1" y="458"/>
                      <a:pt x="10" y="475"/>
                      <a:pt x="27" y="484"/>
                    </a:cubicBezTo>
                    <a:cubicBezTo>
                      <a:pt x="34" y="488"/>
                      <a:pt x="41" y="490"/>
                      <a:pt x="48" y="490"/>
                    </a:cubicBezTo>
                    <a:cubicBezTo>
                      <a:pt x="57" y="490"/>
                      <a:pt x="66" y="486"/>
                      <a:pt x="69" y="478"/>
                    </a:cubicBezTo>
                    <a:lnTo>
                      <a:pt x="305" y="46"/>
                    </a:lnTo>
                    <a:cubicBezTo>
                      <a:pt x="311" y="33"/>
                      <a:pt x="304" y="15"/>
                      <a:pt x="286" y="6"/>
                    </a:cubicBezTo>
                    <a:cubicBezTo>
                      <a:pt x="279" y="2"/>
                      <a:pt x="272" y="0"/>
                      <a:pt x="2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42"/>
              <p:cNvSpPr/>
              <p:nvPr/>
            </p:nvSpPr>
            <p:spPr>
              <a:xfrm>
                <a:off x="4841962" y="2685549"/>
                <a:ext cx="36542" cy="71555"/>
              </a:xfrm>
              <a:custGeom>
                <a:rect b="b" l="l" r="r" t="t"/>
                <a:pathLst>
                  <a:path extrusionOk="0" h="513" w="262">
                    <a:moveTo>
                      <a:pt x="215" y="0"/>
                    </a:moveTo>
                    <a:cubicBezTo>
                      <a:pt x="204" y="0"/>
                      <a:pt x="194" y="5"/>
                      <a:pt x="191" y="14"/>
                    </a:cubicBezTo>
                    <a:lnTo>
                      <a:pt x="6" y="471"/>
                    </a:lnTo>
                    <a:cubicBezTo>
                      <a:pt x="0" y="485"/>
                      <a:pt x="11" y="501"/>
                      <a:pt x="30" y="508"/>
                    </a:cubicBezTo>
                    <a:cubicBezTo>
                      <a:pt x="35" y="511"/>
                      <a:pt x="41" y="512"/>
                      <a:pt x="47" y="512"/>
                    </a:cubicBezTo>
                    <a:cubicBezTo>
                      <a:pt x="58" y="512"/>
                      <a:pt x="68" y="507"/>
                      <a:pt x="72" y="498"/>
                    </a:cubicBezTo>
                    <a:lnTo>
                      <a:pt x="255" y="40"/>
                    </a:lnTo>
                    <a:cubicBezTo>
                      <a:pt x="261" y="27"/>
                      <a:pt x="251" y="11"/>
                      <a:pt x="233" y="4"/>
                    </a:cubicBezTo>
                    <a:cubicBezTo>
                      <a:pt x="227" y="2"/>
                      <a:pt x="221" y="0"/>
                      <a:pt x="21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42"/>
              <p:cNvSpPr/>
              <p:nvPr/>
            </p:nvSpPr>
            <p:spPr>
              <a:xfrm>
                <a:off x="4890081" y="2670484"/>
                <a:ext cx="54535" cy="67928"/>
              </a:xfrm>
              <a:custGeom>
                <a:rect b="b" l="l" r="r" t="t"/>
                <a:pathLst>
                  <a:path extrusionOk="0" h="487" w="391">
                    <a:moveTo>
                      <a:pt x="347" y="0"/>
                    </a:moveTo>
                    <a:cubicBezTo>
                      <a:pt x="339" y="0"/>
                      <a:pt x="331" y="4"/>
                      <a:pt x="325" y="10"/>
                    </a:cubicBezTo>
                    <a:lnTo>
                      <a:pt x="9" y="435"/>
                    </a:lnTo>
                    <a:cubicBezTo>
                      <a:pt x="1" y="447"/>
                      <a:pt x="5" y="466"/>
                      <a:pt x="21" y="478"/>
                    </a:cubicBezTo>
                    <a:cubicBezTo>
                      <a:pt x="29" y="483"/>
                      <a:pt x="38" y="486"/>
                      <a:pt x="46" y="486"/>
                    </a:cubicBezTo>
                    <a:cubicBezTo>
                      <a:pt x="54" y="486"/>
                      <a:pt x="62" y="483"/>
                      <a:pt x="66" y="476"/>
                    </a:cubicBezTo>
                    <a:lnTo>
                      <a:pt x="382" y="52"/>
                    </a:lnTo>
                    <a:cubicBezTo>
                      <a:pt x="391" y="41"/>
                      <a:pt x="387" y="20"/>
                      <a:pt x="371" y="8"/>
                    </a:cubicBezTo>
                    <a:cubicBezTo>
                      <a:pt x="363" y="3"/>
                      <a:pt x="355" y="0"/>
                      <a:pt x="34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42"/>
              <p:cNvSpPr/>
              <p:nvPr/>
            </p:nvSpPr>
            <p:spPr>
              <a:xfrm>
                <a:off x="4852144" y="2732973"/>
                <a:ext cx="46027" cy="66952"/>
              </a:xfrm>
              <a:custGeom>
                <a:rect b="b" l="l" r="r" t="t"/>
                <a:pathLst>
                  <a:path extrusionOk="0" h="480" w="330">
                    <a:moveTo>
                      <a:pt x="284" y="1"/>
                    </a:moveTo>
                    <a:cubicBezTo>
                      <a:pt x="275" y="1"/>
                      <a:pt x="267" y="4"/>
                      <a:pt x="262" y="11"/>
                    </a:cubicBezTo>
                    <a:lnTo>
                      <a:pt x="7" y="433"/>
                    </a:lnTo>
                    <a:cubicBezTo>
                      <a:pt x="0" y="445"/>
                      <a:pt x="7" y="462"/>
                      <a:pt x="25" y="472"/>
                    </a:cubicBezTo>
                    <a:cubicBezTo>
                      <a:pt x="32" y="477"/>
                      <a:pt x="40" y="479"/>
                      <a:pt x="48" y="479"/>
                    </a:cubicBezTo>
                    <a:cubicBezTo>
                      <a:pt x="57" y="479"/>
                      <a:pt x="65" y="476"/>
                      <a:pt x="69" y="469"/>
                    </a:cubicBezTo>
                    <a:lnTo>
                      <a:pt x="322" y="47"/>
                    </a:lnTo>
                    <a:cubicBezTo>
                      <a:pt x="329" y="35"/>
                      <a:pt x="322" y="16"/>
                      <a:pt x="306" y="6"/>
                    </a:cubicBezTo>
                    <a:cubicBezTo>
                      <a:pt x="299" y="2"/>
                      <a:pt x="291" y="1"/>
                      <a:pt x="28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42"/>
              <p:cNvSpPr/>
              <p:nvPr/>
            </p:nvSpPr>
            <p:spPr>
              <a:xfrm>
                <a:off x="4961353" y="2669926"/>
                <a:ext cx="61369" cy="53980"/>
              </a:xfrm>
              <a:custGeom>
                <a:rect b="b" l="l" r="r" t="t"/>
                <a:pathLst>
                  <a:path extrusionOk="0" h="387" w="440">
                    <a:moveTo>
                      <a:pt x="398" y="0"/>
                    </a:moveTo>
                    <a:cubicBezTo>
                      <a:pt x="392" y="0"/>
                      <a:pt x="387" y="2"/>
                      <a:pt x="383" y="5"/>
                    </a:cubicBezTo>
                    <a:lnTo>
                      <a:pt x="11" y="329"/>
                    </a:lnTo>
                    <a:cubicBezTo>
                      <a:pt x="1" y="339"/>
                      <a:pt x="2" y="358"/>
                      <a:pt x="15" y="372"/>
                    </a:cubicBezTo>
                    <a:cubicBezTo>
                      <a:pt x="23" y="382"/>
                      <a:pt x="34" y="387"/>
                      <a:pt x="44" y="387"/>
                    </a:cubicBezTo>
                    <a:cubicBezTo>
                      <a:pt x="49" y="387"/>
                      <a:pt x="54" y="385"/>
                      <a:pt x="58" y="382"/>
                    </a:cubicBezTo>
                    <a:lnTo>
                      <a:pt x="429" y="58"/>
                    </a:lnTo>
                    <a:cubicBezTo>
                      <a:pt x="439" y="49"/>
                      <a:pt x="438" y="30"/>
                      <a:pt x="425" y="15"/>
                    </a:cubicBezTo>
                    <a:cubicBezTo>
                      <a:pt x="417" y="5"/>
                      <a:pt x="407" y="0"/>
                      <a:pt x="39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42"/>
              <p:cNvSpPr/>
              <p:nvPr/>
            </p:nvSpPr>
            <p:spPr>
              <a:xfrm>
                <a:off x="4912676" y="2717908"/>
                <a:ext cx="57185" cy="58722"/>
              </a:xfrm>
              <a:custGeom>
                <a:rect b="b" l="l" r="r" t="t"/>
                <a:pathLst>
                  <a:path extrusionOk="0" h="421" w="410">
                    <a:moveTo>
                      <a:pt x="364" y="0"/>
                    </a:moveTo>
                    <a:cubicBezTo>
                      <a:pt x="358" y="0"/>
                      <a:pt x="353" y="2"/>
                      <a:pt x="348" y="6"/>
                    </a:cubicBezTo>
                    <a:lnTo>
                      <a:pt x="11" y="366"/>
                    </a:lnTo>
                    <a:cubicBezTo>
                      <a:pt x="0" y="376"/>
                      <a:pt x="5" y="395"/>
                      <a:pt x="19" y="408"/>
                    </a:cubicBezTo>
                    <a:cubicBezTo>
                      <a:pt x="27" y="416"/>
                      <a:pt x="37" y="420"/>
                      <a:pt x="46" y="420"/>
                    </a:cubicBezTo>
                    <a:cubicBezTo>
                      <a:pt x="52" y="420"/>
                      <a:pt x="58" y="418"/>
                      <a:pt x="61" y="414"/>
                    </a:cubicBezTo>
                    <a:lnTo>
                      <a:pt x="399" y="54"/>
                    </a:lnTo>
                    <a:cubicBezTo>
                      <a:pt x="410" y="44"/>
                      <a:pt x="405" y="25"/>
                      <a:pt x="392" y="12"/>
                    </a:cubicBezTo>
                    <a:cubicBezTo>
                      <a:pt x="384" y="4"/>
                      <a:pt x="373" y="0"/>
                      <a:pt x="3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42"/>
              <p:cNvSpPr/>
              <p:nvPr/>
            </p:nvSpPr>
            <p:spPr>
              <a:xfrm>
                <a:off x="4863720" y="2769517"/>
                <a:ext cx="57045" cy="58722"/>
              </a:xfrm>
              <a:custGeom>
                <a:rect b="b" l="l" r="r" t="t"/>
                <a:pathLst>
                  <a:path extrusionOk="0" h="421" w="409">
                    <a:moveTo>
                      <a:pt x="363" y="0"/>
                    </a:moveTo>
                    <a:cubicBezTo>
                      <a:pt x="357" y="0"/>
                      <a:pt x="351" y="2"/>
                      <a:pt x="347" y="6"/>
                    </a:cubicBezTo>
                    <a:lnTo>
                      <a:pt x="10" y="366"/>
                    </a:lnTo>
                    <a:cubicBezTo>
                      <a:pt x="0" y="376"/>
                      <a:pt x="5" y="395"/>
                      <a:pt x="18" y="408"/>
                    </a:cubicBezTo>
                    <a:cubicBezTo>
                      <a:pt x="26" y="416"/>
                      <a:pt x="37" y="420"/>
                      <a:pt x="45" y="420"/>
                    </a:cubicBezTo>
                    <a:cubicBezTo>
                      <a:pt x="52" y="420"/>
                      <a:pt x="57" y="418"/>
                      <a:pt x="61" y="414"/>
                    </a:cubicBezTo>
                    <a:lnTo>
                      <a:pt x="399" y="54"/>
                    </a:lnTo>
                    <a:cubicBezTo>
                      <a:pt x="408" y="44"/>
                      <a:pt x="405" y="25"/>
                      <a:pt x="391" y="12"/>
                    </a:cubicBezTo>
                    <a:cubicBezTo>
                      <a:pt x="382" y="4"/>
                      <a:pt x="372" y="0"/>
                      <a:pt x="36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42"/>
              <p:cNvSpPr/>
              <p:nvPr/>
            </p:nvSpPr>
            <p:spPr>
              <a:xfrm>
                <a:off x="4833593" y="2753337"/>
                <a:ext cx="92611" cy="108378"/>
              </a:xfrm>
              <a:custGeom>
                <a:rect b="b" l="l" r="r" t="t"/>
                <a:pathLst>
                  <a:path extrusionOk="0" h="777" w="664">
                    <a:moveTo>
                      <a:pt x="50" y="0"/>
                    </a:moveTo>
                    <a:lnTo>
                      <a:pt x="50" y="0"/>
                    </a:lnTo>
                    <a:cubicBezTo>
                      <a:pt x="50" y="0"/>
                      <a:pt x="1" y="240"/>
                      <a:pt x="108" y="350"/>
                    </a:cubicBezTo>
                    <a:cubicBezTo>
                      <a:pt x="218" y="459"/>
                      <a:pt x="417" y="776"/>
                      <a:pt x="487" y="776"/>
                    </a:cubicBezTo>
                    <a:cubicBezTo>
                      <a:pt x="557" y="776"/>
                      <a:pt x="630" y="712"/>
                      <a:pt x="649" y="693"/>
                    </a:cubicBezTo>
                    <a:cubicBezTo>
                      <a:pt x="664" y="679"/>
                      <a:pt x="652" y="628"/>
                      <a:pt x="625" y="628"/>
                    </a:cubicBezTo>
                    <a:cubicBezTo>
                      <a:pt x="618" y="628"/>
                      <a:pt x="610" y="632"/>
                      <a:pt x="601" y="641"/>
                    </a:cubicBezTo>
                    <a:cubicBezTo>
                      <a:pt x="576" y="665"/>
                      <a:pt x="547" y="684"/>
                      <a:pt x="513" y="684"/>
                    </a:cubicBezTo>
                    <a:cubicBezTo>
                      <a:pt x="487" y="684"/>
                      <a:pt x="458" y="673"/>
                      <a:pt x="427" y="642"/>
                    </a:cubicBezTo>
                    <a:cubicBezTo>
                      <a:pt x="359" y="574"/>
                      <a:pt x="107" y="268"/>
                      <a:pt x="107" y="188"/>
                    </a:cubicBezTo>
                    <a:cubicBezTo>
                      <a:pt x="107" y="108"/>
                      <a:pt x="126" y="26"/>
                      <a:pt x="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42"/>
              <p:cNvSpPr/>
              <p:nvPr/>
            </p:nvSpPr>
            <p:spPr>
              <a:xfrm>
                <a:off x="4802072" y="2653607"/>
                <a:ext cx="50350" cy="79087"/>
              </a:xfrm>
              <a:custGeom>
                <a:rect b="b" l="l" r="r" t="t"/>
                <a:pathLst>
                  <a:path extrusionOk="0" h="567" w="361">
                    <a:moveTo>
                      <a:pt x="45" y="1"/>
                    </a:moveTo>
                    <a:cubicBezTo>
                      <a:pt x="41" y="1"/>
                      <a:pt x="37" y="3"/>
                      <a:pt x="33" y="7"/>
                    </a:cubicBezTo>
                    <a:cubicBezTo>
                      <a:pt x="1" y="39"/>
                      <a:pt x="18" y="368"/>
                      <a:pt x="155" y="443"/>
                    </a:cubicBezTo>
                    <a:cubicBezTo>
                      <a:pt x="254" y="497"/>
                      <a:pt x="298" y="566"/>
                      <a:pt x="329" y="566"/>
                    </a:cubicBezTo>
                    <a:cubicBezTo>
                      <a:pt x="341" y="566"/>
                      <a:pt x="350" y="556"/>
                      <a:pt x="361" y="530"/>
                    </a:cubicBezTo>
                    <a:cubicBezTo>
                      <a:pt x="361" y="530"/>
                      <a:pt x="45" y="319"/>
                      <a:pt x="74" y="73"/>
                    </a:cubicBezTo>
                    <a:cubicBezTo>
                      <a:pt x="74" y="73"/>
                      <a:pt x="66" y="1"/>
                      <a:pt x="4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42"/>
              <p:cNvSpPr/>
              <p:nvPr/>
            </p:nvSpPr>
            <p:spPr>
              <a:xfrm>
                <a:off x="5098319" y="2743155"/>
                <a:ext cx="36682" cy="85503"/>
              </a:xfrm>
              <a:custGeom>
                <a:rect b="b" l="l" r="r" t="t"/>
                <a:pathLst>
                  <a:path extrusionOk="0" h="613" w="263">
                    <a:moveTo>
                      <a:pt x="56" y="1"/>
                    </a:moveTo>
                    <a:cubicBezTo>
                      <a:pt x="36" y="1"/>
                      <a:pt x="35" y="29"/>
                      <a:pt x="85" y="124"/>
                    </a:cubicBezTo>
                    <a:cubicBezTo>
                      <a:pt x="205" y="348"/>
                      <a:pt x="85" y="446"/>
                      <a:pt x="43" y="528"/>
                    </a:cubicBezTo>
                    <a:cubicBezTo>
                      <a:pt x="1" y="611"/>
                      <a:pt x="43" y="612"/>
                      <a:pt x="43" y="612"/>
                    </a:cubicBezTo>
                    <a:cubicBezTo>
                      <a:pt x="43" y="612"/>
                      <a:pt x="81" y="597"/>
                      <a:pt x="171" y="468"/>
                    </a:cubicBezTo>
                    <a:cubicBezTo>
                      <a:pt x="263" y="340"/>
                      <a:pt x="155" y="64"/>
                      <a:pt x="155" y="64"/>
                    </a:cubicBezTo>
                    <a:cubicBezTo>
                      <a:pt x="145" y="54"/>
                      <a:pt x="83" y="1"/>
                      <a:pt x="5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42"/>
              <p:cNvSpPr/>
              <p:nvPr/>
            </p:nvSpPr>
            <p:spPr>
              <a:xfrm>
                <a:off x="5053268" y="2812338"/>
                <a:ext cx="43377" cy="56490"/>
              </a:xfrm>
              <a:custGeom>
                <a:rect b="b" l="l" r="r" t="t"/>
                <a:pathLst>
                  <a:path extrusionOk="0" h="405" w="311">
                    <a:moveTo>
                      <a:pt x="283" y="0"/>
                    </a:moveTo>
                    <a:cubicBezTo>
                      <a:pt x="277" y="0"/>
                      <a:pt x="270" y="30"/>
                      <a:pt x="263" y="112"/>
                    </a:cubicBezTo>
                    <a:cubicBezTo>
                      <a:pt x="245" y="293"/>
                      <a:pt x="190" y="327"/>
                      <a:pt x="138" y="327"/>
                    </a:cubicBezTo>
                    <a:cubicBezTo>
                      <a:pt x="106" y="327"/>
                      <a:pt x="76" y="314"/>
                      <a:pt x="56" y="314"/>
                    </a:cubicBezTo>
                    <a:cubicBezTo>
                      <a:pt x="0" y="314"/>
                      <a:pt x="3" y="355"/>
                      <a:pt x="134" y="399"/>
                    </a:cubicBezTo>
                    <a:cubicBezTo>
                      <a:pt x="145" y="402"/>
                      <a:pt x="155" y="404"/>
                      <a:pt x="165" y="404"/>
                    </a:cubicBezTo>
                    <a:cubicBezTo>
                      <a:pt x="271" y="404"/>
                      <a:pt x="311" y="193"/>
                      <a:pt x="311" y="193"/>
                    </a:cubicBezTo>
                    <a:cubicBezTo>
                      <a:pt x="311" y="193"/>
                      <a:pt x="299" y="0"/>
                      <a:pt x="2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42"/>
              <p:cNvSpPr/>
              <p:nvPr/>
            </p:nvSpPr>
            <p:spPr>
              <a:xfrm>
                <a:off x="5006962" y="2842885"/>
                <a:ext cx="38635" cy="32918"/>
              </a:xfrm>
              <a:custGeom>
                <a:rect b="b" l="l" r="r" t="t"/>
                <a:pathLst>
                  <a:path extrusionOk="0" h="236" w="277">
                    <a:moveTo>
                      <a:pt x="25" y="0"/>
                    </a:moveTo>
                    <a:cubicBezTo>
                      <a:pt x="4" y="0"/>
                      <a:pt x="0" y="50"/>
                      <a:pt x="0" y="50"/>
                    </a:cubicBezTo>
                    <a:cubicBezTo>
                      <a:pt x="0" y="50"/>
                      <a:pt x="48" y="167"/>
                      <a:pt x="162" y="226"/>
                    </a:cubicBezTo>
                    <a:cubicBezTo>
                      <a:pt x="174" y="233"/>
                      <a:pt x="185" y="235"/>
                      <a:pt x="195" y="235"/>
                    </a:cubicBezTo>
                    <a:cubicBezTo>
                      <a:pt x="277" y="235"/>
                      <a:pt x="277" y="33"/>
                      <a:pt x="277" y="33"/>
                    </a:cubicBezTo>
                    <a:cubicBezTo>
                      <a:pt x="269" y="24"/>
                      <a:pt x="260" y="20"/>
                      <a:pt x="252" y="20"/>
                    </a:cubicBezTo>
                    <a:cubicBezTo>
                      <a:pt x="215" y="20"/>
                      <a:pt x="181" y="92"/>
                      <a:pt x="181" y="148"/>
                    </a:cubicBezTo>
                    <a:cubicBezTo>
                      <a:pt x="181" y="159"/>
                      <a:pt x="178" y="164"/>
                      <a:pt x="173" y="164"/>
                    </a:cubicBezTo>
                    <a:cubicBezTo>
                      <a:pt x="150" y="164"/>
                      <a:pt x="77" y="43"/>
                      <a:pt x="44" y="11"/>
                    </a:cubicBezTo>
                    <a:cubicBezTo>
                      <a:pt x="36" y="3"/>
                      <a:pt x="30" y="0"/>
                      <a:pt x="2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42"/>
              <p:cNvSpPr/>
              <p:nvPr/>
            </p:nvSpPr>
            <p:spPr>
              <a:xfrm>
                <a:off x="4940432" y="2841629"/>
                <a:ext cx="60951" cy="18412"/>
              </a:xfrm>
              <a:custGeom>
                <a:rect b="b" l="l" r="r" t="t"/>
                <a:pathLst>
                  <a:path extrusionOk="0" h="132" w="437">
                    <a:moveTo>
                      <a:pt x="436" y="1"/>
                    </a:moveTo>
                    <a:lnTo>
                      <a:pt x="436" y="1"/>
                    </a:lnTo>
                    <a:cubicBezTo>
                      <a:pt x="374" y="43"/>
                      <a:pt x="317" y="57"/>
                      <a:pt x="270" y="57"/>
                    </a:cubicBezTo>
                    <a:cubicBezTo>
                      <a:pt x="178" y="57"/>
                      <a:pt x="120" y="4"/>
                      <a:pt x="120" y="4"/>
                    </a:cubicBezTo>
                    <a:lnTo>
                      <a:pt x="120" y="4"/>
                    </a:lnTo>
                    <a:cubicBezTo>
                      <a:pt x="1" y="84"/>
                      <a:pt x="53" y="85"/>
                      <a:pt x="200" y="125"/>
                    </a:cubicBezTo>
                    <a:cubicBezTo>
                      <a:pt x="217" y="129"/>
                      <a:pt x="232" y="131"/>
                      <a:pt x="247" y="131"/>
                    </a:cubicBezTo>
                    <a:cubicBezTo>
                      <a:pt x="366" y="131"/>
                      <a:pt x="436" y="1"/>
                      <a:pt x="43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42"/>
              <p:cNvSpPr/>
              <p:nvPr/>
            </p:nvSpPr>
            <p:spPr>
              <a:xfrm>
                <a:off x="4834291" y="2797274"/>
                <a:ext cx="28453" cy="46727"/>
              </a:xfrm>
              <a:custGeom>
                <a:rect b="b" l="l" r="r" t="t"/>
                <a:pathLst>
                  <a:path extrusionOk="0" h="335" w="204">
                    <a:moveTo>
                      <a:pt x="99" y="0"/>
                    </a:moveTo>
                    <a:cubicBezTo>
                      <a:pt x="95" y="0"/>
                      <a:pt x="91" y="1"/>
                      <a:pt x="86" y="4"/>
                    </a:cubicBezTo>
                    <a:cubicBezTo>
                      <a:pt x="50" y="22"/>
                      <a:pt x="0" y="135"/>
                      <a:pt x="77" y="212"/>
                    </a:cubicBezTo>
                    <a:cubicBezTo>
                      <a:pt x="146" y="282"/>
                      <a:pt x="163" y="335"/>
                      <a:pt x="178" y="335"/>
                    </a:cubicBezTo>
                    <a:cubicBezTo>
                      <a:pt x="181" y="335"/>
                      <a:pt x="183" y="334"/>
                      <a:pt x="185" y="332"/>
                    </a:cubicBezTo>
                    <a:cubicBezTo>
                      <a:pt x="204" y="314"/>
                      <a:pt x="197" y="300"/>
                      <a:pt x="197" y="300"/>
                    </a:cubicBezTo>
                    <a:cubicBezTo>
                      <a:pt x="197" y="300"/>
                      <a:pt x="16" y="134"/>
                      <a:pt x="124" y="42"/>
                    </a:cubicBezTo>
                    <a:cubicBezTo>
                      <a:pt x="124" y="42"/>
                      <a:pt x="122" y="0"/>
                      <a:pt x="9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42"/>
              <p:cNvSpPr/>
              <p:nvPr/>
            </p:nvSpPr>
            <p:spPr>
              <a:xfrm>
                <a:off x="4811417" y="2706610"/>
                <a:ext cx="31661" cy="57188"/>
              </a:xfrm>
              <a:custGeom>
                <a:rect b="b" l="l" r="r" t="t"/>
                <a:pathLst>
                  <a:path extrusionOk="0" h="410" w="227">
                    <a:moveTo>
                      <a:pt x="47" y="1"/>
                    </a:moveTo>
                    <a:cubicBezTo>
                      <a:pt x="41" y="1"/>
                      <a:pt x="35" y="3"/>
                      <a:pt x="30" y="9"/>
                    </a:cubicBezTo>
                    <a:cubicBezTo>
                      <a:pt x="1" y="36"/>
                      <a:pt x="98" y="328"/>
                      <a:pt x="163" y="392"/>
                    </a:cubicBezTo>
                    <a:cubicBezTo>
                      <a:pt x="175" y="404"/>
                      <a:pt x="185" y="409"/>
                      <a:pt x="193" y="409"/>
                    </a:cubicBezTo>
                    <a:cubicBezTo>
                      <a:pt x="226" y="409"/>
                      <a:pt x="225" y="321"/>
                      <a:pt x="225" y="320"/>
                    </a:cubicBezTo>
                    <a:lnTo>
                      <a:pt x="225" y="320"/>
                    </a:lnTo>
                    <a:cubicBezTo>
                      <a:pt x="215" y="327"/>
                      <a:pt x="206" y="329"/>
                      <a:pt x="197" y="329"/>
                    </a:cubicBezTo>
                    <a:cubicBezTo>
                      <a:pt x="109" y="329"/>
                      <a:pt x="96" y="41"/>
                      <a:pt x="96" y="41"/>
                    </a:cubicBezTo>
                    <a:cubicBezTo>
                      <a:pt x="96" y="41"/>
                      <a:pt x="71" y="1"/>
                      <a:pt x="4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42"/>
              <p:cNvSpPr/>
              <p:nvPr/>
            </p:nvSpPr>
            <p:spPr>
              <a:xfrm>
                <a:off x="4763577" y="2578566"/>
                <a:ext cx="43516" cy="100427"/>
              </a:xfrm>
              <a:custGeom>
                <a:rect b="b" l="l" r="r" t="t"/>
                <a:pathLst>
                  <a:path extrusionOk="0" h="720" w="312">
                    <a:moveTo>
                      <a:pt x="106" y="0"/>
                    </a:moveTo>
                    <a:cubicBezTo>
                      <a:pt x="102" y="0"/>
                      <a:pt x="97" y="5"/>
                      <a:pt x="92" y="16"/>
                    </a:cubicBezTo>
                    <a:cubicBezTo>
                      <a:pt x="61" y="80"/>
                      <a:pt x="15" y="338"/>
                      <a:pt x="111" y="472"/>
                    </a:cubicBezTo>
                    <a:cubicBezTo>
                      <a:pt x="196" y="593"/>
                      <a:pt x="290" y="719"/>
                      <a:pt x="309" y="719"/>
                    </a:cubicBezTo>
                    <a:cubicBezTo>
                      <a:pt x="311" y="719"/>
                      <a:pt x="312" y="717"/>
                      <a:pt x="312" y="714"/>
                    </a:cubicBezTo>
                    <a:cubicBezTo>
                      <a:pt x="312" y="681"/>
                      <a:pt x="296" y="650"/>
                      <a:pt x="296" y="650"/>
                    </a:cubicBezTo>
                    <a:cubicBezTo>
                      <a:pt x="296" y="650"/>
                      <a:pt x="0" y="309"/>
                      <a:pt x="127" y="99"/>
                    </a:cubicBezTo>
                    <a:cubicBezTo>
                      <a:pt x="127" y="99"/>
                      <a:pt x="124" y="0"/>
                      <a:pt x="10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42"/>
              <p:cNvSpPr/>
              <p:nvPr/>
            </p:nvSpPr>
            <p:spPr>
              <a:xfrm>
                <a:off x="4817414" y="2651515"/>
                <a:ext cx="25245" cy="31384"/>
              </a:xfrm>
              <a:custGeom>
                <a:rect b="b" l="l" r="r" t="t"/>
                <a:pathLst>
                  <a:path extrusionOk="0" h="225" w="181">
                    <a:moveTo>
                      <a:pt x="140" y="0"/>
                    </a:moveTo>
                    <a:lnTo>
                      <a:pt x="140" y="0"/>
                    </a:lnTo>
                    <a:cubicBezTo>
                      <a:pt x="0" y="187"/>
                      <a:pt x="162" y="225"/>
                      <a:pt x="162" y="225"/>
                    </a:cubicBezTo>
                    <a:cubicBezTo>
                      <a:pt x="89" y="114"/>
                      <a:pt x="181" y="41"/>
                      <a:pt x="181" y="41"/>
                    </a:cubicBezTo>
                    <a:lnTo>
                      <a:pt x="14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42"/>
              <p:cNvSpPr/>
              <p:nvPr/>
            </p:nvSpPr>
            <p:spPr>
              <a:xfrm>
                <a:off x="5042668" y="2808851"/>
                <a:ext cx="18690" cy="24828"/>
              </a:xfrm>
              <a:custGeom>
                <a:rect b="b" l="l" r="r" t="t"/>
                <a:pathLst>
                  <a:path extrusionOk="0" h="178" w="134">
                    <a:moveTo>
                      <a:pt x="55" y="0"/>
                    </a:moveTo>
                    <a:cubicBezTo>
                      <a:pt x="26" y="0"/>
                      <a:pt x="1" y="71"/>
                      <a:pt x="1" y="71"/>
                    </a:cubicBezTo>
                    <a:cubicBezTo>
                      <a:pt x="1" y="153"/>
                      <a:pt x="22" y="178"/>
                      <a:pt x="48" y="178"/>
                    </a:cubicBezTo>
                    <a:cubicBezTo>
                      <a:pt x="86" y="178"/>
                      <a:pt x="133" y="122"/>
                      <a:pt x="133" y="122"/>
                    </a:cubicBezTo>
                    <a:lnTo>
                      <a:pt x="133" y="122"/>
                    </a:lnTo>
                    <a:cubicBezTo>
                      <a:pt x="121" y="128"/>
                      <a:pt x="110" y="130"/>
                      <a:pt x="102" y="130"/>
                    </a:cubicBezTo>
                    <a:cubicBezTo>
                      <a:pt x="42" y="130"/>
                      <a:pt x="72" y="8"/>
                      <a:pt x="72" y="8"/>
                    </a:cubicBezTo>
                    <a:cubicBezTo>
                      <a:pt x="66" y="3"/>
                      <a:pt x="61" y="0"/>
                      <a:pt x="5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42"/>
              <p:cNvSpPr/>
              <p:nvPr/>
            </p:nvSpPr>
            <p:spPr>
              <a:xfrm>
                <a:off x="5113522" y="2673832"/>
                <a:ext cx="31521" cy="82713"/>
              </a:xfrm>
              <a:custGeom>
                <a:rect b="b" l="l" r="r" t="t"/>
                <a:pathLst>
                  <a:path extrusionOk="0" h="593" w="226">
                    <a:moveTo>
                      <a:pt x="205" y="0"/>
                    </a:moveTo>
                    <a:cubicBezTo>
                      <a:pt x="205" y="0"/>
                      <a:pt x="192" y="35"/>
                      <a:pt x="192" y="53"/>
                    </a:cubicBezTo>
                    <a:cubicBezTo>
                      <a:pt x="192" y="53"/>
                      <a:pt x="197" y="509"/>
                      <a:pt x="63" y="509"/>
                    </a:cubicBezTo>
                    <a:cubicBezTo>
                      <a:pt x="58" y="509"/>
                      <a:pt x="54" y="508"/>
                      <a:pt x="49" y="507"/>
                    </a:cubicBezTo>
                    <a:cubicBezTo>
                      <a:pt x="49" y="507"/>
                      <a:pt x="1" y="576"/>
                      <a:pt x="46" y="590"/>
                    </a:cubicBezTo>
                    <a:cubicBezTo>
                      <a:pt x="50" y="592"/>
                      <a:pt x="54" y="592"/>
                      <a:pt x="59" y="592"/>
                    </a:cubicBezTo>
                    <a:cubicBezTo>
                      <a:pt x="111" y="592"/>
                      <a:pt x="225" y="516"/>
                      <a:pt x="225" y="309"/>
                    </a:cubicBezTo>
                    <a:cubicBezTo>
                      <a:pt x="225" y="84"/>
                      <a:pt x="205" y="0"/>
                      <a:pt x="20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42"/>
              <p:cNvSpPr/>
              <p:nvPr/>
            </p:nvSpPr>
            <p:spPr>
              <a:xfrm>
                <a:off x="5141835" y="2606741"/>
                <a:ext cx="32637" cy="54817"/>
              </a:xfrm>
              <a:custGeom>
                <a:rect b="b" l="l" r="r" t="t"/>
                <a:pathLst>
                  <a:path extrusionOk="0" h="393" w="234">
                    <a:moveTo>
                      <a:pt x="164" y="1"/>
                    </a:moveTo>
                    <a:cubicBezTo>
                      <a:pt x="164" y="1"/>
                      <a:pt x="136" y="43"/>
                      <a:pt x="136" y="72"/>
                    </a:cubicBezTo>
                    <a:cubicBezTo>
                      <a:pt x="136" y="101"/>
                      <a:pt x="121" y="241"/>
                      <a:pt x="62" y="302"/>
                    </a:cubicBezTo>
                    <a:cubicBezTo>
                      <a:pt x="0" y="364"/>
                      <a:pt x="0" y="393"/>
                      <a:pt x="30" y="393"/>
                    </a:cubicBezTo>
                    <a:cubicBezTo>
                      <a:pt x="60" y="393"/>
                      <a:pt x="86" y="329"/>
                      <a:pt x="86" y="329"/>
                    </a:cubicBezTo>
                    <a:cubicBezTo>
                      <a:pt x="86" y="329"/>
                      <a:pt x="234" y="262"/>
                      <a:pt x="16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42"/>
              <p:cNvSpPr/>
              <p:nvPr/>
            </p:nvSpPr>
            <p:spPr>
              <a:xfrm>
                <a:off x="4980462" y="2815825"/>
                <a:ext cx="28592" cy="26362"/>
              </a:xfrm>
              <a:custGeom>
                <a:rect b="b" l="l" r="r" t="t"/>
                <a:pathLst>
                  <a:path extrusionOk="0" h="189" w="205">
                    <a:moveTo>
                      <a:pt x="74" y="1"/>
                    </a:moveTo>
                    <a:cubicBezTo>
                      <a:pt x="74" y="1"/>
                      <a:pt x="1" y="42"/>
                      <a:pt x="40" y="98"/>
                    </a:cubicBezTo>
                    <a:cubicBezTo>
                      <a:pt x="74" y="149"/>
                      <a:pt x="125" y="189"/>
                      <a:pt x="159" y="189"/>
                    </a:cubicBezTo>
                    <a:cubicBezTo>
                      <a:pt x="165" y="189"/>
                      <a:pt x="170" y="188"/>
                      <a:pt x="174" y="186"/>
                    </a:cubicBezTo>
                    <a:cubicBezTo>
                      <a:pt x="205" y="170"/>
                      <a:pt x="192" y="149"/>
                      <a:pt x="192" y="149"/>
                    </a:cubicBezTo>
                    <a:cubicBezTo>
                      <a:pt x="192" y="149"/>
                      <a:pt x="17" y="111"/>
                      <a:pt x="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14" name="Google Shape;1014;p42"/>
            <p:cNvSpPr/>
            <p:nvPr/>
          </p:nvSpPr>
          <p:spPr>
            <a:xfrm>
              <a:off x="4341941" y="2237392"/>
              <a:ext cx="1197253" cy="2066294"/>
            </a:xfrm>
            <a:custGeom>
              <a:rect b="b" l="l" r="r" t="t"/>
              <a:pathLst>
                <a:path extrusionOk="0" h="14814" w="8584">
                  <a:moveTo>
                    <a:pt x="7054" y="1317"/>
                  </a:moveTo>
                  <a:cubicBezTo>
                    <a:pt x="7064" y="1425"/>
                    <a:pt x="7064" y="1548"/>
                    <a:pt x="7064" y="1548"/>
                  </a:cubicBezTo>
                  <a:cubicBezTo>
                    <a:pt x="7060" y="1521"/>
                    <a:pt x="7051" y="1438"/>
                    <a:pt x="7022" y="1358"/>
                  </a:cubicBezTo>
                  <a:cubicBezTo>
                    <a:pt x="7033" y="1345"/>
                    <a:pt x="7044" y="1332"/>
                    <a:pt x="7054" y="1317"/>
                  </a:cubicBezTo>
                  <a:close/>
                  <a:moveTo>
                    <a:pt x="6917" y="1463"/>
                  </a:moveTo>
                  <a:cubicBezTo>
                    <a:pt x="6955" y="1569"/>
                    <a:pt x="6939" y="1676"/>
                    <a:pt x="6939" y="1676"/>
                  </a:cubicBezTo>
                  <a:cubicBezTo>
                    <a:pt x="6914" y="1607"/>
                    <a:pt x="6880" y="1556"/>
                    <a:pt x="6843" y="1518"/>
                  </a:cubicBezTo>
                  <a:cubicBezTo>
                    <a:pt x="6869" y="1501"/>
                    <a:pt x="6894" y="1483"/>
                    <a:pt x="6917" y="1463"/>
                  </a:cubicBezTo>
                  <a:close/>
                  <a:moveTo>
                    <a:pt x="6388" y="1"/>
                  </a:moveTo>
                  <a:cubicBezTo>
                    <a:pt x="5931" y="1"/>
                    <a:pt x="5561" y="372"/>
                    <a:pt x="5561" y="828"/>
                  </a:cubicBezTo>
                  <a:cubicBezTo>
                    <a:pt x="5561" y="1285"/>
                    <a:pt x="5931" y="1657"/>
                    <a:pt x="6388" y="1657"/>
                  </a:cubicBezTo>
                  <a:cubicBezTo>
                    <a:pt x="6494" y="1657"/>
                    <a:pt x="6595" y="1635"/>
                    <a:pt x="6690" y="1599"/>
                  </a:cubicBezTo>
                  <a:cubicBezTo>
                    <a:pt x="6733" y="1671"/>
                    <a:pt x="6780" y="1767"/>
                    <a:pt x="6805" y="1834"/>
                  </a:cubicBezTo>
                  <a:cubicBezTo>
                    <a:pt x="6843" y="1935"/>
                    <a:pt x="6781" y="2044"/>
                    <a:pt x="6781" y="2044"/>
                  </a:cubicBezTo>
                  <a:cubicBezTo>
                    <a:pt x="6781" y="2007"/>
                    <a:pt x="6736" y="1981"/>
                    <a:pt x="6696" y="1981"/>
                  </a:cubicBezTo>
                  <a:cubicBezTo>
                    <a:pt x="6674" y="1981"/>
                    <a:pt x="6653" y="1989"/>
                    <a:pt x="6642" y="2006"/>
                  </a:cubicBezTo>
                  <a:cubicBezTo>
                    <a:pt x="6608" y="2056"/>
                    <a:pt x="6658" y="2226"/>
                    <a:pt x="6704" y="2355"/>
                  </a:cubicBezTo>
                  <a:cubicBezTo>
                    <a:pt x="6749" y="2481"/>
                    <a:pt x="6553" y="2612"/>
                    <a:pt x="6414" y="2751"/>
                  </a:cubicBezTo>
                  <a:cubicBezTo>
                    <a:pt x="6276" y="2889"/>
                    <a:pt x="5759" y="3609"/>
                    <a:pt x="5692" y="3741"/>
                  </a:cubicBezTo>
                  <a:cubicBezTo>
                    <a:pt x="5626" y="3872"/>
                    <a:pt x="5523" y="4005"/>
                    <a:pt x="5523" y="4005"/>
                  </a:cubicBezTo>
                  <a:cubicBezTo>
                    <a:pt x="5483" y="4005"/>
                    <a:pt x="5456" y="4020"/>
                    <a:pt x="5438" y="4040"/>
                  </a:cubicBezTo>
                  <a:cubicBezTo>
                    <a:pt x="5412" y="4063"/>
                    <a:pt x="5396" y="4100"/>
                    <a:pt x="5402" y="4132"/>
                  </a:cubicBezTo>
                  <a:cubicBezTo>
                    <a:pt x="5395" y="4184"/>
                    <a:pt x="5403" y="4232"/>
                    <a:pt x="5403" y="4232"/>
                  </a:cubicBezTo>
                  <a:cubicBezTo>
                    <a:pt x="5300" y="4336"/>
                    <a:pt x="5011" y="5153"/>
                    <a:pt x="4928" y="5285"/>
                  </a:cubicBezTo>
                  <a:cubicBezTo>
                    <a:pt x="4847" y="5416"/>
                    <a:pt x="4775" y="5431"/>
                    <a:pt x="4775" y="5431"/>
                  </a:cubicBezTo>
                  <a:cubicBezTo>
                    <a:pt x="4775" y="5431"/>
                    <a:pt x="4694" y="5237"/>
                    <a:pt x="4602" y="5122"/>
                  </a:cubicBezTo>
                  <a:cubicBezTo>
                    <a:pt x="4538" y="5040"/>
                    <a:pt x="4343" y="5008"/>
                    <a:pt x="4188" y="5008"/>
                  </a:cubicBezTo>
                  <a:cubicBezTo>
                    <a:pt x="4123" y="5008"/>
                    <a:pt x="4066" y="5014"/>
                    <a:pt x="4027" y="5023"/>
                  </a:cubicBezTo>
                  <a:cubicBezTo>
                    <a:pt x="3894" y="5054"/>
                    <a:pt x="3853" y="5188"/>
                    <a:pt x="3773" y="5306"/>
                  </a:cubicBezTo>
                  <a:cubicBezTo>
                    <a:pt x="3693" y="5424"/>
                    <a:pt x="3665" y="5708"/>
                    <a:pt x="3683" y="5766"/>
                  </a:cubicBezTo>
                  <a:cubicBezTo>
                    <a:pt x="3699" y="5823"/>
                    <a:pt x="3665" y="5840"/>
                    <a:pt x="3665" y="5955"/>
                  </a:cubicBezTo>
                  <a:cubicBezTo>
                    <a:pt x="3665" y="6072"/>
                    <a:pt x="3779" y="6218"/>
                    <a:pt x="3779" y="6218"/>
                  </a:cubicBezTo>
                  <a:cubicBezTo>
                    <a:pt x="3753" y="6218"/>
                    <a:pt x="3695" y="6229"/>
                    <a:pt x="3668" y="6235"/>
                  </a:cubicBezTo>
                  <a:cubicBezTo>
                    <a:pt x="3664" y="6237"/>
                    <a:pt x="3660" y="6237"/>
                    <a:pt x="3655" y="6238"/>
                  </a:cubicBezTo>
                  <a:cubicBezTo>
                    <a:pt x="3621" y="6225"/>
                    <a:pt x="3584" y="6220"/>
                    <a:pt x="3547" y="6220"/>
                  </a:cubicBezTo>
                  <a:cubicBezTo>
                    <a:pt x="3366" y="6220"/>
                    <a:pt x="3172" y="6351"/>
                    <a:pt x="3127" y="6395"/>
                  </a:cubicBezTo>
                  <a:cubicBezTo>
                    <a:pt x="3073" y="6451"/>
                    <a:pt x="2915" y="6623"/>
                    <a:pt x="2848" y="6662"/>
                  </a:cubicBezTo>
                  <a:cubicBezTo>
                    <a:pt x="2783" y="6701"/>
                    <a:pt x="2698" y="6682"/>
                    <a:pt x="2483" y="6752"/>
                  </a:cubicBezTo>
                  <a:cubicBezTo>
                    <a:pt x="2269" y="6822"/>
                    <a:pt x="2100" y="7023"/>
                    <a:pt x="2100" y="7023"/>
                  </a:cubicBezTo>
                  <a:cubicBezTo>
                    <a:pt x="2086" y="6990"/>
                    <a:pt x="2066" y="6978"/>
                    <a:pt x="2046" y="6977"/>
                  </a:cubicBezTo>
                  <a:cubicBezTo>
                    <a:pt x="2032" y="6963"/>
                    <a:pt x="2015" y="6952"/>
                    <a:pt x="1998" y="6952"/>
                  </a:cubicBezTo>
                  <a:cubicBezTo>
                    <a:pt x="1994" y="6952"/>
                    <a:pt x="1991" y="6952"/>
                    <a:pt x="1987" y="6953"/>
                  </a:cubicBezTo>
                  <a:cubicBezTo>
                    <a:pt x="1977" y="6956"/>
                    <a:pt x="1968" y="6964"/>
                    <a:pt x="1963" y="6974"/>
                  </a:cubicBezTo>
                  <a:cubicBezTo>
                    <a:pt x="1912" y="6870"/>
                    <a:pt x="1661" y="6669"/>
                    <a:pt x="1562" y="6596"/>
                  </a:cubicBezTo>
                  <a:cubicBezTo>
                    <a:pt x="1456" y="6515"/>
                    <a:pt x="1381" y="6387"/>
                    <a:pt x="1346" y="6311"/>
                  </a:cubicBezTo>
                  <a:cubicBezTo>
                    <a:pt x="1311" y="6234"/>
                    <a:pt x="1180" y="6098"/>
                    <a:pt x="1126" y="6020"/>
                  </a:cubicBezTo>
                  <a:cubicBezTo>
                    <a:pt x="1074" y="5941"/>
                    <a:pt x="1035" y="5845"/>
                    <a:pt x="1035" y="5772"/>
                  </a:cubicBezTo>
                  <a:cubicBezTo>
                    <a:pt x="1035" y="5701"/>
                    <a:pt x="975" y="5562"/>
                    <a:pt x="975" y="5508"/>
                  </a:cubicBezTo>
                  <a:cubicBezTo>
                    <a:pt x="975" y="5454"/>
                    <a:pt x="1033" y="5380"/>
                    <a:pt x="1058" y="5355"/>
                  </a:cubicBezTo>
                  <a:cubicBezTo>
                    <a:pt x="1083" y="5331"/>
                    <a:pt x="1058" y="5285"/>
                    <a:pt x="1035" y="5262"/>
                  </a:cubicBezTo>
                  <a:cubicBezTo>
                    <a:pt x="1028" y="5256"/>
                    <a:pt x="1016" y="5253"/>
                    <a:pt x="1001" y="5253"/>
                  </a:cubicBezTo>
                  <a:cubicBezTo>
                    <a:pt x="961" y="5253"/>
                    <a:pt x="899" y="5274"/>
                    <a:pt x="867" y="5306"/>
                  </a:cubicBezTo>
                  <a:cubicBezTo>
                    <a:pt x="823" y="5349"/>
                    <a:pt x="818" y="5435"/>
                    <a:pt x="818" y="5475"/>
                  </a:cubicBezTo>
                  <a:cubicBezTo>
                    <a:pt x="818" y="5497"/>
                    <a:pt x="818" y="5513"/>
                    <a:pt x="802" y="5513"/>
                  </a:cubicBezTo>
                  <a:cubicBezTo>
                    <a:pt x="789" y="5513"/>
                    <a:pt x="766" y="5503"/>
                    <a:pt x="724" y="5475"/>
                  </a:cubicBezTo>
                  <a:cubicBezTo>
                    <a:pt x="631" y="5414"/>
                    <a:pt x="490" y="5097"/>
                    <a:pt x="465" y="5038"/>
                  </a:cubicBezTo>
                  <a:cubicBezTo>
                    <a:pt x="446" y="4992"/>
                    <a:pt x="405" y="4965"/>
                    <a:pt x="376" y="4965"/>
                  </a:cubicBezTo>
                  <a:cubicBezTo>
                    <a:pt x="368" y="4965"/>
                    <a:pt x="361" y="4967"/>
                    <a:pt x="356" y="4972"/>
                  </a:cubicBezTo>
                  <a:cubicBezTo>
                    <a:pt x="334" y="4994"/>
                    <a:pt x="346" y="5028"/>
                    <a:pt x="351" y="5054"/>
                  </a:cubicBezTo>
                  <a:cubicBezTo>
                    <a:pt x="362" y="5093"/>
                    <a:pt x="394" y="5199"/>
                    <a:pt x="477" y="5339"/>
                  </a:cubicBezTo>
                  <a:cubicBezTo>
                    <a:pt x="490" y="5361"/>
                    <a:pt x="488" y="5370"/>
                    <a:pt x="478" y="5370"/>
                  </a:cubicBezTo>
                  <a:cubicBezTo>
                    <a:pt x="461" y="5370"/>
                    <a:pt x="420" y="5341"/>
                    <a:pt x="398" y="5309"/>
                  </a:cubicBezTo>
                  <a:cubicBezTo>
                    <a:pt x="366" y="5256"/>
                    <a:pt x="264" y="5128"/>
                    <a:pt x="228" y="5099"/>
                  </a:cubicBezTo>
                  <a:cubicBezTo>
                    <a:pt x="219" y="5091"/>
                    <a:pt x="197" y="5076"/>
                    <a:pt x="178" y="5076"/>
                  </a:cubicBezTo>
                  <a:cubicBezTo>
                    <a:pt x="167" y="5076"/>
                    <a:pt x="157" y="5081"/>
                    <a:pt x="152" y="5096"/>
                  </a:cubicBezTo>
                  <a:cubicBezTo>
                    <a:pt x="146" y="5114"/>
                    <a:pt x="223" y="5268"/>
                    <a:pt x="273" y="5339"/>
                  </a:cubicBezTo>
                  <a:cubicBezTo>
                    <a:pt x="304" y="5383"/>
                    <a:pt x="358" y="5469"/>
                    <a:pt x="339" y="5469"/>
                  </a:cubicBezTo>
                  <a:cubicBezTo>
                    <a:pt x="328" y="5469"/>
                    <a:pt x="291" y="5438"/>
                    <a:pt x="207" y="5349"/>
                  </a:cubicBezTo>
                  <a:cubicBezTo>
                    <a:pt x="154" y="5293"/>
                    <a:pt x="98" y="5237"/>
                    <a:pt x="58" y="5237"/>
                  </a:cubicBezTo>
                  <a:cubicBezTo>
                    <a:pt x="51" y="5237"/>
                    <a:pt x="45" y="5239"/>
                    <a:pt x="40" y="5242"/>
                  </a:cubicBezTo>
                  <a:cubicBezTo>
                    <a:pt x="0" y="5264"/>
                    <a:pt x="57" y="5325"/>
                    <a:pt x="57" y="5325"/>
                  </a:cubicBezTo>
                  <a:lnTo>
                    <a:pt x="271" y="5612"/>
                  </a:lnTo>
                  <a:cubicBezTo>
                    <a:pt x="227" y="5590"/>
                    <a:pt x="70" y="5472"/>
                    <a:pt x="38" y="5472"/>
                  </a:cubicBezTo>
                  <a:cubicBezTo>
                    <a:pt x="36" y="5472"/>
                    <a:pt x="35" y="5472"/>
                    <a:pt x="34" y="5473"/>
                  </a:cubicBezTo>
                  <a:cubicBezTo>
                    <a:pt x="18" y="5489"/>
                    <a:pt x="5" y="5497"/>
                    <a:pt x="25" y="5530"/>
                  </a:cubicBezTo>
                  <a:cubicBezTo>
                    <a:pt x="35" y="5546"/>
                    <a:pt x="155" y="5667"/>
                    <a:pt x="228" y="5740"/>
                  </a:cubicBezTo>
                  <a:cubicBezTo>
                    <a:pt x="301" y="5811"/>
                    <a:pt x="303" y="5865"/>
                    <a:pt x="368" y="5929"/>
                  </a:cubicBezTo>
                  <a:cubicBezTo>
                    <a:pt x="432" y="5993"/>
                    <a:pt x="583" y="6119"/>
                    <a:pt x="678" y="6152"/>
                  </a:cubicBezTo>
                  <a:cubicBezTo>
                    <a:pt x="772" y="6186"/>
                    <a:pt x="781" y="6272"/>
                    <a:pt x="925" y="6524"/>
                  </a:cubicBezTo>
                  <a:cubicBezTo>
                    <a:pt x="1070" y="6776"/>
                    <a:pt x="1454" y="7320"/>
                    <a:pt x="1598" y="7502"/>
                  </a:cubicBezTo>
                  <a:cubicBezTo>
                    <a:pt x="1692" y="7619"/>
                    <a:pt x="1787" y="7640"/>
                    <a:pt x="1842" y="7640"/>
                  </a:cubicBezTo>
                  <a:cubicBezTo>
                    <a:pt x="1873" y="7640"/>
                    <a:pt x="1891" y="7634"/>
                    <a:pt x="1891" y="7634"/>
                  </a:cubicBezTo>
                  <a:cubicBezTo>
                    <a:pt x="1907" y="7682"/>
                    <a:pt x="1946" y="7698"/>
                    <a:pt x="1986" y="7698"/>
                  </a:cubicBezTo>
                  <a:cubicBezTo>
                    <a:pt x="2032" y="7698"/>
                    <a:pt x="2079" y="7677"/>
                    <a:pt x="2094" y="7663"/>
                  </a:cubicBezTo>
                  <a:cubicBezTo>
                    <a:pt x="2120" y="7636"/>
                    <a:pt x="2110" y="7602"/>
                    <a:pt x="2110" y="7602"/>
                  </a:cubicBezTo>
                  <a:cubicBezTo>
                    <a:pt x="2110" y="7602"/>
                    <a:pt x="2655" y="7519"/>
                    <a:pt x="2832" y="7494"/>
                  </a:cubicBezTo>
                  <a:cubicBezTo>
                    <a:pt x="3010" y="7469"/>
                    <a:pt x="3253" y="7250"/>
                    <a:pt x="3253" y="7250"/>
                  </a:cubicBezTo>
                  <a:cubicBezTo>
                    <a:pt x="3253" y="7250"/>
                    <a:pt x="3265" y="7299"/>
                    <a:pt x="3282" y="7364"/>
                  </a:cubicBezTo>
                  <a:cubicBezTo>
                    <a:pt x="3301" y="7476"/>
                    <a:pt x="3325" y="7587"/>
                    <a:pt x="3355" y="7689"/>
                  </a:cubicBezTo>
                  <a:cubicBezTo>
                    <a:pt x="3380" y="7771"/>
                    <a:pt x="3406" y="7854"/>
                    <a:pt x="3428" y="7929"/>
                  </a:cubicBezTo>
                  <a:cubicBezTo>
                    <a:pt x="3476" y="8124"/>
                    <a:pt x="3521" y="8328"/>
                    <a:pt x="3517" y="8384"/>
                  </a:cubicBezTo>
                  <a:cubicBezTo>
                    <a:pt x="3499" y="8385"/>
                    <a:pt x="3483" y="8386"/>
                    <a:pt x="3469" y="8386"/>
                  </a:cubicBezTo>
                  <a:cubicBezTo>
                    <a:pt x="3463" y="8386"/>
                    <a:pt x="3458" y="8386"/>
                    <a:pt x="3453" y="8385"/>
                  </a:cubicBezTo>
                  <a:cubicBezTo>
                    <a:pt x="3445" y="8385"/>
                    <a:pt x="3438" y="8384"/>
                    <a:pt x="3429" y="8384"/>
                  </a:cubicBezTo>
                  <a:cubicBezTo>
                    <a:pt x="3352" y="8384"/>
                    <a:pt x="3244" y="8414"/>
                    <a:pt x="3182" y="8452"/>
                  </a:cubicBezTo>
                  <a:cubicBezTo>
                    <a:pt x="3157" y="8455"/>
                    <a:pt x="3131" y="8457"/>
                    <a:pt x="3105" y="8460"/>
                  </a:cubicBezTo>
                  <a:cubicBezTo>
                    <a:pt x="3038" y="8467"/>
                    <a:pt x="2995" y="8471"/>
                    <a:pt x="2966" y="8476"/>
                  </a:cubicBezTo>
                  <a:cubicBezTo>
                    <a:pt x="2953" y="8471"/>
                    <a:pt x="2940" y="8467"/>
                    <a:pt x="2930" y="8461"/>
                  </a:cubicBezTo>
                  <a:cubicBezTo>
                    <a:pt x="2912" y="8451"/>
                    <a:pt x="2894" y="8447"/>
                    <a:pt x="2877" y="8447"/>
                  </a:cubicBezTo>
                  <a:cubicBezTo>
                    <a:pt x="2838" y="8447"/>
                    <a:pt x="2800" y="8470"/>
                    <a:pt x="2767" y="8508"/>
                  </a:cubicBezTo>
                  <a:cubicBezTo>
                    <a:pt x="2753" y="8524"/>
                    <a:pt x="2733" y="8531"/>
                    <a:pt x="2709" y="8531"/>
                  </a:cubicBezTo>
                  <a:cubicBezTo>
                    <a:pt x="2690" y="8531"/>
                    <a:pt x="2668" y="8527"/>
                    <a:pt x="2646" y="8521"/>
                  </a:cubicBezTo>
                  <a:cubicBezTo>
                    <a:pt x="2602" y="8499"/>
                    <a:pt x="2557" y="8477"/>
                    <a:pt x="2510" y="8468"/>
                  </a:cubicBezTo>
                  <a:cubicBezTo>
                    <a:pt x="2496" y="8466"/>
                    <a:pt x="2485" y="8464"/>
                    <a:pt x="2474" y="8464"/>
                  </a:cubicBezTo>
                  <a:cubicBezTo>
                    <a:pt x="2450" y="8464"/>
                    <a:pt x="2435" y="8471"/>
                    <a:pt x="2427" y="8481"/>
                  </a:cubicBezTo>
                  <a:cubicBezTo>
                    <a:pt x="2421" y="8486"/>
                    <a:pt x="2417" y="8490"/>
                    <a:pt x="2417" y="8493"/>
                  </a:cubicBezTo>
                  <a:cubicBezTo>
                    <a:pt x="2417" y="8494"/>
                    <a:pt x="2419" y="8494"/>
                    <a:pt x="2419" y="8494"/>
                  </a:cubicBezTo>
                  <a:cubicBezTo>
                    <a:pt x="2411" y="8516"/>
                    <a:pt x="2416" y="8547"/>
                    <a:pt x="2416" y="8576"/>
                  </a:cubicBezTo>
                  <a:cubicBezTo>
                    <a:pt x="2416" y="8637"/>
                    <a:pt x="2378" y="8696"/>
                    <a:pt x="2378" y="8696"/>
                  </a:cubicBezTo>
                  <a:cubicBezTo>
                    <a:pt x="2378" y="8696"/>
                    <a:pt x="1995" y="8831"/>
                    <a:pt x="1871" y="8864"/>
                  </a:cubicBezTo>
                  <a:cubicBezTo>
                    <a:pt x="1747" y="8898"/>
                    <a:pt x="1644" y="9000"/>
                    <a:pt x="1585" y="9198"/>
                  </a:cubicBezTo>
                  <a:cubicBezTo>
                    <a:pt x="1529" y="9396"/>
                    <a:pt x="1743" y="9583"/>
                    <a:pt x="1887" y="9583"/>
                  </a:cubicBezTo>
                  <a:cubicBezTo>
                    <a:pt x="2031" y="9583"/>
                    <a:pt x="2117" y="9597"/>
                    <a:pt x="2200" y="9682"/>
                  </a:cubicBezTo>
                  <a:cubicBezTo>
                    <a:pt x="2286" y="9766"/>
                    <a:pt x="2646" y="9846"/>
                    <a:pt x="2918" y="9846"/>
                  </a:cubicBezTo>
                  <a:cubicBezTo>
                    <a:pt x="3191" y="9846"/>
                    <a:pt x="3635" y="9992"/>
                    <a:pt x="3635" y="9992"/>
                  </a:cubicBezTo>
                  <a:lnTo>
                    <a:pt x="3635" y="10611"/>
                  </a:lnTo>
                  <a:cubicBezTo>
                    <a:pt x="3635" y="10999"/>
                    <a:pt x="3821" y="11908"/>
                    <a:pt x="3821" y="11908"/>
                  </a:cubicBezTo>
                  <a:lnTo>
                    <a:pt x="3770" y="11989"/>
                  </a:lnTo>
                  <a:cubicBezTo>
                    <a:pt x="3770" y="12707"/>
                    <a:pt x="4266" y="13096"/>
                    <a:pt x="4471" y="13227"/>
                  </a:cubicBezTo>
                  <a:cubicBezTo>
                    <a:pt x="4569" y="13290"/>
                    <a:pt x="4727" y="13306"/>
                    <a:pt x="4867" y="13306"/>
                  </a:cubicBezTo>
                  <a:cubicBezTo>
                    <a:pt x="5023" y="13306"/>
                    <a:pt x="5157" y="13286"/>
                    <a:pt x="5157" y="13286"/>
                  </a:cubicBezTo>
                  <a:cubicBezTo>
                    <a:pt x="5338" y="13468"/>
                    <a:pt x="6452" y="13677"/>
                    <a:pt x="6452" y="13677"/>
                  </a:cubicBezTo>
                  <a:cubicBezTo>
                    <a:pt x="6427" y="13702"/>
                    <a:pt x="6486" y="13736"/>
                    <a:pt x="6486" y="13736"/>
                  </a:cubicBezTo>
                  <a:cubicBezTo>
                    <a:pt x="6556" y="13736"/>
                    <a:pt x="7014" y="13868"/>
                    <a:pt x="7014" y="13868"/>
                  </a:cubicBezTo>
                  <a:cubicBezTo>
                    <a:pt x="7014" y="13868"/>
                    <a:pt x="7065" y="13915"/>
                    <a:pt x="7157" y="13944"/>
                  </a:cubicBezTo>
                  <a:cubicBezTo>
                    <a:pt x="7248" y="13973"/>
                    <a:pt x="7125" y="13975"/>
                    <a:pt x="7125" y="14044"/>
                  </a:cubicBezTo>
                  <a:cubicBezTo>
                    <a:pt x="7125" y="14072"/>
                    <a:pt x="7154" y="14078"/>
                    <a:pt x="7189" y="14078"/>
                  </a:cubicBezTo>
                  <a:cubicBezTo>
                    <a:pt x="7218" y="14078"/>
                    <a:pt x="7251" y="14074"/>
                    <a:pt x="7277" y="14074"/>
                  </a:cubicBezTo>
                  <a:cubicBezTo>
                    <a:pt x="7300" y="14074"/>
                    <a:pt x="7316" y="14078"/>
                    <a:pt x="7316" y="14091"/>
                  </a:cubicBezTo>
                  <a:cubicBezTo>
                    <a:pt x="7316" y="14136"/>
                    <a:pt x="7400" y="14369"/>
                    <a:pt x="7467" y="14438"/>
                  </a:cubicBezTo>
                  <a:cubicBezTo>
                    <a:pt x="7532" y="14501"/>
                    <a:pt x="7587" y="14759"/>
                    <a:pt x="7626" y="14759"/>
                  </a:cubicBezTo>
                  <a:cubicBezTo>
                    <a:pt x="7629" y="14759"/>
                    <a:pt x="7631" y="14758"/>
                    <a:pt x="7634" y="14755"/>
                  </a:cubicBezTo>
                  <a:cubicBezTo>
                    <a:pt x="7673" y="14716"/>
                    <a:pt x="7530" y="14334"/>
                    <a:pt x="7530" y="14334"/>
                  </a:cubicBezTo>
                  <a:lnTo>
                    <a:pt x="7530" y="14334"/>
                  </a:lnTo>
                  <a:cubicBezTo>
                    <a:pt x="7530" y="14334"/>
                    <a:pt x="7625" y="14375"/>
                    <a:pt x="7719" y="14425"/>
                  </a:cubicBezTo>
                  <a:cubicBezTo>
                    <a:pt x="7729" y="14430"/>
                    <a:pt x="7737" y="14432"/>
                    <a:pt x="7743" y="14432"/>
                  </a:cubicBezTo>
                  <a:cubicBezTo>
                    <a:pt x="7788" y="14432"/>
                    <a:pt x="7729" y="14299"/>
                    <a:pt x="7747" y="14299"/>
                  </a:cubicBezTo>
                  <a:cubicBezTo>
                    <a:pt x="7750" y="14299"/>
                    <a:pt x="7755" y="14302"/>
                    <a:pt x="7762" y="14310"/>
                  </a:cubicBezTo>
                  <a:cubicBezTo>
                    <a:pt x="7821" y="14369"/>
                    <a:pt x="8066" y="14562"/>
                    <a:pt x="8129" y="14656"/>
                  </a:cubicBezTo>
                  <a:cubicBezTo>
                    <a:pt x="8190" y="14751"/>
                    <a:pt x="8352" y="14814"/>
                    <a:pt x="8467" y="14814"/>
                  </a:cubicBezTo>
                  <a:cubicBezTo>
                    <a:pt x="8583" y="14814"/>
                    <a:pt x="8583" y="14544"/>
                    <a:pt x="8583" y="14326"/>
                  </a:cubicBezTo>
                  <a:cubicBezTo>
                    <a:pt x="8582" y="14106"/>
                    <a:pt x="8430" y="13864"/>
                    <a:pt x="8337" y="13771"/>
                  </a:cubicBezTo>
                  <a:cubicBezTo>
                    <a:pt x="8245" y="13677"/>
                    <a:pt x="8235" y="13581"/>
                    <a:pt x="8189" y="13453"/>
                  </a:cubicBezTo>
                  <a:cubicBezTo>
                    <a:pt x="8143" y="13325"/>
                    <a:pt x="8017" y="13111"/>
                    <a:pt x="7880" y="13032"/>
                  </a:cubicBezTo>
                  <a:cubicBezTo>
                    <a:pt x="7855" y="13018"/>
                    <a:pt x="7829" y="13012"/>
                    <a:pt x="7800" y="13012"/>
                  </a:cubicBezTo>
                  <a:cubicBezTo>
                    <a:pt x="7671" y="13012"/>
                    <a:pt x="7516" y="13137"/>
                    <a:pt x="7456" y="13166"/>
                  </a:cubicBezTo>
                  <a:cubicBezTo>
                    <a:pt x="7384" y="13201"/>
                    <a:pt x="7384" y="13239"/>
                    <a:pt x="7301" y="13239"/>
                  </a:cubicBezTo>
                  <a:cubicBezTo>
                    <a:pt x="7218" y="13239"/>
                    <a:pt x="7162" y="13304"/>
                    <a:pt x="7162" y="13304"/>
                  </a:cubicBezTo>
                  <a:cubicBezTo>
                    <a:pt x="7099" y="13304"/>
                    <a:pt x="6653" y="13156"/>
                    <a:pt x="6604" y="13118"/>
                  </a:cubicBezTo>
                  <a:cubicBezTo>
                    <a:pt x="6594" y="13111"/>
                    <a:pt x="6588" y="13108"/>
                    <a:pt x="6585" y="13108"/>
                  </a:cubicBezTo>
                  <a:cubicBezTo>
                    <a:pt x="6575" y="13108"/>
                    <a:pt x="6593" y="13139"/>
                    <a:pt x="6601" y="13152"/>
                  </a:cubicBezTo>
                  <a:lnTo>
                    <a:pt x="6595" y="13152"/>
                  </a:lnTo>
                  <a:cubicBezTo>
                    <a:pt x="6525" y="13125"/>
                    <a:pt x="6078" y="12946"/>
                    <a:pt x="5960" y="12908"/>
                  </a:cubicBezTo>
                  <a:cubicBezTo>
                    <a:pt x="5832" y="12867"/>
                    <a:pt x="5763" y="12723"/>
                    <a:pt x="5664" y="12656"/>
                  </a:cubicBezTo>
                  <a:cubicBezTo>
                    <a:pt x="5632" y="12635"/>
                    <a:pt x="5580" y="12628"/>
                    <a:pt x="5524" y="12628"/>
                  </a:cubicBezTo>
                  <a:cubicBezTo>
                    <a:pt x="5404" y="12628"/>
                    <a:pt x="5265" y="12661"/>
                    <a:pt x="5265" y="12661"/>
                  </a:cubicBezTo>
                  <a:lnTo>
                    <a:pt x="5265" y="12620"/>
                  </a:lnTo>
                  <a:cubicBezTo>
                    <a:pt x="5265" y="12582"/>
                    <a:pt x="4930" y="12458"/>
                    <a:pt x="4843" y="12458"/>
                  </a:cubicBezTo>
                  <a:cubicBezTo>
                    <a:pt x="4757" y="12458"/>
                    <a:pt x="4774" y="12008"/>
                    <a:pt x="4774" y="12008"/>
                  </a:cubicBezTo>
                  <a:lnTo>
                    <a:pt x="4810" y="11988"/>
                  </a:lnTo>
                  <a:cubicBezTo>
                    <a:pt x="4810" y="11988"/>
                    <a:pt x="4716" y="11988"/>
                    <a:pt x="4808" y="11852"/>
                  </a:cubicBezTo>
                  <a:cubicBezTo>
                    <a:pt x="4898" y="11715"/>
                    <a:pt x="4940" y="10865"/>
                    <a:pt x="4940" y="10865"/>
                  </a:cubicBezTo>
                  <a:cubicBezTo>
                    <a:pt x="4940" y="10865"/>
                    <a:pt x="4946" y="10937"/>
                    <a:pt x="5006" y="10997"/>
                  </a:cubicBezTo>
                  <a:cubicBezTo>
                    <a:pt x="5057" y="11047"/>
                    <a:pt x="5214" y="11118"/>
                    <a:pt x="5309" y="11118"/>
                  </a:cubicBezTo>
                  <a:cubicBezTo>
                    <a:pt x="5328" y="11118"/>
                    <a:pt x="5344" y="11115"/>
                    <a:pt x="5357" y="11109"/>
                  </a:cubicBezTo>
                  <a:cubicBezTo>
                    <a:pt x="5435" y="11071"/>
                    <a:pt x="5510" y="10889"/>
                    <a:pt x="5510" y="10812"/>
                  </a:cubicBezTo>
                  <a:cubicBezTo>
                    <a:pt x="5510" y="10733"/>
                    <a:pt x="5597" y="10556"/>
                    <a:pt x="5680" y="10428"/>
                  </a:cubicBezTo>
                  <a:cubicBezTo>
                    <a:pt x="5762" y="10299"/>
                    <a:pt x="5766" y="10168"/>
                    <a:pt x="5766" y="10076"/>
                  </a:cubicBezTo>
                  <a:cubicBezTo>
                    <a:pt x="5766" y="10010"/>
                    <a:pt x="5694" y="10001"/>
                    <a:pt x="5656" y="10001"/>
                  </a:cubicBezTo>
                  <a:cubicBezTo>
                    <a:pt x="5643" y="10001"/>
                    <a:pt x="5633" y="10002"/>
                    <a:pt x="5633" y="10002"/>
                  </a:cubicBezTo>
                  <a:cubicBezTo>
                    <a:pt x="5534" y="9937"/>
                    <a:pt x="5304" y="9932"/>
                    <a:pt x="5304" y="9932"/>
                  </a:cubicBezTo>
                  <a:cubicBezTo>
                    <a:pt x="5543" y="9478"/>
                    <a:pt x="5287" y="8669"/>
                    <a:pt x="5287" y="8669"/>
                  </a:cubicBezTo>
                  <a:cubicBezTo>
                    <a:pt x="5287" y="8669"/>
                    <a:pt x="5291" y="8467"/>
                    <a:pt x="5196" y="8372"/>
                  </a:cubicBezTo>
                  <a:cubicBezTo>
                    <a:pt x="5102" y="8277"/>
                    <a:pt x="5280" y="7985"/>
                    <a:pt x="5387" y="7769"/>
                  </a:cubicBezTo>
                  <a:cubicBezTo>
                    <a:pt x="5494" y="7555"/>
                    <a:pt x="5453" y="7175"/>
                    <a:pt x="5453" y="7175"/>
                  </a:cubicBezTo>
                  <a:cubicBezTo>
                    <a:pt x="5708" y="7175"/>
                    <a:pt x="5329" y="6621"/>
                    <a:pt x="5329" y="6621"/>
                  </a:cubicBezTo>
                  <a:cubicBezTo>
                    <a:pt x="5329" y="6621"/>
                    <a:pt x="5345" y="6411"/>
                    <a:pt x="5345" y="6317"/>
                  </a:cubicBezTo>
                  <a:cubicBezTo>
                    <a:pt x="5345" y="6222"/>
                    <a:pt x="5514" y="5921"/>
                    <a:pt x="5543" y="5833"/>
                  </a:cubicBezTo>
                  <a:cubicBezTo>
                    <a:pt x="5572" y="5747"/>
                    <a:pt x="5597" y="5631"/>
                    <a:pt x="5667" y="5507"/>
                  </a:cubicBezTo>
                  <a:cubicBezTo>
                    <a:pt x="5737" y="5383"/>
                    <a:pt x="5977" y="4505"/>
                    <a:pt x="5977" y="4505"/>
                  </a:cubicBezTo>
                  <a:cubicBezTo>
                    <a:pt x="6111" y="4411"/>
                    <a:pt x="6034" y="4299"/>
                    <a:pt x="6034" y="4299"/>
                  </a:cubicBezTo>
                  <a:cubicBezTo>
                    <a:pt x="6034" y="4299"/>
                    <a:pt x="6092" y="4239"/>
                    <a:pt x="6239" y="4044"/>
                  </a:cubicBezTo>
                  <a:cubicBezTo>
                    <a:pt x="6385" y="3848"/>
                    <a:pt x="6455" y="3664"/>
                    <a:pt x="6518" y="3569"/>
                  </a:cubicBezTo>
                  <a:cubicBezTo>
                    <a:pt x="6579" y="3475"/>
                    <a:pt x="6662" y="3380"/>
                    <a:pt x="6691" y="3258"/>
                  </a:cubicBezTo>
                  <a:cubicBezTo>
                    <a:pt x="6720" y="3135"/>
                    <a:pt x="6864" y="2789"/>
                    <a:pt x="6905" y="2692"/>
                  </a:cubicBezTo>
                  <a:cubicBezTo>
                    <a:pt x="6947" y="2595"/>
                    <a:pt x="7014" y="2496"/>
                    <a:pt x="7014" y="2432"/>
                  </a:cubicBezTo>
                  <a:cubicBezTo>
                    <a:pt x="7014" y="2368"/>
                    <a:pt x="7083" y="2244"/>
                    <a:pt x="7122" y="2162"/>
                  </a:cubicBezTo>
                  <a:cubicBezTo>
                    <a:pt x="7162" y="2079"/>
                    <a:pt x="7179" y="1954"/>
                    <a:pt x="7179" y="1869"/>
                  </a:cubicBezTo>
                  <a:cubicBezTo>
                    <a:pt x="7179" y="1791"/>
                    <a:pt x="7176" y="1696"/>
                    <a:pt x="7210" y="1491"/>
                  </a:cubicBezTo>
                  <a:cubicBezTo>
                    <a:pt x="7239" y="1312"/>
                    <a:pt x="7157" y="1277"/>
                    <a:pt x="7157" y="1277"/>
                  </a:cubicBezTo>
                  <a:cubicBezTo>
                    <a:pt x="7162" y="1236"/>
                    <a:pt x="7153" y="1201"/>
                    <a:pt x="7140" y="1175"/>
                  </a:cubicBezTo>
                  <a:cubicBezTo>
                    <a:pt x="7188" y="1068"/>
                    <a:pt x="7215" y="952"/>
                    <a:pt x="7215" y="828"/>
                  </a:cubicBezTo>
                  <a:cubicBezTo>
                    <a:pt x="7215" y="372"/>
                    <a:pt x="6845" y="1"/>
                    <a:pt x="638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42"/>
            <p:cNvSpPr/>
            <p:nvPr/>
          </p:nvSpPr>
          <p:spPr>
            <a:xfrm>
              <a:off x="5107100" y="2230681"/>
              <a:ext cx="234300" cy="2343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43"/>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graphicFrame>
        <p:nvGraphicFramePr>
          <p:cNvPr id="1021" name="Google Shape;1021;p43"/>
          <p:cNvGraphicFramePr/>
          <p:nvPr/>
        </p:nvGraphicFramePr>
        <p:xfrm>
          <a:off x="705900" y="1403010"/>
          <a:ext cx="3000000" cy="3000000"/>
        </p:xfrm>
        <a:graphic>
          <a:graphicData uri="http://schemas.openxmlformats.org/drawingml/2006/table">
            <a:tbl>
              <a:tblPr>
                <a:noFill/>
                <a:tableStyleId>{42F52E1E-71C8-41E8-9905-C88289EF3109}</a:tableStyleId>
              </a:tblPr>
              <a:tblGrid>
                <a:gridCol w="1287475"/>
                <a:gridCol w="1287475"/>
                <a:gridCol w="1287475"/>
                <a:gridCol w="1287475"/>
                <a:gridCol w="1287475"/>
                <a:gridCol w="1287475"/>
              </a:tblGrid>
              <a:tr h="583275">
                <a:tc>
                  <a:txBody>
                    <a:bodyPr/>
                    <a:lstStyle/>
                    <a:p>
                      <a:pPr indent="0" lvl="0" marL="0" marR="0" rtl="0" algn="ctr">
                        <a:lnSpc>
                          <a:spcPct val="100000"/>
                        </a:lnSpc>
                        <a:spcBef>
                          <a:spcPts val="0"/>
                        </a:spcBef>
                        <a:spcAft>
                          <a:spcPts val="0"/>
                        </a:spcAft>
                        <a:buNone/>
                      </a:pPr>
                      <a:r>
                        <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MON</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TUE</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WED</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THU</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FRI</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583275">
                <a:tc>
                  <a:txBody>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WEEK 1</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Bouncing</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Passing</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Dribble</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Rebound</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Shoot</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583275">
                <a:tc>
                  <a:txBody>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WEEK 2</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Faults 1</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Three-point</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Two-point</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Layup</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Defense</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583275">
                <a:tc>
                  <a:txBody>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WEEK 3</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Zone</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600">
                          <a:solidFill>
                            <a:schemeClr val="lt1"/>
                          </a:solidFill>
                          <a:latin typeface="Dosis"/>
                          <a:ea typeface="Dosis"/>
                          <a:cs typeface="Dosis"/>
                          <a:sym typeface="Dosis"/>
                        </a:rPr>
                        <a:t>Man to man</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Counter</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Faults 2</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Dunk</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583275">
                <a:tc>
                  <a:txBody>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WEEK 4</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Assist</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lang="en" sz="1600">
                          <a:solidFill>
                            <a:schemeClr val="lt1"/>
                          </a:solidFill>
                          <a:latin typeface="Dosis"/>
                          <a:ea typeface="Dosis"/>
                          <a:cs typeface="Dosis"/>
                          <a:sym typeface="Dosis"/>
                        </a:rPr>
                        <a:t>Passing</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Rebound</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600">
                          <a:solidFill>
                            <a:schemeClr val="lt1"/>
                          </a:solidFill>
                          <a:latin typeface="Dosis"/>
                          <a:ea typeface="Dosis"/>
                          <a:cs typeface="Dosis"/>
                          <a:sym typeface="Dosis"/>
                        </a:rPr>
                        <a:t>Free throw</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600">
                          <a:solidFill>
                            <a:schemeClr val="lt1"/>
                          </a:solidFill>
                          <a:latin typeface="Dosis"/>
                          <a:ea typeface="Dosis"/>
                          <a:cs typeface="Dosis"/>
                          <a:sym typeface="Dosis"/>
                        </a:rPr>
                        <a:t>Control</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grpSp>
        <p:nvGrpSpPr>
          <p:cNvPr id="1026" name="Google Shape;1026;p44"/>
          <p:cNvGrpSpPr/>
          <p:nvPr/>
        </p:nvGrpSpPr>
        <p:grpSpPr>
          <a:xfrm>
            <a:off x="395991" y="2034838"/>
            <a:ext cx="2039389" cy="1475281"/>
            <a:chOff x="7113463" y="4330463"/>
            <a:chExt cx="563025" cy="407300"/>
          </a:xfrm>
        </p:grpSpPr>
        <p:sp>
          <p:nvSpPr>
            <p:cNvPr id="1027" name="Google Shape;1027;p44"/>
            <p:cNvSpPr/>
            <p:nvPr/>
          </p:nvSpPr>
          <p:spPr>
            <a:xfrm>
              <a:off x="7318438" y="4400663"/>
              <a:ext cx="141600" cy="118175"/>
            </a:xfrm>
            <a:custGeom>
              <a:rect b="b" l="l" r="r" t="t"/>
              <a:pathLst>
                <a:path extrusionOk="0" h="4727" w="5664">
                  <a:moveTo>
                    <a:pt x="3023" y="0"/>
                  </a:moveTo>
                  <a:cubicBezTo>
                    <a:pt x="1322" y="1007"/>
                    <a:pt x="200" y="2761"/>
                    <a:pt x="0" y="4727"/>
                  </a:cubicBezTo>
                  <a:cubicBezTo>
                    <a:pt x="1439" y="4111"/>
                    <a:pt x="2961" y="3713"/>
                    <a:pt x="4515" y="3542"/>
                  </a:cubicBezTo>
                  <a:cubicBezTo>
                    <a:pt x="4892" y="3496"/>
                    <a:pt x="5277" y="3460"/>
                    <a:pt x="5664" y="3429"/>
                  </a:cubicBezTo>
                  <a:cubicBezTo>
                    <a:pt x="5289" y="1973"/>
                    <a:pt x="4335" y="733"/>
                    <a:pt x="30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44"/>
            <p:cNvSpPr/>
            <p:nvPr/>
          </p:nvSpPr>
          <p:spPr>
            <a:xfrm>
              <a:off x="7317938" y="4505788"/>
              <a:ext cx="145225" cy="132775"/>
            </a:xfrm>
            <a:custGeom>
              <a:rect b="b" l="l" r="r" t="t"/>
              <a:pathLst>
                <a:path extrusionOk="0" h="5311" w="5809">
                  <a:moveTo>
                    <a:pt x="5797" y="0"/>
                  </a:moveTo>
                  <a:cubicBezTo>
                    <a:pt x="5405" y="29"/>
                    <a:pt x="5013" y="58"/>
                    <a:pt x="4634" y="108"/>
                  </a:cubicBezTo>
                  <a:cubicBezTo>
                    <a:pt x="3029" y="279"/>
                    <a:pt x="1464" y="711"/>
                    <a:pt x="1" y="1394"/>
                  </a:cubicBezTo>
                  <a:cubicBezTo>
                    <a:pt x="61" y="2850"/>
                    <a:pt x="633" y="4237"/>
                    <a:pt x="1618" y="5311"/>
                  </a:cubicBezTo>
                  <a:cubicBezTo>
                    <a:pt x="4132" y="4455"/>
                    <a:pt x="5809" y="2437"/>
                    <a:pt x="5809" y="226"/>
                  </a:cubicBezTo>
                  <a:cubicBezTo>
                    <a:pt x="5809" y="149"/>
                    <a:pt x="5799" y="75"/>
                    <a:pt x="57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44"/>
            <p:cNvSpPr/>
            <p:nvPr/>
          </p:nvSpPr>
          <p:spPr>
            <a:xfrm>
              <a:off x="7113463" y="4330463"/>
              <a:ext cx="563025" cy="407300"/>
            </a:xfrm>
            <a:custGeom>
              <a:rect b="b" l="l" r="r" t="t"/>
              <a:pathLst>
                <a:path extrusionOk="0" h="16292" w="22521">
                  <a:moveTo>
                    <a:pt x="14375" y="1164"/>
                  </a:moveTo>
                  <a:cubicBezTo>
                    <a:pt x="18231" y="1164"/>
                    <a:pt x="21358" y="4291"/>
                    <a:pt x="21358" y="8147"/>
                  </a:cubicBezTo>
                  <a:cubicBezTo>
                    <a:pt x="21355" y="12002"/>
                    <a:pt x="18229" y="15126"/>
                    <a:pt x="14375" y="15128"/>
                  </a:cubicBezTo>
                  <a:cubicBezTo>
                    <a:pt x="10518" y="15128"/>
                    <a:pt x="7392" y="12002"/>
                    <a:pt x="7392" y="8147"/>
                  </a:cubicBezTo>
                  <a:cubicBezTo>
                    <a:pt x="7392" y="4291"/>
                    <a:pt x="10518" y="1164"/>
                    <a:pt x="14375" y="1164"/>
                  </a:cubicBezTo>
                  <a:close/>
                  <a:moveTo>
                    <a:pt x="14303" y="1"/>
                  </a:moveTo>
                  <a:cubicBezTo>
                    <a:pt x="14269" y="1"/>
                    <a:pt x="14234" y="1"/>
                    <a:pt x="14199" y="1"/>
                  </a:cubicBezTo>
                  <a:lnTo>
                    <a:pt x="5066" y="1"/>
                  </a:lnTo>
                  <a:cubicBezTo>
                    <a:pt x="4741" y="1"/>
                    <a:pt x="4434" y="136"/>
                    <a:pt x="4213" y="371"/>
                  </a:cubicBezTo>
                  <a:cubicBezTo>
                    <a:pt x="3994" y="609"/>
                    <a:pt x="3881" y="927"/>
                    <a:pt x="3905" y="1249"/>
                  </a:cubicBezTo>
                  <a:cubicBezTo>
                    <a:pt x="3971" y="1864"/>
                    <a:pt x="4487" y="2328"/>
                    <a:pt x="5102" y="2328"/>
                  </a:cubicBezTo>
                  <a:cubicBezTo>
                    <a:pt x="5112" y="2328"/>
                    <a:pt x="5121" y="2328"/>
                    <a:pt x="5130" y="2327"/>
                  </a:cubicBezTo>
                  <a:lnTo>
                    <a:pt x="5388" y="2327"/>
                  </a:lnTo>
                  <a:cubicBezTo>
                    <a:pt x="5397" y="2327"/>
                    <a:pt x="5406" y="2327"/>
                    <a:pt x="5416" y="2327"/>
                  </a:cubicBezTo>
                  <a:cubicBezTo>
                    <a:pt x="6028" y="2327"/>
                    <a:pt x="6547" y="2791"/>
                    <a:pt x="6613" y="3406"/>
                  </a:cubicBezTo>
                  <a:cubicBezTo>
                    <a:pt x="6637" y="3728"/>
                    <a:pt x="6524" y="4046"/>
                    <a:pt x="6306" y="4283"/>
                  </a:cubicBezTo>
                  <a:cubicBezTo>
                    <a:pt x="6084" y="4519"/>
                    <a:pt x="5774" y="4653"/>
                    <a:pt x="5452" y="4656"/>
                  </a:cubicBezTo>
                  <a:lnTo>
                    <a:pt x="1185" y="4656"/>
                  </a:lnTo>
                  <a:cubicBezTo>
                    <a:pt x="863" y="4656"/>
                    <a:pt x="553" y="4790"/>
                    <a:pt x="332" y="5026"/>
                  </a:cubicBezTo>
                  <a:cubicBezTo>
                    <a:pt x="113" y="5264"/>
                    <a:pt x="0" y="5581"/>
                    <a:pt x="24" y="5903"/>
                  </a:cubicBezTo>
                  <a:cubicBezTo>
                    <a:pt x="90" y="6518"/>
                    <a:pt x="609" y="6982"/>
                    <a:pt x="1222" y="6982"/>
                  </a:cubicBezTo>
                  <a:cubicBezTo>
                    <a:pt x="1231" y="6982"/>
                    <a:pt x="1240" y="6982"/>
                    <a:pt x="1250" y="6982"/>
                  </a:cubicBezTo>
                  <a:lnTo>
                    <a:pt x="4676" y="6982"/>
                  </a:lnTo>
                  <a:cubicBezTo>
                    <a:pt x="5318" y="6982"/>
                    <a:pt x="5839" y="7503"/>
                    <a:pt x="5839" y="8145"/>
                  </a:cubicBezTo>
                  <a:cubicBezTo>
                    <a:pt x="5839" y="8789"/>
                    <a:pt x="5318" y="9308"/>
                    <a:pt x="4676" y="9308"/>
                  </a:cubicBezTo>
                  <a:lnTo>
                    <a:pt x="2737" y="9308"/>
                  </a:lnTo>
                  <a:cubicBezTo>
                    <a:pt x="2413" y="9310"/>
                    <a:pt x="2105" y="9445"/>
                    <a:pt x="1884" y="9680"/>
                  </a:cubicBezTo>
                  <a:cubicBezTo>
                    <a:pt x="1665" y="9918"/>
                    <a:pt x="1552" y="10236"/>
                    <a:pt x="1577" y="10558"/>
                  </a:cubicBezTo>
                  <a:cubicBezTo>
                    <a:pt x="1643" y="11173"/>
                    <a:pt x="2159" y="11637"/>
                    <a:pt x="2774" y="11637"/>
                  </a:cubicBezTo>
                  <a:cubicBezTo>
                    <a:pt x="2783" y="11637"/>
                    <a:pt x="2793" y="11637"/>
                    <a:pt x="2802" y="11636"/>
                  </a:cubicBezTo>
                  <a:lnTo>
                    <a:pt x="4611" y="11636"/>
                  </a:lnTo>
                  <a:cubicBezTo>
                    <a:pt x="4619" y="11636"/>
                    <a:pt x="4627" y="11636"/>
                    <a:pt x="4635" y="11636"/>
                  </a:cubicBezTo>
                  <a:cubicBezTo>
                    <a:pt x="5249" y="11636"/>
                    <a:pt x="5768" y="12101"/>
                    <a:pt x="5837" y="12715"/>
                  </a:cubicBezTo>
                  <a:cubicBezTo>
                    <a:pt x="5861" y="13037"/>
                    <a:pt x="5748" y="13355"/>
                    <a:pt x="5529" y="13592"/>
                  </a:cubicBezTo>
                  <a:cubicBezTo>
                    <a:pt x="5308" y="13828"/>
                    <a:pt x="4998" y="13963"/>
                    <a:pt x="4676" y="13963"/>
                  </a:cubicBezTo>
                  <a:lnTo>
                    <a:pt x="4609" y="13963"/>
                  </a:lnTo>
                  <a:cubicBezTo>
                    <a:pt x="4287" y="13965"/>
                    <a:pt x="3977" y="14100"/>
                    <a:pt x="3758" y="14335"/>
                  </a:cubicBezTo>
                  <a:cubicBezTo>
                    <a:pt x="3537" y="14573"/>
                    <a:pt x="3427" y="14890"/>
                    <a:pt x="3451" y="15212"/>
                  </a:cubicBezTo>
                  <a:cubicBezTo>
                    <a:pt x="3515" y="15827"/>
                    <a:pt x="4033" y="16291"/>
                    <a:pt x="4648" y="16291"/>
                  </a:cubicBezTo>
                  <a:cubicBezTo>
                    <a:pt x="4658" y="16291"/>
                    <a:pt x="4667" y="16291"/>
                    <a:pt x="4676" y="16291"/>
                  </a:cubicBezTo>
                  <a:lnTo>
                    <a:pt x="14199" y="16291"/>
                  </a:lnTo>
                  <a:cubicBezTo>
                    <a:pt x="14234" y="16291"/>
                    <a:pt x="14269" y="16292"/>
                    <a:pt x="14303" y="16292"/>
                  </a:cubicBezTo>
                  <a:cubicBezTo>
                    <a:pt x="16196" y="16292"/>
                    <a:pt x="18035" y="15647"/>
                    <a:pt x="19517" y="14465"/>
                  </a:cubicBezTo>
                  <a:cubicBezTo>
                    <a:pt x="21418" y="12915"/>
                    <a:pt x="22521" y="10596"/>
                    <a:pt x="22521" y="8145"/>
                  </a:cubicBezTo>
                  <a:cubicBezTo>
                    <a:pt x="22521" y="5696"/>
                    <a:pt x="21418" y="3375"/>
                    <a:pt x="19519" y="1828"/>
                  </a:cubicBezTo>
                  <a:cubicBezTo>
                    <a:pt x="18037" y="645"/>
                    <a:pt x="16199" y="1"/>
                    <a:pt x="143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44"/>
            <p:cNvSpPr/>
            <p:nvPr/>
          </p:nvSpPr>
          <p:spPr>
            <a:xfrm>
              <a:off x="7414238" y="4378963"/>
              <a:ext cx="97100" cy="106300"/>
            </a:xfrm>
            <a:custGeom>
              <a:rect b="b" l="l" r="r" t="t"/>
              <a:pathLst>
                <a:path extrusionOk="0" h="4252" w="3884">
                  <a:moveTo>
                    <a:pt x="2344" y="1"/>
                  </a:moveTo>
                  <a:cubicBezTo>
                    <a:pt x="1541" y="1"/>
                    <a:pt x="746" y="157"/>
                    <a:pt x="1" y="462"/>
                  </a:cubicBezTo>
                  <a:cubicBezTo>
                    <a:pt x="1337" y="1334"/>
                    <a:pt x="2276" y="2694"/>
                    <a:pt x="2622" y="4251"/>
                  </a:cubicBezTo>
                  <a:cubicBezTo>
                    <a:pt x="2968" y="4239"/>
                    <a:pt x="3314" y="4227"/>
                    <a:pt x="3658" y="4227"/>
                  </a:cubicBezTo>
                  <a:lnTo>
                    <a:pt x="3709" y="4227"/>
                  </a:lnTo>
                  <a:cubicBezTo>
                    <a:pt x="3769" y="4227"/>
                    <a:pt x="3821" y="4232"/>
                    <a:pt x="3884" y="4232"/>
                  </a:cubicBezTo>
                  <a:cubicBezTo>
                    <a:pt x="3670" y="2327"/>
                    <a:pt x="3182" y="745"/>
                    <a:pt x="2570" y="13"/>
                  </a:cubicBezTo>
                  <a:cubicBezTo>
                    <a:pt x="2490" y="8"/>
                    <a:pt x="2418" y="1"/>
                    <a:pt x="23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44"/>
            <p:cNvSpPr/>
            <p:nvPr/>
          </p:nvSpPr>
          <p:spPr>
            <a:xfrm>
              <a:off x="7373863" y="4504038"/>
              <a:ext cx="140500" cy="185300"/>
            </a:xfrm>
            <a:custGeom>
              <a:rect b="b" l="l" r="r" t="t"/>
              <a:pathLst>
                <a:path extrusionOk="0" h="7412" w="5620">
                  <a:moveTo>
                    <a:pt x="5273" y="1"/>
                  </a:moveTo>
                  <a:cubicBezTo>
                    <a:pt x="4958" y="1"/>
                    <a:pt x="4646" y="17"/>
                    <a:pt x="4331" y="27"/>
                  </a:cubicBezTo>
                  <a:cubicBezTo>
                    <a:pt x="4338" y="118"/>
                    <a:pt x="4346" y="207"/>
                    <a:pt x="4346" y="296"/>
                  </a:cubicBezTo>
                  <a:cubicBezTo>
                    <a:pt x="4346" y="2733"/>
                    <a:pt x="2625" y="4946"/>
                    <a:pt x="1" y="5981"/>
                  </a:cubicBezTo>
                  <a:cubicBezTo>
                    <a:pt x="1114" y="6904"/>
                    <a:pt x="2514" y="7411"/>
                    <a:pt x="3959" y="7411"/>
                  </a:cubicBezTo>
                  <a:cubicBezTo>
                    <a:pt x="4153" y="7411"/>
                    <a:pt x="4343" y="7399"/>
                    <a:pt x="4528" y="7382"/>
                  </a:cubicBezTo>
                  <a:cubicBezTo>
                    <a:pt x="4569" y="7313"/>
                    <a:pt x="4607" y="7248"/>
                    <a:pt x="4646" y="7171"/>
                  </a:cubicBezTo>
                  <a:cubicBezTo>
                    <a:pt x="5254" y="5859"/>
                    <a:pt x="5619" y="3730"/>
                    <a:pt x="5619" y="1471"/>
                  </a:cubicBezTo>
                  <a:cubicBezTo>
                    <a:pt x="5619" y="966"/>
                    <a:pt x="5595" y="479"/>
                    <a:pt x="5561" y="5"/>
                  </a:cubicBezTo>
                  <a:cubicBezTo>
                    <a:pt x="5480" y="5"/>
                    <a:pt x="5400" y="1"/>
                    <a:pt x="532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44"/>
            <p:cNvSpPr/>
            <p:nvPr/>
          </p:nvSpPr>
          <p:spPr>
            <a:xfrm>
              <a:off x="7510363" y="4504763"/>
              <a:ext cx="92425" cy="179750"/>
            </a:xfrm>
            <a:custGeom>
              <a:rect b="b" l="l" r="r" t="t"/>
              <a:pathLst>
                <a:path extrusionOk="0" h="7190" w="3697">
                  <a:moveTo>
                    <a:pt x="885" y="0"/>
                  </a:moveTo>
                  <a:lnTo>
                    <a:pt x="885" y="0"/>
                  </a:lnTo>
                  <a:cubicBezTo>
                    <a:pt x="916" y="457"/>
                    <a:pt x="935" y="942"/>
                    <a:pt x="935" y="1442"/>
                  </a:cubicBezTo>
                  <a:cubicBezTo>
                    <a:pt x="935" y="3691"/>
                    <a:pt x="594" y="5760"/>
                    <a:pt x="1" y="7190"/>
                  </a:cubicBezTo>
                  <a:cubicBezTo>
                    <a:pt x="1522" y="6808"/>
                    <a:pt x="2841" y="5866"/>
                    <a:pt x="3696" y="4554"/>
                  </a:cubicBezTo>
                  <a:cubicBezTo>
                    <a:pt x="2538" y="3771"/>
                    <a:pt x="1776" y="2036"/>
                    <a:pt x="1752" y="53"/>
                  </a:cubicBezTo>
                  <a:cubicBezTo>
                    <a:pt x="1466" y="29"/>
                    <a:pt x="1176" y="10"/>
                    <a:pt x="88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44"/>
            <p:cNvSpPr/>
            <p:nvPr/>
          </p:nvSpPr>
          <p:spPr>
            <a:xfrm>
              <a:off x="7503388" y="4382038"/>
              <a:ext cx="72425" cy="104675"/>
            </a:xfrm>
            <a:custGeom>
              <a:rect b="b" l="l" r="r" t="t"/>
              <a:pathLst>
                <a:path extrusionOk="0" h="4187" w="2897">
                  <a:moveTo>
                    <a:pt x="1" y="0"/>
                  </a:moveTo>
                  <a:lnTo>
                    <a:pt x="1" y="0"/>
                  </a:lnTo>
                  <a:cubicBezTo>
                    <a:pt x="621" y="1298"/>
                    <a:pt x="991" y="2699"/>
                    <a:pt x="1097" y="4133"/>
                  </a:cubicBezTo>
                  <a:cubicBezTo>
                    <a:pt x="1419" y="4143"/>
                    <a:pt x="1741" y="4164"/>
                    <a:pt x="2060" y="4186"/>
                  </a:cubicBezTo>
                  <a:cubicBezTo>
                    <a:pt x="2127" y="3222"/>
                    <a:pt x="2416" y="2288"/>
                    <a:pt x="2896" y="1451"/>
                  </a:cubicBezTo>
                  <a:cubicBezTo>
                    <a:pt x="2077" y="719"/>
                    <a:pt x="1077" y="219"/>
                    <a:pt x="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44"/>
            <p:cNvSpPr/>
            <p:nvPr/>
          </p:nvSpPr>
          <p:spPr>
            <a:xfrm>
              <a:off x="7574163" y="4432663"/>
              <a:ext cx="48975" cy="63525"/>
            </a:xfrm>
            <a:custGeom>
              <a:rect b="b" l="l" r="r" t="t"/>
              <a:pathLst>
                <a:path extrusionOk="0" h="2541" w="1959">
                  <a:moveTo>
                    <a:pt x="632" y="1"/>
                  </a:moveTo>
                  <a:cubicBezTo>
                    <a:pt x="274" y="693"/>
                    <a:pt x="61" y="1450"/>
                    <a:pt x="0" y="2228"/>
                  </a:cubicBezTo>
                  <a:cubicBezTo>
                    <a:pt x="63" y="2236"/>
                    <a:pt x="125" y="2240"/>
                    <a:pt x="188" y="2248"/>
                  </a:cubicBezTo>
                  <a:cubicBezTo>
                    <a:pt x="803" y="2317"/>
                    <a:pt x="1389" y="2421"/>
                    <a:pt x="1959" y="2541"/>
                  </a:cubicBezTo>
                  <a:cubicBezTo>
                    <a:pt x="1721" y="1604"/>
                    <a:pt x="1267" y="731"/>
                    <a:pt x="63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44"/>
            <p:cNvSpPr/>
            <p:nvPr/>
          </p:nvSpPr>
          <p:spPr>
            <a:xfrm>
              <a:off x="7573563" y="4507813"/>
              <a:ext cx="54450" cy="93800"/>
            </a:xfrm>
            <a:custGeom>
              <a:rect b="b" l="l" r="r" t="t"/>
              <a:pathLst>
                <a:path extrusionOk="0" h="3752" w="2178">
                  <a:moveTo>
                    <a:pt x="0" y="1"/>
                  </a:moveTo>
                  <a:cubicBezTo>
                    <a:pt x="39" y="1647"/>
                    <a:pt x="654" y="3108"/>
                    <a:pt x="1553" y="3752"/>
                  </a:cubicBezTo>
                  <a:cubicBezTo>
                    <a:pt x="1964" y="2911"/>
                    <a:pt x="2175" y="1988"/>
                    <a:pt x="2178" y="1053"/>
                  </a:cubicBezTo>
                  <a:cubicBezTo>
                    <a:pt x="2178" y="823"/>
                    <a:pt x="2163" y="592"/>
                    <a:pt x="2139" y="361"/>
                  </a:cubicBezTo>
                  <a:cubicBezTo>
                    <a:pt x="1471" y="210"/>
                    <a:pt x="798" y="90"/>
                    <a:pt x="118" y="11"/>
                  </a:cubicBezTo>
                  <a:cubicBezTo>
                    <a:pt x="80" y="6"/>
                    <a:pt x="41" y="6"/>
                    <a:pt x="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44"/>
            <p:cNvSpPr/>
            <p:nvPr/>
          </p:nvSpPr>
          <p:spPr>
            <a:xfrm>
              <a:off x="7113988" y="4330488"/>
              <a:ext cx="58250" cy="58175"/>
            </a:xfrm>
            <a:custGeom>
              <a:rect b="b" l="l" r="r" t="t"/>
              <a:pathLst>
                <a:path extrusionOk="0" h="2327" w="2330">
                  <a:moveTo>
                    <a:pt x="1164" y="0"/>
                  </a:moveTo>
                  <a:cubicBezTo>
                    <a:pt x="522" y="0"/>
                    <a:pt x="1" y="519"/>
                    <a:pt x="1" y="1163"/>
                  </a:cubicBezTo>
                  <a:cubicBezTo>
                    <a:pt x="1" y="1805"/>
                    <a:pt x="522" y="2326"/>
                    <a:pt x="1164" y="2326"/>
                  </a:cubicBezTo>
                  <a:cubicBezTo>
                    <a:pt x="1808" y="2326"/>
                    <a:pt x="2329" y="1805"/>
                    <a:pt x="2329" y="1163"/>
                  </a:cubicBezTo>
                  <a:cubicBezTo>
                    <a:pt x="2329" y="519"/>
                    <a:pt x="1808" y="0"/>
                    <a:pt x="11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7" name="Google Shape;1037;p44"/>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grpSp>
        <p:nvGrpSpPr>
          <p:cNvPr id="1038" name="Google Shape;1038;p44"/>
          <p:cNvGrpSpPr/>
          <p:nvPr/>
        </p:nvGrpSpPr>
        <p:grpSpPr>
          <a:xfrm>
            <a:off x="2435363" y="1133675"/>
            <a:ext cx="5943013" cy="1528825"/>
            <a:chOff x="2435363" y="1133675"/>
            <a:chExt cx="5943013" cy="1528825"/>
          </a:xfrm>
        </p:grpSpPr>
        <p:sp>
          <p:nvSpPr>
            <p:cNvPr id="1039" name="Google Shape;1039;p44"/>
            <p:cNvSpPr/>
            <p:nvPr/>
          </p:nvSpPr>
          <p:spPr>
            <a:xfrm>
              <a:off x="2435363" y="1703250"/>
              <a:ext cx="1626300" cy="389700"/>
            </a:xfrm>
            <a:prstGeom prst="roundRect">
              <a:avLst>
                <a:gd fmla="val 0" name="adj"/>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COMPETITION</a:t>
              </a:r>
              <a:endParaRPr sz="2000">
                <a:solidFill>
                  <a:schemeClr val="dk2"/>
                </a:solidFill>
                <a:latin typeface="Dosis SemiBold"/>
                <a:ea typeface="Dosis SemiBold"/>
                <a:cs typeface="Dosis SemiBold"/>
                <a:sym typeface="Dosis SemiBold"/>
              </a:endParaRPr>
            </a:p>
          </p:txBody>
        </p:sp>
        <p:grpSp>
          <p:nvGrpSpPr>
            <p:cNvPr id="1040" name="Google Shape;1040;p44"/>
            <p:cNvGrpSpPr/>
            <p:nvPr/>
          </p:nvGrpSpPr>
          <p:grpSpPr>
            <a:xfrm>
              <a:off x="4561313" y="2024400"/>
              <a:ext cx="3817062" cy="638100"/>
              <a:chOff x="4561313" y="2024400"/>
              <a:chExt cx="3817062" cy="638100"/>
            </a:xfrm>
          </p:grpSpPr>
          <p:sp>
            <p:nvSpPr>
              <p:cNvPr id="1041" name="Google Shape;1041;p44"/>
              <p:cNvSpPr txBox="1"/>
              <p:nvPr/>
            </p:nvSpPr>
            <p:spPr>
              <a:xfrm>
                <a:off x="6187475" y="2024400"/>
                <a:ext cx="2190900" cy="6381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0"/>
                  </a:spcAft>
                  <a:buNone/>
                </a:pPr>
                <a:r>
                  <a:rPr lang="en" sz="1600">
                    <a:solidFill>
                      <a:schemeClr val="lt1"/>
                    </a:solidFill>
                    <a:latin typeface="Dosis"/>
                    <a:ea typeface="Dosis"/>
                    <a:cs typeface="Dosis"/>
                    <a:sym typeface="Dosis"/>
                  </a:rPr>
                  <a:t>Jupiter is a gas giant and the biggest planet</a:t>
                </a:r>
                <a:endParaRPr sz="1600">
                  <a:solidFill>
                    <a:schemeClr val="lt1"/>
                  </a:solidFill>
                  <a:latin typeface="Dosis"/>
                  <a:ea typeface="Dosis"/>
                  <a:cs typeface="Dosis"/>
                  <a:sym typeface="Dosis"/>
                </a:endParaRPr>
              </a:p>
            </p:txBody>
          </p:sp>
          <p:sp>
            <p:nvSpPr>
              <p:cNvPr id="1042" name="Google Shape;1042;p44"/>
              <p:cNvSpPr/>
              <p:nvPr/>
            </p:nvSpPr>
            <p:spPr>
              <a:xfrm>
                <a:off x="4561313" y="2148600"/>
                <a:ext cx="1626300" cy="389700"/>
              </a:xfrm>
              <a:prstGeom prst="roundRect">
                <a:avLst>
                  <a:gd fmla="val 0" name="adj"/>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JUPITER</a:t>
                </a:r>
                <a:endParaRPr sz="2000">
                  <a:solidFill>
                    <a:schemeClr val="dk2"/>
                  </a:solidFill>
                  <a:latin typeface="Dosis SemiBold"/>
                  <a:ea typeface="Dosis SemiBold"/>
                  <a:cs typeface="Dosis SemiBold"/>
                  <a:sym typeface="Dosis SemiBold"/>
                </a:endParaRPr>
              </a:p>
            </p:txBody>
          </p:sp>
        </p:grpSp>
        <p:grpSp>
          <p:nvGrpSpPr>
            <p:cNvPr id="1043" name="Google Shape;1043;p44"/>
            <p:cNvGrpSpPr/>
            <p:nvPr/>
          </p:nvGrpSpPr>
          <p:grpSpPr>
            <a:xfrm>
              <a:off x="4561313" y="1133675"/>
              <a:ext cx="3817062" cy="638100"/>
              <a:chOff x="4561313" y="1133675"/>
              <a:chExt cx="3817062" cy="638100"/>
            </a:xfrm>
          </p:grpSpPr>
          <p:sp>
            <p:nvSpPr>
              <p:cNvPr id="1044" name="Google Shape;1044;p44"/>
              <p:cNvSpPr txBox="1"/>
              <p:nvPr/>
            </p:nvSpPr>
            <p:spPr>
              <a:xfrm>
                <a:off x="6187475" y="1133675"/>
                <a:ext cx="2190900" cy="6381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0"/>
                  </a:spcAft>
                  <a:buNone/>
                </a:pPr>
                <a:r>
                  <a:rPr lang="en" sz="1600">
                    <a:solidFill>
                      <a:schemeClr val="lt1"/>
                    </a:solidFill>
                    <a:latin typeface="Dosis"/>
                    <a:ea typeface="Dosis"/>
                    <a:cs typeface="Dosis"/>
                    <a:sym typeface="Dosis"/>
                  </a:rPr>
                  <a:t>Neptune is the farthest planet from the Sun</a:t>
                </a:r>
                <a:endParaRPr sz="1600">
                  <a:solidFill>
                    <a:schemeClr val="lt1"/>
                  </a:solidFill>
                  <a:latin typeface="Dosis"/>
                  <a:ea typeface="Dosis"/>
                  <a:cs typeface="Dosis"/>
                  <a:sym typeface="Dosis"/>
                </a:endParaRPr>
              </a:p>
            </p:txBody>
          </p:sp>
          <p:sp>
            <p:nvSpPr>
              <p:cNvPr id="1045" name="Google Shape;1045;p44"/>
              <p:cNvSpPr/>
              <p:nvPr/>
            </p:nvSpPr>
            <p:spPr>
              <a:xfrm>
                <a:off x="4561313" y="1257875"/>
                <a:ext cx="1626300" cy="389700"/>
              </a:xfrm>
              <a:prstGeom prst="roundRect">
                <a:avLst>
                  <a:gd fmla="val 0" name="adj"/>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NEPTUNE</a:t>
                </a:r>
                <a:endParaRPr sz="2000">
                  <a:solidFill>
                    <a:schemeClr val="dk2"/>
                  </a:solidFill>
                  <a:latin typeface="Dosis SemiBold"/>
                  <a:ea typeface="Dosis SemiBold"/>
                  <a:cs typeface="Dosis SemiBold"/>
                  <a:sym typeface="Dosis SemiBold"/>
                </a:endParaRPr>
              </a:p>
            </p:txBody>
          </p:sp>
        </p:grpSp>
      </p:grpSp>
      <p:grpSp>
        <p:nvGrpSpPr>
          <p:cNvPr id="1046" name="Google Shape;1046;p44"/>
          <p:cNvGrpSpPr/>
          <p:nvPr/>
        </p:nvGrpSpPr>
        <p:grpSpPr>
          <a:xfrm>
            <a:off x="2435363" y="2915125"/>
            <a:ext cx="5943013" cy="1528825"/>
            <a:chOff x="2435363" y="2915125"/>
            <a:chExt cx="5943013" cy="1528825"/>
          </a:xfrm>
        </p:grpSpPr>
        <p:sp>
          <p:nvSpPr>
            <p:cNvPr id="1047" name="Google Shape;1047;p44"/>
            <p:cNvSpPr/>
            <p:nvPr/>
          </p:nvSpPr>
          <p:spPr>
            <a:xfrm>
              <a:off x="2435363" y="3484700"/>
              <a:ext cx="1626300" cy="389700"/>
            </a:xfrm>
            <a:prstGeom prst="roundRect">
              <a:avLst>
                <a:gd fmla="val 0" name="adj"/>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FAIR PLAY</a:t>
              </a:r>
              <a:endParaRPr sz="2000">
                <a:solidFill>
                  <a:schemeClr val="dk2"/>
                </a:solidFill>
                <a:latin typeface="Dosis SemiBold"/>
                <a:ea typeface="Dosis SemiBold"/>
                <a:cs typeface="Dosis SemiBold"/>
                <a:sym typeface="Dosis SemiBold"/>
              </a:endParaRPr>
            </a:p>
          </p:txBody>
        </p:sp>
        <p:grpSp>
          <p:nvGrpSpPr>
            <p:cNvPr id="1048" name="Google Shape;1048;p44"/>
            <p:cNvGrpSpPr/>
            <p:nvPr/>
          </p:nvGrpSpPr>
          <p:grpSpPr>
            <a:xfrm>
              <a:off x="4561313" y="2915125"/>
              <a:ext cx="3817062" cy="638100"/>
              <a:chOff x="4561313" y="2915125"/>
              <a:chExt cx="3817062" cy="638100"/>
            </a:xfrm>
          </p:grpSpPr>
          <p:sp>
            <p:nvSpPr>
              <p:cNvPr id="1049" name="Google Shape;1049;p44"/>
              <p:cNvSpPr txBox="1"/>
              <p:nvPr/>
            </p:nvSpPr>
            <p:spPr>
              <a:xfrm>
                <a:off x="6187475" y="2915125"/>
                <a:ext cx="2190900" cy="6381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0"/>
                  </a:spcAft>
                  <a:buNone/>
                </a:pPr>
                <a:r>
                  <a:rPr lang="en" sz="1600">
                    <a:solidFill>
                      <a:schemeClr val="lt1"/>
                    </a:solidFill>
                    <a:latin typeface="Dosis"/>
                    <a:ea typeface="Dosis"/>
                    <a:cs typeface="Dosis"/>
                    <a:sym typeface="Dosis"/>
                  </a:rPr>
                  <a:t>Mercury is the closest planet to the Sun</a:t>
                </a:r>
                <a:endParaRPr sz="1600">
                  <a:solidFill>
                    <a:schemeClr val="lt1"/>
                  </a:solidFill>
                  <a:latin typeface="Dosis"/>
                  <a:ea typeface="Dosis"/>
                  <a:cs typeface="Dosis"/>
                  <a:sym typeface="Dosis"/>
                </a:endParaRPr>
              </a:p>
            </p:txBody>
          </p:sp>
          <p:sp>
            <p:nvSpPr>
              <p:cNvPr id="1050" name="Google Shape;1050;p44"/>
              <p:cNvSpPr/>
              <p:nvPr/>
            </p:nvSpPr>
            <p:spPr>
              <a:xfrm>
                <a:off x="4561313" y="3039325"/>
                <a:ext cx="1626300" cy="389700"/>
              </a:xfrm>
              <a:prstGeom prst="roundRect">
                <a:avLst>
                  <a:gd fmla="val 0" name="adj"/>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MERCURY</a:t>
                </a:r>
                <a:endParaRPr sz="2000">
                  <a:solidFill>
                    <a:schemeClr val="dk2"/>
                  </a:solidFill>
                  <a:latin typeface="Dosis SemiBold"/>
                  <a:ea typeface="Dosis SemiBold"/>
                  <a:cs typeface="Dosis SemiBold"/>
                  <a:sym typeface="Dosis SemiBold"/>
                </a:endParaRPr>
              </a:p>
            </p:txBody>
          </p:sp>
        </p:grpSp>
        <p:grpSp>
          <p:nvGrpSpPr>
            <p:cNvPr id="1051" name="Google Shape;1051;p44"/>
            <p:cNvGrpSpPr/>
            <p:nvPr/>
          </p:nvGrpSpPr>
          <p:grpSpPr>
            <a:xfrm>
              <a:off x="4561313" y="3805850"/>
              <a:ext cx="3817062" cy="638100"/>
              <a:chOff x="4561313" y="3805850"/>
              <a:chExt cx="3817062" cy="638100"/>
            </a:xfrm>
          </p:grpSpPr>
          <p:sp>
            <p:nvSpPr>
              <p:cNvPr id="1052" name="Google Shape;1052;p44"/>
              <p:cNvSpPr txBox="1"/>
              <p:nvPr/>
            </p:nvSpPr>
            <p:spPr>
              <a:xfrm>
                <a:off x="6187475" y="3805850"/>
                <a:ext cx="2190900" cy="6381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0"/>
                  </a:spcAft>
                  <a:buNone/>
                </a:pPr>
                <a:r>
                  <a:rPr lang="en" sz="1600">
                    <a:solidFill>
                      <a:schemeClr val="lt1"/>
                    </a:solidFill>
                    <a:latin typeface="Dosis"/>
                    <a:ea typeface="Dosis"/>
                    <a:cs typeface="Dosis"/>
                    <a:sym typeface="Dosis"/>
                  </a:rPr>
                  <a:t>Earth is the third planet from the Sun</a:t>
                </a:r>
                <a:endParaRPr sz="1600">
                  <a:solidFill>
                    <a:schemeClr val="lt1"/>
                  </a:solidFill>
                  <a:latin typeface="Dosis"/>
                  <a:ea typeface="Dosis"/>
                  <a:cs typeface="Dosis"/>
                  <a:sym typeface="Dosis"/>
                </a:endParaRPr>
              </a:p>
            </p:txBody>
          </p:sp>
          <p:sp>
            <p:nvSpPr>
              <p:cNvPr id="1053" name="Google Shape;1053;p44"/>
              <p:cNvSpPr/>
              <p:nvPr/>
            </p:nvSpPr>
            <p:spPr>
              <a:xfrm>
                <a:off x="4561313" y="3930050"/>
                <a:ext cx="1626300" cy="389700"/>
              </a:xfrm>
              <a:prstGeom prst="roundRect">
                <a:avLst>
                  <a:gd fmla="val 0" name="adj"/>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EARTH</a:t>
                </a:r>
                <a:endParaRPr sz="2000">
                  <a:solidFill>
                    <a:schemeClr val="dk2"/>
                  </a:solidFill>
                  <a:latin typeface="Dosis SemiBold"/>
                  <a:ea typeface="Dosis SemiBold"/>
                  <a:cs typeface="Dosis SemiBold"/>
                  <a:sym typeface="Dosis SemiBold"/>
                </a:endParaRPr>
              </a:p>
            </p:txBody>
          </p:sp>
        </p:grpSp>
      </p:grpSp>
      <p:sp>
        <p:nvSpPr>
          <p:cNvPr id="1054" name="Google Shape;1054;p44"/>
          <p:cNvSpPr/>
          <p:nvPr/>
        </p:nvSpPr>
        <p:spPr>
          <a:xfrm>
            <a:off x="1061815" y="2122225"/>
            <a:ext cx="1313100" cy="1311900"/>
          </a:xfrm>
          <a:prstGeom prst="roundRect">
            <a:avLst>
              <a:gd fmla="val 50000"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OUR GOALS</a:t>
            </a:r>
            <a:endParaRPr sz="2000">
              <a:solidFill>
                <a:schemeClr val="dk2"/>
              </a:solidFill>
              <a:latin typeface="Dosis SemiBold"/>
              <a:ea typeface="Dosis SemiBold"/>
              <a:cs typeface="Dosis SemiBold"/>
              <a:sym typeface="Dosis SemiBold"/>
            </a:endParaRPr>
          </a:p>
        </p:txBody>
      </p:sp>
      <p:cxnSp>
        <p:nvCxnSpPr>
          <p:cNvPr id="1055" name="Google Shape;1055;p44"/>
          <p:cNvCxnSpPr>
            <a:stCxn id="1054" idx="0"/>
            <a:endCxn id="1039" idx="1"/>
          </p:cNvCxnSpPr>
          <p:nvPr/>
        </p:nvCxnSpPr>
        <p:spPr>
          <a:xfrm rot="-5400000">
            <a:off x="1964815" y="1651675"/>
            <a:ext cx="224100" cy="717000"/>
          </a:xfrm>
          <a:prstGeom prst="bentConnector2">
            <a:avLst/>
          </a:prstGeom>
          <a:noFill/>
          <a:ln cap="flat" cmpd="sng" w="28575">
            <a:solidFill>
              <a:schemeClr val="lt1"/>
            </a:solidFill>
            <a:prstDash val="solid"/>
            <a:round/>
            <a:headEnd len="med" w="med" type="none"/>
            <a:tailEnd len="med" w="med" type="none"/>
          </a:ln>
        </p:spPr>
      </p:cxnSp>
      <p:cxnSp>
        <p:nvCxnSpPr>
          <p:cNvPr id="1056" name="Google Shape;1056;p44"/>
          <p:cNvCxnSpPr>
            <a:stCxn id="1054" idx="2"/>
            <a:endCxn id="1047" idx="1"/>
          </p:cNvCxnSpPr>
          <p:nvPr/>
        </p:nvCxnSpPr>
        <p:spPr>
          <a:xfrm flipH="1" rot="-5400000">
            <a:off x="1954165" y="3198325"/>
            <a:ext cx="245400" cy="717000"/>
          </a:xfrm>
          <a:prstGeom prst="bentConnector2">
            <a:avLst/>
          </a:prstGeom>
          <a:noFill/>
          <a:ln cap="flat" cmpd="sng" w="28575">
            <a:solidFill>
              <a:schemeClr val="lt1"/>
            </a:solidFill>
            <a:prstDash val="solid"/>
            <a:round/>
            <a:headEnd len="med" w="med" type="none"/>
            <a:tailEnd len="med" w="med" type="none"/>
          </a:ln>
        </p:spPr>
      </p:cxnSp>
      <p:cxnSp>
        <p:nvCxnSpPr>
          <p:cNvPr id="1057" name="Google Shape;1057;p44"/>
          <p:cNvCxnSpPr>
            <a:stCxn id="1047" idx="0"/>
            <a:endCxn id="1050" idx="1"/>
          </p:cNvCxnSpPr>
          <p:nvPr/>
        </p:nvCxnSpPr>
        <p:spPr>
          <a:xfrm rot="-5400000">
            <a:off x="3779663" y="2703050"/>
            <a:ext cx="250500" cy="1312800"/>
          </a:xfrm>
          <a:prstGeom prst="bentConnector2">
            <a:avLst/>
          </a:prstGeom>
          <a:noFill/>
          <a:ln cap="flat" cmpd="sng" w="28575">
            <a:solidFill>
              <a:schemeClr val="lt1"/>
            </a:solidFill>
            <a:prstDash val="solid"/>
            <a:round/>
            <a:headEnd len="med" w="med" type="none"/>
            <a:tailEnd len="med" w="med" type="none"/>
          </a:ln>
        </p:spPr>
      </p:cxnSp>
      <p:cxnSp>
        <p:nvCxnSpPr>
          <p:cNvPr id="1058" name="Google Shape;1058;p44"/>
          <p:cNvCxnSpPr>
            <a:stCxn id="1047" idx="2"/>
            <a:endCxn id="1053" idx="1"/>
          </p:cNvCxnSpPr>
          <p:nvPr/>
        </p:nvCxnSpPr>
        <p:spPr>
          <a:xfrm flipH="1" rot="-5400000">
            <a:off x="3779663" y="3343250"/>
            <a:ext cx="250500" cy="1312800"/>
          </a:xfrm>
          <a:prstGeom prst="bentConnector2">
            <a:avLst/>
          </a:prstGeom>
          <a:noFill/>
          <a:ln cap="flat" cmpd="sng" w="28575">
            <a:solidFill>
              <a:schemeClr val="lt1"/>
            </a:solidFill>
            <a:prstDash val="solid"/>
            <a:round/>
            <a:headEnd len="med" w="med" type="none"/>
            <a:tailEnd len="med" w="med" type="none"/>
          </a:ln>
        </p:spPr>
      </p:cxnSp>
      <p:cxnSp>
        <p:nvCxnSpPr>
          <p:cNvPr id="1059" name="Google Shape;1059;p44"/>
          <p:cNvCxnSpPr>
            <a:stCxn id="1039" idx="2"/>
            <a:endCxn id="1042" idx="1"/>
          </p:cNvCxnSpPr>
          <p:nvPr/>
        </p:nvCxnSpPr>
        <p:spPr>
          <a:xfrm flipH="1" rot="-5400000">
            <a:off x="3779663" y="1561800"/>
            <a:ext cx="250500" cy="1312800"/>
          </a:xfrm>
          <a:prstGeom prst="bentConnector2">
            <a:avLst/>
          </a:prstGeom>
          <a:noFill/>
          <a:ln cap="flat" cmpd="sng" w="28575">
            <a:solidFill>
              <a:schemeClr val="lt1"/>
            </a:solidFill>
            <a:prstDash val="solid"/>
            <a:round/>
            <a:headEnd len="med" w="med" type="none"/>
            <a:tailEnd len="med" w="med" type="none"/>
          </a:ln>
        </p:spPr>
      </p:cxnSp>
      <p:cxnSp>
        <p:nvCxnSpPr>
          <p:cNvPr id="1060" name="Google Shape;1060;p44"/>
          <p:cNvCxnSpPr>
            <a:stCxn id="1039" idx="0"/>
            <a:endCxn id="1045" idx="1"/>
          </p:cNvCxnSpPr>
          <p:nvPr/>
        </p:nvCxnSpPr>
        <p:spPr>
          <a:xfrm rot="-5400000">
            <a:off x="3779663" y="921600"/>
            <a:ext cx="250500" cy="1312800"/>
          </a:xfrm>
          <a:prstGeom prst="bentConnector2">
            <a:avLst/>
          </a:prstGeom>
          <a:noFill/>
          <a:ln cap="flat" cmpd="sng" w="28575">
            <a:solidFill>
              <a:schemeClr val="lt1"/>
            </a:solidFill>
            <a:prstDash val="solid"/>
            <a:round/>
            <a:headEnd len="med" w="med" type="none"/>
            <a:tailEnd len="med" w="med" type="non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45"/>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graphicFrame>
        <p:nvGraphicFramePr>
          <p:cNvPr id="1066" name="Google Shape;1066;p45"/>
          <p:cNvGraphicFramePr/>
          <p:nvPr/>
        </p:nvGraphicFramePr>
        <p:xfrm>
          <a:off x="713350" y="2626045"/>
          <a:ext cx="3000000" cy="3000000"/>
        </p:xfrm>
        <a:graphic>
          <a:graphicData uri="http://schemas.openxmlformats.org/drawingml/2006/table">
            <a:tbl>
              <a:tblPr>
                <a:noFill/>
                <a:tableStyleId>{42F52E1E-71C8-41E8-9905-C88289EF3109}</a:tableStyleId>
              </a:tblPr>
              <a:tblGrid>
                <a:gridCol w="643125"/>
                <a:gridCol w="643125"/>
                <a:gridCol w="643125"/>
                <a:gridCol w="643125"/>
                <a:gridCol w="643125"/>
                <a:gridCol w="643125"/>
                <a:gridCol w="643125"/>
                <a:gridCol w="643125"/>
                <a:gridCol w="643125"/>
                <a:gridCol w="643125"/>
                <a:gridCol w="643125"/>
                <a:gridCol w="643125"/>
              </a:tblGrid>
              <a:tr h="518125">
                <a:tc>
                  <a:txBody>
                    <a:bodyPr/>
                    <a:lstStyle/>
                    <a:p>
                      <a:pPr indent="0" lvl="0" marL="0" marR="0" rtl="0" algn="ctr">
                        <a:lnSpc>
                          <a:spcPct val="100000"/>
                        </a:lnSpc>
                        <a:spcBef>
                          <a:spcPts val="0"/>
                        </a:spcBef>
                        <a:spcAft>
                          <a:spcPts val="0"/>
                        </a:spcAft>
                        <a:buNone/>
                      </a:pPr>
                      <a:r>
                        <a:rPr lang="en" sz="1800">
                          <a:solidFill>
                            <a:schemeClr val="dk2"/>
                          </a:solidFill>
                          <a:latin typeface="Dosis SemiBold"/>
                          <a:ea typeface="Dosis SemiBold"/>
                          <a:cs typeface="Dosis SemiBold"/>
                          <a:sym typeface="Dosis SemiBold"/>
                        </a:rPr>
                        <a:t>JAN</a:t>
                      </a:r>
                      <a:endParaRPr sz="18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800">
                          <a:solidFill>
                            <a:schemeClr val="dk2"/>
                          </a:solidFill>
                          <a:latin typeface="Dosis SemiBold"/>
                          <a:ea typeface="Dosis SemiBold"/>
                          <a:cs typeface="Dosis SemiBold"/>
                          <a:sym typeface="Dosis SemiBold"/>
                        </a:rPr>
                        <a:t>FEB</a:t>
                      </a:r>
                      <a:endParaRPr sz="18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800">
                          <a:solidFill>
                            <a:schemeClr val="dk2"/>
                          </a:solidFill>
                          <a:latin typeface="Dosis SemiBold"/>
                          <a:ea typeface="Dosis SemiBold"/>
                          <a:cs typeface="Dosis SemiBold"/>
                          <a:sym typeface="Dosis SemiBold"/>
                        </a:rPr>
                        <a:t>MAR</a:t>
                      </a:r>
                      <a:endParaRPr sz="18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800">
                          <a:solidFill>
                            <a:schemeClr val="dk2"/>
                          </a:solidFill>
                          <a:latin typeface="Dosis SemiBold"/>
                          <a:ea typeface="Dosis SemiBold"/>
                          <a:cs typeface="Dosis SemiBold"/>
                          <a:sym typeface="Dosis SemiBold"/>
                        </a:rPr>
                        <a:t>APR</a:t>
                      </a:r>
                      <a:endParaRPr sz="18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800">
                          <a:solidFill>
                            <a:schemeClr val="dk2"/>
                          </a:solidFill>
                          <a:latin typeface="Dosis SemiBold"/>
                          <a:ea typeface="Dosis SemiBold"/>
                          <a:cs typeface="Dosis SemiBold"/>
                          <a:sym typeface="Dosis SemiBold"/>
                        </a:rPr>
                        <a:t>MAY</a:t>
                      </a:r>
                      <a:endParaRPr sz="18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800">
                          <a:solidFill>
                            <a:schemeClr val="dk2"/>
                          </a:solidFill>
                          <a:latin typeface="Dosis SemiBold"/>
                          <a:ea typeface="Dosis SemiBold"/>
                          <a:cs typeface="Dosis SemiBold"/>
                          <a:sym typeface="Dosis SemiBold"/>
                        </a:rPr>
                        <a:t>JUN</a:t>
                      </a:r>
                      <a:endParaRPr sz="18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800">
                          <a:solidFill>
                            <a:schemeClr val="dk2"/>
                          </a:solidFill>
                          <a:latin typeface="Dosis SemiBold"/>
                          <a:ea typeface="Dosis SemiBold"/>
                          <a:cs typeface="Dosis SemiBold"/>
                          <a:sym typeface="Dosis SemiBold"/>
                        </a:rPr>
                        <a:t>JUL</a:t>
                      </a:r>
                      <a:endParaRPr sz="18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800">
                          <a:solidFill>
                            <a:schemeClr val="dk2"/>
                          </a:solidFill>
                          <a:latin typeface="Dosis SemiBold"/>
                          <a:ea typeface="Dosis SemiBold"/>
                          <a:cs typeface="Dosis SemiBold"/>
                          <a:sym typeface="Dosis SemiBold"/>
                        </a:rPr>
                        <a:t>AUG</a:t>
                      </a:r>
                      <a:endParaRPr sz="18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800">
                          <a:solidFill>
                            <a:schemeClr val="dk2"/>
                          </a:solidFill>
                          <a:latin typeface="Dosis SemiBold"/>
                          <a:ea typeface="Dosis SemiBold"/>
                          <a:cs typeface="Dosis SemiBold"/>
                          <a:sym typeface="Dosis SemiBold"/>
                        </a:rPr>
                        <a:t>SEP</a:t>
                      </a:r>
                      <a:endParaRPr sz="18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800">
                          <a:solidFill>
                            <a:schemeClr val="dk2"/>
                          </a:solidFill>
                          <a:latin typeface="Dosis SemiBold"/>
                          <a:ea typeface="Dosis SemiBold"/>
                          <a:cs typeface="Dosis SemiBold"/>
                          <a:sym typeface="Dosis SemiBold"/>
                        </a:rPr>
                        <a:t>OCT</a:t>
                      </a:r>
                      <a:endParaRPr sz="18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800">
                          <a:solidFill>
                            <a:schemeClr val="dk2"/>
                          </a:solidFill>
                          <a:latin typeface="Dosis SemiBold"/>
                          <a:ea typeface="Dosis SemiBold"/>
                          <a:cs typeface="Dosis SemiBold"/>
                          <a:sym typeface="Dosis SemiBold"/>
                        </a:rPr>
                        <a:t>NOV</a:t>
                      </a:r>
                      <a:endParaRPr sz="18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800">
                          <a:solidFill>
                            <a:schemeClr val="dk2"/>
                          </a:solidFill>
                          <a:latin typeface="Dosis SemiBold"/>
                          <a:ea typeface="Dosis SemiBold"/>
                          <a:cs typeface="Dosis SemiBold"/>
                          <a:sym typeface="Dosis SemiBold"/>
                        </a:rPr>
                        <a:t>DEC</a:t>
                      </a:r>
                      <a:endParaRPr sz="18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455275">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455275">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1"/>
                    </a:solidFill>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1"/>
                    </a:solidFill>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1"/>
                    </a:solidFill>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1"/>
                    </a:solidFill>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455275">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5"/>
                    </a:solidFill>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5"/>
                    </a:solidFill>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5"/>
                    </a:solidFill>
                  </a:tcPr>
                </a:tc>
                <a:tc>
                  <a:txBody>
                    <a:bodyPr/>
                    <a:lstStyle/>
                    <a:p>
                      <a:pPr indent="0" lvl="0" marL="0" marR="0" rtl="0" algn="ctr">
                        <a:lnSpc>
                          <a:spcPct val="115000"/>
                        </a:lnSpc>
                        <a:spcBef>
                          <a:spcPts val="0"/>
                        </a:spcBef>
                        <a:spcAft>
                          <a:spcPts val="0"/>
                        </a:spcAft>
                        <a:buNone/>
                      </a:pPr>
                      <a:r>
                        <a:t/>
                      </a:r>
                      <a:endParaRPr sz="1600">
                        <a:solidFill>
                          <a:schemeClr val="lt1"/>
                        </a:solidFill>
                        <a:latin typeface="Dosis"/>
                        <a:ea typeface="Dosis"/>
                        <a:cs typeface="Dosis"/>
                        <a:sym typeface="Dosis"/>
                      </a:endParaRPr>
                    </a:p>
                  </a:txBody>
                  <a:tcPr marT="91425" marB="91425" marR="91425" marL="91425" anchor="ctr">
                    <a:lnL cap="flat" cmpd="sng" w="28575">
                      <a:solidFill>
                        <a:schemeClr val="lt1">
                          <a:alpha val="0"/>
                        </a:schemeClr>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accent5"/>
                    </a:solidFill>
                  </a:tcPr>
                </a:tc>
              </a:tr>
            </a:tbl>
          </a:graphicData>
        </a:graphic>
      </p:graphicFrame>
      <p:grpSp>
        <p:nvGrpSpPr>
          <p:cNvPr id="1067" name="Google Shape;1067;p45"/>
          <p:cNvGrpSpPr/>
          <p:nvPr/>
        </p:nvGrpSpPr>
        <p:grpSpPr>
          <a:xfrm>
            <a:off x="744875" y="1410058"/>
            <a:ext cx="2426988" cy="855644"/>
            <a:chOff x="744875" y="3437233"/>
            <a:chExt cx="2426988" cy="855644"/>
          </a:xfrm>
        </p:grpSpPr>
        <p:sp>
          <p:nvSpPr>
            <p:cNvPr id="1068" name="Google Shape;1068;p45"/>
            <p:cNvSpPr txBox="1"/>
            <p:nvPr/>
          </p:nvSpPr>
          <p:spPr>
            <a:xfrm>
              <a:off x="1133363" y="3470610"/>
              <a:ext cx="2038500" cy="3297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ZONE DEFENSE</a:t>
              </a:r>
              <a:endParaRPr sz="2000">
                <a:solidFill>
                  <a:schemeClr val="dk2"/>
                </a:solidFill>
                <a:latin typeface="Dosis SemiBold"/>
                <a:ea typeface="Dosis SemiBold"/>
                <a:cs typeface="Dosis SemiBold"/>
                <a:sym typeface="Dosis SemiBold"/>
              </a:endParaRPr>
            </a:p>
          </p:txBody>
        </p:sp>
        <p:sp>
          <p:nvSpPr>
            <p:cNvPr id="1069" name="Google Shape;1069;p45"/>
            <p:cNvSpPr txBox="1"/>
            <p:nvPr/>
          </p:nvSpPr>
          <p:spPr>
            <a:xfrm>
              <a:off x="1133300" y="3642477"/>
              <a:ext cx="2038500" cy="650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1600">
                  <a:solidFill>
                    <a:schemeClr val="lt1"/>
                  </a:solidFill>
                  <a:latin typeface="Dosis"/>
                  <a:ea typeface="Dosis"/>
                  <a:cs typeface="Dosis"/>
                  <a:sym typeface="Dosis"/>
                </a:rPr>
                <a:t>Mercury is the closest planet to the Sun</a:t>
              </a:r>
              <a:endParaRPr sz="1600">
                <a:solidFill>
                  <a:schemeClr val="lt1"/>
                </a:solidFill>
                <a:latin typeface="Dosis"/>
                <a:ea typeface="Dosis"/>
                <a:cs typeface="Dosis"/>
                <a:sym typeface="Dosis"/>
              </a:endParaRPr>
            </a:p>
          </p:txBody>
        </p:sp>
        <p:sp>
          <p:nvSpPr>
            <p:cNvPr id="1070" name="Google Shape;1070;p45"/>
            <p:cNvSpPr/>
            <p:nvPr/>
          </p:nvSpPr>
          <p:spPr>
            <a:xfrm>
              <a:off x="744875" y="3437233"/>
              <a:ext cx="236100" cy="2361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1" name="Google Shape;1071;p45"/>
          <p:cNvGrpSpPr/>
          <p:nvPr/>
        </p:nvGrpSpPr>
        <p:grpSpPr>
          <a:xfrm>
            <a:off x="3374325" y="1410058"/>
            <a:ext cx="2427011" cy="855644"/>
            <a:chOff x="3374325" y="3437233"/>
            <a:chExt cx="2427011" cy="855644"/>
          </a:xfrm>
        </p:grpSpPr>
        <p:sp>
          <p:nvSpPr>
            <p:cNvPr id="1072" name="Google Shape;1072;p45"/>
            <p:cNvSpPr txBox="1"/>
            <p:nvPr/>
          </p:nvSpPr>
          <p:spPr>
            <a:xfrm>
              <a:off x="3762836" y="3470610"/>
              <a:ext cx="2038500" cy="3297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POSSESSION</a:t>
              </a:r>
              <a:endParaRPr sz="2000">
                <a:solidFill>
                  <a:schemeClr val="dk2"/>
                </a:solidFill>
                <a:latin typeface="Dosis SemiBold"/>
                <a:ea typeface="Dosis SemiBold"/>
                <a:cs typeface="Dosis SemiBold"/>
                <a:sym typeface="Dosis SemiBold"/>
              </a:endParaRPr>
            </a:p>
          </p:txBody>
        </p:sp>
        <p:sp>
          <p:nvSpPr>
            <p:cNvPr id="1073" name="Google Shape;1073;p45"/>
            <p:cNvSpPr txBox="1"/>
            <p:nvPr/>
          </p:nvSpPr>
          <p:spPr>
            <a:xfrm>
              <a:off x="3762834" y="3642477"/>
              <a:ext cx="2038500" cy="650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1600">
                  <a:solidFill>
                    <a:schemeClr val="lt1"/>
                  </a:solidFill>
                  <a:latin typeface="Dosis"/>
                  <a:ea typeface="Dosis"/>
                  <a:cs typeface="Dosis"/>
                  <a:sym typeface="Dosis"/>
                </a:rPr>
                <a:t>Pluto is considered a dwarf planet</a:t>
              </a:r>
              <a:endParaRPr sz="1600">
                <a:solidFill>
                  <a:schemeClr val="lt1"/>
                </a:solidFill>
                <a:latin typeface="Dosis"/>
                <a:ea typeface="Dosis"/>
                <a:cs typeface="Dosis"/>
                <a:sym typeface="Dosis"/>
              </a:endParaRPr>
            </a:p>
          </p:txBody>
        </p:sp>
        <p:sp>
          <p:nvSpPr>
            <p:cNvPr id="1074" name="Google Shape;1074;p45"/>
            <p:cNvSpPr/>
            <p:nvPr/>
          </p:nvSpPr>
          <p:spPr>
            <a:xfrm>
              <a:off x="3374325" y="3437233"/>
              <a:ext cx="236100" cy="236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5" name="Google Shape;1075;p45"/>
          <p:cNvGrpSpPr/>
          <p:nvPr/>
        </p:nvGrpSpPr>
        <p:grpSpPr>
          <a:xfrm>
            <a:off x="6003775" y="1410058"/>
            <a:ext cx="2427035" cy="855644"/>
            <a:chOff x="6003775" y="3437233"/>
            <a:chExt cx="2427035" cy="855644"/>
          </a:xfrm>
        </p:grpSpPr>
        <p:sp>
          <p:nvSpPr>
            <p:cNvPr id="1076" name="Google Shape;1076;p45"/>
            <p:cNvSpPr txBox="1"/>
            <p:nvPr/>
          </p:nvSpPr>
          <p:spPr>
            <a:xfrm>
              <a:off x="6392310" y="3470610"/>
              <a:ext cx="2038500" cy="329591"/>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COUNTER ATTACK</a:t>
              </a:r>
              <a:endParaRPr sz="2000">
                <a:solidFill>
                  <a:schemeClr val="dk2"/>
                </a:solidFill>
                <a:latin typeface="Dosis SemiBold"/>
                <a:ea typeface="Dosis SemiBold"/>
                <a:cs typeface="Dosis SemiBold"/>
                <a:sym typeface="Dosis SemiBold"/>
              </a:endParaRPr>
            </a:p>
          </p:txBody>
        </p:sp>
        <p:sp>
          <p:nvSpPr>
            <p:cNvPr id="1077" name="Google Shape;1077;p45"/>
            <p:cNvSpPr txBox="1"/>
            <p:nvPr/>
          </p:nvSpPr>
          <p:spPr>
            <a:xfrm>
              <a:off x="6392303" y="3642477"/>
              <a:ext cx="2038500" cy="650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1600">
                  <a:solidFill>
                    <a:schemeClr val="lt1"/>
                  </a:solidFill>
                  <a:latin typeface="Dosis"/>
                  <a:ea typeface="Dosis"/>
                  <a:cs typeface="Dosis"/>
                  <a:sym typeface="Dosis"/>
                </a:rPr>
                <a:t>Neptune is the farthest planet from the Sun</a:t>
              </a:r>
              <a:endParaRPr sz="1600">
                <a:solidFill>
                  <a:schemeClr val="lt1"/>
                </a:solidFill>
                <a:latin typeface="Dosis"/>
                <a:ea typeface="Dosis"/>
                <a:cs typeface="Dosis"/>
                <a:sym typeface="Dosis"/>
              </a:endParaRPr>
            </a:p>
          </p:txBody>
        </p:sp>
        <p:sp>
          <p:nvSpPr>
            <p:cNvPr id="1078" name="Google Shape;1078;p45"/>
            <p:cNvSpPr/>
            <p:nvPr/>
          </p:nvSpPr>
          <p:spPr>
            <a:xfrm>
              <a:off x="6003775" y="3437233"/>
              <a:ext cx="236100" cy="236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pic>
        <p:nvPicPr>
          <p:cNvPr id="1083" name="Google Shape;1083;p46" title="Gráfico">
            <a:hlinkClick r:id="rId3"/>
          </p:cNvPr>
          <p:cNvPicPr preferRelativeResize="0"/>
          <p:nvPr/>
        </p:nvPicPr>
        <p:blipFill>
          <a:blip r:embed="rId4">
            <a:alphaModFix/>
          </a:blip>
          <a:stretch>
            <a:fillRect/>
          </a:stretch>
        </p:blipFill>
        <p:spPr>
          <a:xfrm>
            <a:off x="720000" y="1218715"/>
            <a:ext cx="5691450" cy="1641645"/>
          </a:xfrm>
          <a:prstGeom prst="rect">
            <a:avLst/>
          </a:prstGeom>
          <a:noFill/>
          <a:ln>
            <a:noFill/>
          </a:ln>
        </p:spPr>
      </p:pic>
      <p:sp>
        <p:nvSpPr>
          <p:cNvPr id="1084" name="Google Shape;1084;p46"/>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BASKETBALL LESSON</a:t>
            </a:r>
            <a:endParaRPr/>
          </a:p>
        </p:txBody>
      </p:sp>
      <p:sp>
        <p:nvSpPr>
          <p:cNvPr id="1085" name="Google Shape;1085;p46"/>
          <p:cNvSpPr txBox="1"/>
          <p:nvPr/>
        </p:nvSpPr>
        <p:spPr>
          <a:xfrm>
            <a:off x="713250" y="4236150"/>
            <a:ext cx="7717500" cy="27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1200">
                <a:solidFill>
                  <a:schemeClr val="lt1"/>
                </a:solidFill>
                <a:latin typeface="Dosis"/>
                <a:ea typeface="Dosis"/>
                <a:cs typeface="Dosis"/>
                <a:sym typeface="Dosis"/>
              </a:rPr>
              <a:t>Follow the link in the graph to modify its data and then paste the new one here. For more info, </a:t>
            </a:r>
            <a:r>
              <a:rPr b="1" lang="en" sz="1200">
                <a:solidFill>
                  <a:schemeClr val="lt1"/>
                </a:solidFill>
                <a:uFill>
                  <a:noFill/>
                </a:uFill>
                <a:latin typeface="Dosis"/>
                <a:ea typeface="Dosis"/>
                <a:cs typeface="Dosis"/>
                <a:sym typeface="Dosis"/>
                <a:hlinkClick r:id="rId5">
                  <a:extLst>
                    <a:ext uri="{A12FA001-AC4F-418D-AE19-62706E023703}">
                      <ahyp:hlinkClr val="tx"/>
                    </a:ext>
                  </a:extLst>
                </a:hlinkClick>
              </a:rPr>
              <a:t>click here</a:t>
            </a:r>
            <a:endParaRPr b="1" sz="1200">
              <a:solidFill>
                <a:schemeClr val="lt1"/>
              </a:solidFill>
              <a:latin typeface="Dosis"/>
              <a:ea typeface="Dosis"/>
              <a:cs typeface="Dosis"/>
              <a:sym typeface="Dosis"/>
            </a:endParaRPr>
          </a:p>
        </p:txBody>
      </p:sp>
      <p:sp>
        <p:nvSpPr>
          <p:cNvPr id="1086" name="Google Shape;1086;p46"/>
          <p:cNvSpPr/>
          <p:nvPr/>
        </p:nvSpPr>
        <p:spPr>
          <a:xfrm>
            <a:off x="2822049" y="3381125"/>
            <a:ext cx="763500" cy="457200"/>
          </a:xfrm>
          <a:prstGeom prst="upArrow">
            <a:avLst>
              <a:gd fmla="val 50000" name="adj1"/>
              <a:gd fmla="val 5000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7" name="Google Shape;1087;p46"/>
          <p:cNvGrpSpPr/>
          <p:nvPr/>
        </p:nvGrpSpPr>
        <p:grpSpPr>
          <a:xfrm>
            <a:off x="6490050" y="1151663"/>
            <a:ext cx="1940700" cy="2787912"/>
            <a:chOff x="6490050" y="1151663"/>
            <a:chExt cx="1940700" cy="2787912"/>
          </a:xfrm>
        </p:grpSpPr>
        <p:sp>
          <p:nvSpPr>
            <p:cNvPr id="1088" name="Google Shape;1088;p46"/>
            <p:cNvSpPr/>
            <p:nvPr/>
          </p:nvSpPr>
          <p:spPr>
            <a:xfrm>
              <a:off x="7279350" y="1151663"/>
              <a:ext cx="1151400" cy="478200"/>
            </a:xfrm>
            <a:prstGeom prst="roundRect">
              <a:avLst>
                <a:gd fmla="val 0" name="adj"/>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None/>
              </a:pPr>
              <a:r>
                <a:rPr lang="en" sz="2000">
                  <a:solidFill>
                    <a:schemeClr val="lt1"/>
                  </a:solidFill>
                  <a:latin typeface="Dosis SemiBold"/>
                  <a:ea typeface="Dosis SemiBold"/>
                  <a:cs typeface="Dosis SemiBold"/>
                  <a:sym typeface="Dosis SemiBold"/>
                </a:rPr>
                <a:t>SEASON 1</a:t>
              </a:r>
              <a:endParaRPr sz="2000">
                <a:solidFill>
                  <a:schemeClr val="lt1"/>
                </a:solidFill>
                <a:latin typeface="Dosis SemiBold"/>
                <a:ea typeface="Dosis SemiBold"/>
                <a:cs typeface="Dosis SemiBold"/>
                <a:sym typeface="Dosis SemiBold"/>
              </a:endParaRPr>
            </a:p>
          </p:txBody>
        </p:sp>
        <p:sp>
          <p:nvSpPr>
            <p:cNvPr id="1089" name="Google Shape;1089;p46"/>
            <p:cNvSpPr/>
            <p:nvPr/>
          </p:nvSpPr>
          <p:spPr>
            <a:xfrm>
              <a:off x="6490050" y="2463274"/>
              <a:ext cx="1940700" cy="1476300"/>
            </a:xfrm>
            <a:prstGeom prst="roundRect">
              <a:avLst>
                <a:gd fmla="val 0" name="adj"/>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0"/>
                </a:spcAft>
                <a:buNone/>
              </a:pPr>
              <a:r>
                <a:rPr lang="en" sz="1600">
                  <a:solidFill>
                    <a:schemeClr val="lt1"/>
                  </a:solidFill>
                  <a:latin typeface="Dosis"/>
                  <a:ea typeface="Dosis"/>
                  <a:cs typeface="Dosis"/>
                  <a:sym typeface="Dosis"/>
                </a:rPr>
                <a:t>Mercury is the closest planet to the Sun and the smallest one of all the planets in the Solar System</a:t>
              </a:r>
              <a:endParaRPr sz="1600">
                <a:solidFill>
                  <a:schemeClr val="lt1"/>
                </a:solidFill>
                <a:latin typeface="Dosis"/>
                <a:ea typeface="Dosis"/>
                <a:cs typeface="Dosis"/>
                <a:sym typeface="Dosis"/>
              </a:endParaRPr>
            </a:p>
          </p:txBody>
        </p:sp>
        <p:sp>
          <p:nvSpPr>
            <p:cNvPr id="1090" name="Google Shape;1090;p46"/>
            <p:cNvSpPr/>
            <p:nvPr/>
          </p:nvSpPr>
          <p:spPr>
            <a:xfrm>
              <a:off x="6490050" y="1629878"/>
              <a:ext cx="1940700" cy="833400"/>
            </a:xfrm>
            <a:prstGeom prst="roundRect">
              <a:avLst>
                <a:gd fmla="val 0" name="adj"/>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COMMITTED FAULTS</a:t>
              </a:r>
              <a:endParaRPr sz="2000">
                <a:solidFill>
                  <a:schemeClr val="dk2"/>
                </a:solidFill>
                <a:latin typeface="Dosis SemiBold"/>
                <a:ea typeface="Dosis SemiBold"/>
                <a:cs typeface="Dosis SemiBold"/>
                <a:sym typeface="Dosis SemiBold"/>
              </a:endParaRPr>
            </a:p>
          </p:txBody>
        </p:sp>
      </p:grpSp>
      <p:grpSp>
        <p:nvGrpSpPr>
          <p:cNvPr id="1091" name="Google Shape;1091;p46"/>
          <p:cNvGrpSpPr/>
          <p:nvPr/>
        </p:nvGrpSpPr>
        <p:grpSpPr>
          <a:xfrm>
            <a:off x="1015458" y="3263250"/>
            <a:ext cx="4259342" cy="676200"/>
            <a:chOff x="1015458" y="3263250"/>
            <a:chExt cx="4259342" cy="676200"/>
          </a:xfrm>
        </p:grpSpPr>
        <p:sp>
          <p:nvSpPr>
            <p:cNvPr id="1092" name="Google Shape;1092;p46"/>
            <p:cNvSpPr txBox="1"/>
            <p:nvPr/>
          </p:nvSpPr>
          <p:spPr>
            <a:xfrm>
              <a:off x="1015458" y="3263250"/>
              <a:ext cx="1806600" cy="676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sz="2000">
                  <a:solidFill>
                    <a:schemeClr val="dk2"/>
                  </a:solidFill>
                  <a:latin typeface="Dosis SemiBold"/>
                  <a:ea typeface="Dosis SemiBold"/>
                  <a:cs typeface="Dosis SemiBold"/>
                  <a:sym typeface="Dosis SemiBold"/>
                </a:rPr>
                <a:t>TOTAL FAULTS</a:t>
              </a:r>
              <a:endParaRPr sz="2000">
                <a:solidFill>
                  <a:schemeClr val="dk2"/>
                </a:solidFill>
                <a:latin typeface="Dosis SemiBold"/>
                <a:ea typeface="Dosis SemiBold"/>
                <a:cs typeface="Dosis SemiBold"/>
                <a:sym typeface="Dosis SemiBold"/>
              </a:endParaRPr>
            </a:p>
          </p:txBody>
        </p:sp>
        <p:sp>
          <p:nvSpPr>
            <p:cNvPr id="1093" name="Google Shape;1093;p46"/>
            <p:cNvSpPr/>
            <p:nvPr/>
          </p:nvSpPr>
          <p:spPr>
            <a:xfrm>
              <a:off x="3805725" y="3381125"/>
              <a:ext cx="1469074" cy="457220"/>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100">
                  <a:solidFill>
                    <a:schemeClr val="lt1"/>
                  </a:solidFill>
                  <a:latin typeface="Bevan"/>
                  <a:ea typeface="Bevan"/>
                  <a:cs typeface="Bevan"/>
                  <a:sym typeface="Bevan"/>
                </a:rPr>
                <a:t>+</a:t>
              </a:r>
              <a:r>
                <a:rPr lang="en" sz="2100">
                  <a:solidFill>
                    <a:schemeClr val="lt1"/>
                  </a:solidFill>
                  <a:latin typeface="Bevan"/>
                  <a:ea typeface="Bevan"/>
                  <a:cs typeface="Bevan"/>
                  <a:sym typeface="Bevan"/>
                </a:rPr>
                <a:t>25%</a:t>
              </a:r>
              <a:endParaRPr sz="2100">
                <a:solidFill>
                  <a:schemeClr val="lt1"/>
                </a:solidFill>
                <a:latin typeface="Bevan"/>
                <a:ea typeface="Bevan"/>
                <a:cs typeface="Bevan"/>
                <a:sym typeface="Bevan"/>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097" name="Shape 1097"/>
        <p:cNvGrpSpPr/>
        <p:nvPr/>
      </p:nvGrpSpPr>
      <p:grpSpPr>
        <a:xfrm>
          <a:off x="0" y="0"/>
          <a:ext cx="0" cy="0"/>
          <a:chOff x="0" y="0"/>
          <a:chExt cx="0" cy="0"/>
        </a:xfrm>
      </p:grpSpPr>
      <p:sp>
        <p:nvSpPr>
          <p:cNvPr id="1098" name="Google Shape;1098;p47"/>
          <p:cNvSpPr txBox="1"/>
          <p:nvPr/>
        </p:nvSpPr>
        <p:spPr>
          <a:xfrm>
            <a:off x="1048350" y="323850"/>
            <a:ext cx="70473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Instructions for use</a:t>
            </a:r>
            <a:endParaRPr sz="2400">
              <a:solidFill>
                <a:srgbClr val="FFFFFF"/>
              </a:solidFill>
            </a:endParaRPr>
          </a:p>
        </p:txBody>
      </p:sp>
      <p:sp>
        <p:nvSpPr>
          <p:cNvPr id="1099" name="Google Shape;1099;p47"/>
          <p:cNvSpPr txBox="1"/>
          <p:nvPr/>
        </p:nvSpPr>
        <p:spPr>
          <a:xfrm>
            <a:off x="1048350" y="4314290"/>
            <a:ext cx="7047300" cy="440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000">
                <a:solidFill>
                  <a:srgbClr val="FFFFFF"/>
                </a:solidFill>
              </a:rPr>
              <a:t>For more information about editing slides, please read</a:t>
            </a:r>
            <a:r>
              <a:rPr lang="en" sz="900">
                <a:solidFill>
                  <a:srgbClr val="FFFFFF"/>
                </a:solidFill>
              </a:rPr>
              <a:t> </a:t>
            </a:r>
            <a:r>
              <a:rPr lang="en" sz="1000">
                <a:solidFill>
                  <a:srgbClr val="FFFFFF"/>
                </a:solidFill>
              </a:rPr>
              <a:t>our FAQs or visit our blog:</a:t>
            </a:r>
            <a:endParaRPr sz="1000">
              <a:solidFill>
                <a:srgbClr val="FFFFFF"/>
              </a:solidFill>
            </a:endParaRPr>
          </a:p>
          <a:p>
            <a:pPr indent="0" lvl="0" marL="0" rtl="0" algn="ctr">
              <a:lnSpc>
                <a:spcPct val="115000"/>
              </a:lnSpc>
              <a:spcBef>
                <a:spcPts val="0"/>
              </a:spcBef>
              <a:spcAft>
                <a:spcPts val="0"/>
              </a:spcAft>
              <a:buNone/>
            </a:pPr>
            <a:r>
              <a:rPr lang="en" sz="1000" u="sng">
                <a:solidFill>
                  <a:srgbClr val="869FB2"/>
                </a:solidFill>
                <a:hlinkClick r:id="rId3">
                  <a:extLst>
                    <a:ext uri="{A12FA001-AC4F-418D-AE19-62706E023703}">
                      <ahyp:hlinkClr val="tx"/>
                    </a:ext>
                  </a:extLst>
                </a:hlinkClick>
              </a:rPr>
              <a:t>https://slidesgo.com/faqs</a:t>
            </a:r>
            <a:r>
              <a:rPr lang="en" sz="1200">
                <a:solidFill>
                  <a:srgbClr val="FFFFFF"/>
                </a:solidFill>
              </a:rPr>
              <a:t> </a:t>
            </a:r>
            <a:r>
              <a:rPr lang="en" sz="1000">
                <a:solidFill>
                  <a:srgbClr val="FFFFFF"/>
                </a:solidFill>
              </a:rPr>
              <a:t>and</a:t>
            </a:r>
            <a:r>
              <a:rPr lang="en" sz="1200">
                <a:solidFill>
                  <a:srgbClr val="FFFFFF"/>
                </a:solidFill>
              </a:rPr>
              <a:t> </a:t>
            </a:r>
            <a:r>
              <a:rPr lang="en" sz="1000" u="sng">
                <a:solidFill>
                  <a:srgbClr val="869FB2"/>
                </a:solidFill>
                <a:hlinkClick r:id="rId4">
                  <a:extLst>
                    <a:ext uri="{A12FA001-AC4F-418D-AE19-62706E023703}">
                      <ahyp:hlinkClr val="tx"/>
                    </a:ext>
                  </a:extLst>
                </a:hlinkClick>
              </a:rPr>
              <a:t>https://slidesgo.com/slidesgo-school</a:t>
            </a:r>
            <a:endParaRPr sz="1000" u="sng">
              <a:solidFill>
                <a:srgbClr val="869FB2"/>
              </a:solidFill>
            </a:endParaRPr>
          </a:p>
        </p:txBody>
      </p:sp>
      <p:sp>
        <p:nvSpPr>
          <p:cNvPr id="1100" name="Google Shape;1100;p47"/>
          <p:cNvSpPr txBox="1"/>
          <p:nvPr/>
        </p:nvSpPr>
        <p:spPr>
          <a:xfrm>
            <a:off x="1048350" y="902900"/>
            <a:ext cx="7047300" cy="268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rgbClr val="000000"/>
              </a:buClr>
              <a:buSzPts val="1100"/>
              <a:buFont typeface="Arial"/>
              <a:buNone/>
            </a:pPr>
            <a:r>
              <a:rPr lang="en" sz="1000">
                <a:solidFill>
                  <a:srgbClr val="FFFFFF"/>
                </a:solidFill>
              </a:rPr>
              <a:t>If you have a free account, in order to use this template, you must credit </a:t>
            </a:r>
            <a:r>
              <a:rPr b="1" lang="en" sz="1000" u="sng">
                <a:solidFill>
                  <a:srgbClr val="869FB2"/>
                </a:solidFill>
                <a:hlinkClick r:id="rId5">
                  <a:extLst>
                    <a:ext uri="{A12FA001-AC4F-418D-AE19-62706E023703}">
                      <ahyp:hlinkClr val="tx"/>
                    </a:ext>
                  </a:extLst>
                </a:hlinkClick>
              </a:rPr>
              <a:t>Slidesgo</a:t>
            </a:r>
            <a:r>
              <a:rPr lang="en" sz="1000">
                <a:solidFill>
                  <a:srgbClr val="435D74"/>
                </a:solidFill>
              </a:rPr>
              <a:t> </a:t>
            </a:r>
            <a:r>
              <a:rPr lang="en" sz="1000">
                <a:solidFill>
                  <a:srgbClr val="FFFFFF"/>
                </a:solidFill>
              </a:rPr>
              <a:t>in your final presentation. Please refer to the next slide to read the instructions for premium users.</a:t>
            </a:r>
            <a:endParaRPr sz="1000">
              <a:solidFill>
                <a:srgbClr val="FFFFFF"/>
              </a:solidFill>
            </a:endParaRPr>
          </a:p>
          <a:p>
            <a:pPr indent="0" lvl="0" marL="0" rtl="0" algn="l">
              <a:lnSpc>
                <a:spcPct val="115000"/>
              </a:lnSpc>
              <a:spcBef>
                <a:spcPts val="1400"/>
              </a:spcBef>
              <a:spcAft>
                <a:spcPts val="0"/>
              </a:spcAft>
              <a:buClr>
                <a:srgbClr val="000000"/>
              </a:buClr>
              <a:buSzPts val="1100"/>
              <a:buFont typeface="Arial"/>
              <a:buNone/>
            </a:pPr>
            <a:r>
              <a:rPr b="1" lang="en" sz="1000">
                <a:solidFill>
                  <a:srgbClr val="869FB2"/>
                </a:solidFill>
              </a:rPr>
              <a:t>As a Free user, you are allowed to:</a:t>
            </a:r>
            <a:endParaRPr b="1" sz="1000">
              <a:solidFill>
                <a:srgbClr val="869FB2"/>
              </a:solidFill>
            </a:endParaRPr>
          </a:p>
          <a:p>
            <a:pPr indent="0" lvl="0" marL="0" rtl="0" algn="l">
              <a:lnSpc>
                <a:spcPct val="115000"/>
              </a:lnSpc>
              <a:spcBef>
                <a:spcPts val="400"/>
              </a:spcBef>
              <a:spcAft>
                <a:spcPts val="0"/>
              </a:spcAft>
              <a:buClr>
                <a:srgbClr val="000000"/>
              </a:buClr>
              <a:buSzPts val="1100"/>
              <a:buFont typeface="Arial"/>
              <a:buNone/>
            </a:pPr>
            <a:r>
              <a:rPr lang="en" sz="1000">
                <a:solidFill>
                  <a:srgbClr val="FFFFFF"/>
                </a:solidFill>
              </a:rPr>
              <a:t>- Modify this template.</a:t>
            </a:r>
            <a:endParaRPr sz="1000">
              <a:solidFill>
                <a:srgbClr val="FFFFFF"/>
              </a:solidFill>
            </a:endParaRPr>
          </a:p>
          <a:p>
            <a:pPr indent="0" lvl="0" marL="0" rtl="0" algn="l">
              <a:lnSpc>
                <a:spcPct val="115000"/>
              </a:lnSpc>
              <a:spcBef>
                <a:spcPts val="0"/>
              </a:spcBef>
              <a:spcAft>
                <a:spcPts val="0"/>
              </a:spcAft>
              <a:buClr>
                <a:srgbClr val="000000"/>
              </a:buClr>
              <a:buSzPts val="1100"/>
              <a:buFont typeface="Arial"/>
              <a:buNone/>
            </a:pPr>
            <a:r>
              <a:rPr lang="en" sz="1000">
                <a:solidFill>
                  <a:srgbClr val="FFFFFF"/>
                </a:solidFill>
              </a:rPr>
              <a:t>- Use it for both personal and commercial projects.</a:t>
            </a:r>
            <a:endParaRPr sz="1000">
              <a:solidFill>
                <a:srgbClr val="FFFFFF"/>
              </a:solidFill>
            </a:endParaRPr>
          </a:p>
          <a:p>
            <a:pPr indent="0" lvl="0" marL="0" rtl="0" algn="l">
              <a:lnSpc>
                <a:spcPct val="115000"/>
              </a:lnSpc>
              <a:spcBef>
                <a:spcPts val="1400"/>
              </a:spcBef>
              <a:spcAft>
                <a:spcPts val="0"/>
              </a:spcAft>
              <a:buClr>
                <a:srgbClr val="000000"/>
              </a:buClr>
              <a:buSzPts val="1100"/>
              <a:buFont typeface="Arial"/>
              <a:buNone/>
            </a:pPr>
            <a:r>
              <a:rPr b="1" lang="en" sz="1000">
                <a:solidFill>
                  <a:srgbClr val="869FB2"/>
                </a:solidFill>
              </a:rPr>
              <a:t>You are not allowed to:</a:t>
            </a:r>
            <a:endParaRPr b="1" sz="1000">
              <a:solidFill>
                <a:srgbClr val="869FB2"/>
              </a:solidFill>
            </a:endParaRPr>
          </a:p>
          <a:p>
            <a:pPr indent="0" lvl="0" marL="0" rtl="0" algn="l">
              <a:lnSpc>
                <a:spcPct val="115000"/>
              </a:lnSpc>
              <a:spcBef>
                <a:spcPts val="400"/>
              </a:spcBef>
              <a:spcAft>
                <a:spcPts val="0"/>
              </a:spcAft>
              <a:buClr>
                <a:srgbClr val="000000"/>
              </a:buClr>
              <a:buSzPts val="1100"/>
              <a:buFont typeface="Arial"/>
              <a:buNone/>
            </a:pPr>
            <a:r>
              <a:rPr lang="en" sz="1000">
                <a:solidFill>
                  <a:srgbClr val="FFFFFF"/>
                </a:solidFill>
              </a:rPr>
              <a:t>- Sublicense, sell or rent any of Slidesgo Content (or a modified version of Slidesgo Content).</a:t>
            </a:r>
            <a:endParaRPr sz="1000">
              <a:solidFill>
                <a:srgbClr val="FFFFFF"/>
              </a:solidFill>
            </a:endParaRPr>
          </a:p>
          <a:p>
            <a:pPr indent="0" lvl="0" marL="0" rtl="0" algn="l">
              <a:lnSpc>
                <a:spcPct val="115000"/>
              </a:lnSpc>
              <a:spcBef>
                <a:spcPts val="0"/>
              </a:spcBef>
              <a:spcAft>
                <a:spcPts val="0"/>
              </a:spcAft>
              <a:buClr>
                <a:srgbClr val="000000"/>
              </a:buClr>
              <a:buSzPts val="1100"/>
              <a:buFont typeface="Arial"/>
              <a:buNone/>
            </a:pPr>
            <a:r>
              <a:rPr lang="en" sz="1000">
                <a:solidFill>
                  <a:srgbClr val="FFFFFF"/>
                </a:solidFill>
              </a:rPr>
              <a:t>- Distribute Slidesgo Content unless it has been expressly authorized by Slidesgo.</a:t>
            </a:r>
            <a:endParaRPr sz="1000">
              <a:solidFill>
                <a:srgbClr val="FFFFFF"/>
              </a:solidFill>
            </a:endParaRPr>
          </a:p>
          <a:p>
            <a:pPr indent="0" lvl="0" marL="0" rtl="0" algn="l">
              <a:lnSpc>
                <a:spcPct val="115000"/>
              </a:lnSpc>
              <a:spcBef>
                <a:spcPts val="0"/>
              </a:spcBef>
              <a:spcAft>
                <a:spcPts val="0"/>
              </a:spcAft>
              <a:buClr>
                <a:srgbClr val="000000"/>
              </a:buClr>
              <a:buSzPts val="1100"/>
              <a:buFont typeface="Arial"/>
              <a:buNone/>
            </a:pPr>
            <a:r>
              <a:rPr lang="en" sz="1000">
                <a:solidFill>
                  <a:srgbClr val="FFFFFF"/>
                </a:solidFill>
              </a:rPr>
              <a:t>- Include Slidesgo Content in an online or offline database or file.</a:t>
            </a:r>
            <a:endParaRPr sz="1000">
              <a:solidFill>
                <a:srgbClr val="FFFFFF"/>
              </a:solidFill>
            </a:endParaRPr>
          </a:p>
          <a:p>
            <a:pPr indent="0" lvl="0" marL="0" rtl="0" algn="l">
              <a:lnSpc>
                <a:spcPct val="115000"/>
              </a:lnSpc>
              <a:spcBef>
                <a:spcPts val="0"/>
              </a:spcBef>
              <a:spcAft>
                <a:spcPts val="0"/>
              </a:spcAft>
              <a:buClr>
                <a:srgbClr val="000000"/>
              </a:buClr>
              <a:buSzPts val="1100"/>
              <a:buFont typeface="Arial"/>
              <a:buNone/>
            </a:pPr>
            <a:r>
              <a:rPr lang="en" sz="1000">
                <a:solidFill>
                  <a:srgbClr val="FFFFFF"/>
                </a:solidFill>
              </a:rPr>
              <a:t>- Offer Slidesgo templates (or modified versions of Slidesgo templates) for download.</a:t>
            </a:r>
            <a:endParaRPr sz="1000">
              <a:solidFill>
                <a:srgbClr val="FFFFFF"/>
              </a:solidFill>
            </a:endParaRPr>
          </a:p>
          <a:p>
            <a:pPr indent="0" lvl="0" marL="0" rtl="0" algn="l">
              <a:lnSpc>
                <a:spcPct val="115000"/>
              </a:lnSpc>
              <a:spcBef>
                <a:spcPts val="0"/>
              </a:spcBef>
              <a:spcAft>
                <a:spcPts val="0"/>
              </a:spcAft>
              <a:buClr>
                <a:srgbClr val="000000"/>
              </a:buClr>
              <a:buSzPts val="1100"/>
              <a:buFont typeface="Arial"/>
              <a:buNone/>
            </a:pPr>
            <a:r>
              <a:rPr lang="en" sz="1000">
                <a:solidFill>
                  <a:srgbClr val="FFFFFF"/>
                </a:solidFill>
              </a:rPr>
              <a:t>- Acquire the copyright of Slidesgo Content.</a:t>
            </a:r>
            <a:endParaRPr sz="1000">
              <a:solidFill>
                <a:srgbClr val="FFFFFF"/>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104" name="Shape 1104"/>
        <p:cNvGrpSpPr/>
        <p:nvPr/>
      </p:nvGrpSpPr>
      <p:grpSpPr>
        <a:xfrm>
          <a:off x="0" y="0"/>
          <a:ext cx="0" cy="0"/>
          <a:chOff x="0" y="0"/>
          <a:chExt cx="0" cy="0"/>
        </a:xfrm>
      </p:grpSpPr>
      <p:sp>
        <p:nvSpPr>
          <p:cNvPr id="1105" name="Google Shape;1105;p48"/>
          <p:cNvSpPr txBox="1"/>
          <p:nvPr/>
        </p:nvSpPr>
        <p:spPr>
          <a:xfrm>
            <a:off x="1048350" y="323850"/>
            <a:ext cx="70473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Instructions for use (premium users)</a:t>
            </a:r>
            <a:endParaRPr sz="2400">
              <a:solidFill>
                <a:srgbClr val="FFFFFF"/>
              </a:solidFill>
            </a:endParaRPr>
          </a:p>
        </p:txBody>
      </p:sp>
      <p:sp>
        <p:nvSpPr>
          <p:cNvPr id="1106" name="Google Shape;1106;p48"/>
          <p:cNvSpPr txBox="1"/>
          <p:nvPr/>
        </p:nvSpPr>
        <p:spPr>
          <a:xfrm>
            <a:off x="1048350" y="902900"/>
            <a:ext cx="7047300" cy="392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lang="en" sz="1000">
                <a:solidFill>
                  <a:schemeClr val="lt1"/>
                </a:solidFill>
              </a:rPr>
              <a:t>As a Premium user, you can use this template without attributing </a:t>
            </a:r>
            <a:r>
              <a:rPr b="1" lang="en" sz="1000">
                <a:solidFill>
                  <a:schemeClr val="hlink"/>
                </a:solidFill>
                <a:uFill>
                  <a:noFill/>
                </a:uFill>
                <a:hlinkClick r:id="rId3"/>
              </a:rPr>
              <a:t>Slidesgo</a:t>
            </a:r>
            <a:r>
              <a:rPr lang="en" sz="900">
                <a:solidFill>
                  <a:schemeClr val="lt1"/>
                </a:solidFill>
              </a:rPr>
              <a:t>.</a:t>
            </a:r>
            <a:endParaRPr sz="900">
              <a:solidFill>
                <a:schemeClr val="lt1"/>
              </a:solidFill>
            </a:endParaRPr>
          </a:p>
          <a:p>
            <a:pPr indent="0" lvl="0" marL="0" rtl="0" algn="l">
              <a:lnSpc>
                <a:spcPct val="115000"/>
              </a:lnSpc>
              <a:spcBef>
                <a:spcPts val="1400"/>
              </a:spcBef>
              <a:spcAft>
                <a:spcPts val="0"/>
              </a:spcAft>
              <a:buClr>
                <a:schemeClr val="dk1"/>
              </a:buClr>
              <a:buSzPts val="1100"/>
              <a:buFont typeface="Arial"/>
              <a:buNone/>
            </a:pPr>
            <a:r>
              <a:rPr b="1" lang="en" sz="1000">
                <a:solidFill>
                  <a:srgbClr val="869FB2"/>
                </a:solidFill>
              </a:rPr>
              <a:t>You are allowed to:</a:t>
            </a:r>
            <a:endParaRPr b="1" sz="1000">
              <a:solidFill>
                <a:srgbClr val="869FB2"/>
              </a:solidFill>
            </a:endParaRPr>
          </a:p>
          <a:p>
            <a:pPr indent="-292100" lvl="0" marL="457200" rtl="0" algn="l">
              <a:lnSpc>
                <a:spcPct val="115000"/>
              </a:lnSpc>
              <a:spcBef>
                <a:spcPts val="400"/>
              </a:spcBef>
              <a:spcAft>
                <a:spcPts val="0"/>
              </a:spcAft>
              <a:buClr>
                <a:srgbClr val="FFFFFF"/>
              </a:buClr>
              <a:buSzPts val="1000"/>
              <a:buFont typeface="Arial"/>
              <a:buChar char="●"/>
            </a:pPr>
            <a:r>
              <a:rPr lang="en" sz="1000">
                <a:solidFill>
                  <a:srgbClr val="FFFFFF"/>
                </a:solidFill>
              </a:rPr>
              <a:t>Modify this template.</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Use it for both personal and commercial purposes.</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Share this template in an editable format with people who are not part of your team.</a:t>
            </a:r>
            <a:endParaRPr sz="1000">
              <a:solidFill>
                <a:srgbClr val="FFFFFF"/>
              </a:solidFill>
            </a:endParaRPr>
          </a:p>
          <a:p>
            <a:pPr indent="0" lvl="0" marL="0" rtl="0" algn="l">
              <a:lnSpc>
                <a:spcPct val="115000"/>
              </a:lnSpc>
              <a:spcBef>
                <a:spcPts val="1400"/>
              </a:spcBef>
              <a:spcAft>
                <a:spcPts val="0"/>
              </a:spcAft>
              <a:buNone/>
            </a:pPr>
            <a:r>
              <a:rPr b="1" lang="en" sz="1000">
                <a:solidFill>
                  <a:srgbClr val="869FB2"/>
                </a:solidFill>
              </a:rPr>
              <a:t>You are not allowed to:</a:t>
            </a:r>
            <a:endParaRPr b="1" sz="1000">
              <a:solidFill>
                <a:srgbClr val="869FB2"/>
              </a:solidFill>
            </a:endParaRPr>
          </a:p>
          <a:p>
            <a:pPr indent="-292100" lvl="0" marL="457200" rtl="0" algn="l">
              <a:lnSpc>
                <a:spcPct val="115000"/>
              </a:lnSpc>
              <a:spcBef>
                <a:spcPts val="400"/>
              </a:spcBef>
              <a:spcAft>
                <a:spcPts val="0"/>
              </a:spcAft>
              <a:buClr>
                <a:srgbClr val="FFFFFF"/>
              </a:buClr>
              <a:buSzPts val="1000"/>
              <a:buFont typeface="Arial"/>
              <a:buChar char="●"/>
            </a:pPr>
            <a:r>
              <a:rPr lang="en" sz="1000">
                <a:solidFill>
                  <a:srgbClr val="FFFFFF"/>
                </a:solidFill>
              </a:rPr>
              <a:t>Sublicense, sell or rent this Slidesgo Template (or a modified version of this Slidesgo Template).</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Distribute this Slidesgo Template (or a modified version of this Slidesgo Template) or include it in a database or in any other product or service that offers downloadable images, icons or presentations that may be subject to distribution or resale.</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Use any of the elements that are part of this Slidesgo Template in an isolated and separated way from this Template.</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Register any of the elements that are part of this template as a trademark or logo, or register it as a work in an intellectual property registry or similar.</a:t>
            </a:r>
            <a:endParaRPr sz="1000">
              <a:solidFill>
                <a:srgbClr val="FFFFFF"/>
              </a:solidFill>
            </a:endParaRPr>
          </a:p>
          <a:p>
            <a:pPr indent="0" lvl="0" marL="0" rtl="0" algn="l">
              <a:lnSpc>
                <a:spcPct val="115000"/>
              </a:lnSpc>
              <a:spcBef>
                <a:spcPts val="0"/>
              </a:spcBef>
              <a:spcAft>
                <a:spcPts val="0"/>
              </a:spcAft>
              <a:buNone/>
            </a:pPr>
            <a:r>
              <a:t/>
            </a:r>
            <a:endParaRPr sz="1000">
              <a:solidFill>
                <a:srgbClr val="FFFFFF"/>
              </a:solidFill>
            </a:endParaRPr>
          </a:p>
          <a:p>
            <a:pPr indent="0" lvl="0" marL="0" rtl="0" algn="l">
              <a:lnSpc>
                <a:spcPct val="115000"/>
              </a:lnSpc>
              <a:spcBef>
                <a:spcPts val="0"/>
              </a:spcBef>
              <a:spcAft>
                <a:spcPts val="0"/>
              </a:spcAft>
              <a:buNone/>
            </a:pPr>
            <a:r>
              <a:t/>
            </a:r>
            <a:endParaRPr sz="1000">
              <a:solidFill>
                <a:srgbClr val="FFFFFF"/>
              </a:solidFill>
            </a:endParaRPr>
          </a:p>
        </p:txBody>
      </p:sp>
      <p:sp>
        <p:nvSpPr>
          <p:cNvPr id="1107" name="Google Shape;1107;p48"/>
          <p:cNvSpPr txBox="1"/>
          <p:nvPr/>
        </p:nvSpPr>
        <p:spPr>
          <a:xfrm>
            <a:off x="1048350" y="4314290"/>
            <a:ext cx="7047300" cy="440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000">
                <a:solidFill>
                  <a:srgbClr val="FFFFFF"/>
                </a:solidFill>
              </a:rPr>
              <a:t>For more information about editing slides, please read</a:t>
            </a:r>
            <a:r>
              <a:rPr lang="en" sz="900">
                <a:solidFill>
                  <a:srgbClr val="FFFFFF"/>
                </a:solidFill>
              </a:rPr>
              <a:t> </a:t>
            </a:r>
            <a:r>
              <a:rPr lang="en" sz="1000">
                <a:solidFill>
                  <a:srgbClr val="FFFFFF"/>
                </a:solidFill>
              </a:rPr>
              <a:t>our FAQs or visit our blog:</a:t>
            </a:r>
            <a:endParaRPr sz="1000">
              <a:solidFill>
                <a:srgbClr val="FFFFFF"/>
              </a:solidFill>
            </a:endParaRPr>
          </a:p>
          <a:p>
            <a:pPr indent="0" lvl="0" marL="0" rtl="0" algn="ctr">
              <a:lnSpc>
                <a:spcPct val="115000"/>
              </a:lnSpc>
              <a:spcBef>
                <a:spcPts val="0"/>
              </a:spcBef>
              <a:spcAft>
                <a:spcPts val="0"/>
              </a:spcAft>
              <a:buNone/>
            </a:pPr>
            <a:r>
              <a:rPr lang="en" sz="1000" u="sng">
                <a:solidFill>
                  <a:srgbClr val="869FB2"/>
                </a:solidFill>
                <a:hlinkClick r:id="rId4">
                  <a:extLst>
                    <a:ext uri="{A12FA001-AC4F-418D-AE19-62706E023703}">
                      <ahyp:hlinkClr val="tx"/>
                    </a:ext>
                  </a:extLst>
                </a:hlinkClick>
              </a:rPr>
              <a:t>https://slidesgo.com/faqs</a:t>
            </a:r>
            <a:r>
              <a:rPr lang="en" sz="1200">
                <a:solidFill>
                  <a:srgbClr val="FFFFFF"/>
                </a:solidFill>
              </a:rPr>
              <a:t> </a:t>
            </a:r>
            <a:r>
              <a:rPr lang="en" sz="1000">
                <a:solidFill>
                  <a:srgbClr val="FFFFFF"/>
                </a:solidFill>
              </a:rPr>
              <a:t>and</a:t>
            </a:r>
            <a:r>
              <a:rPr lang="en" sz="1200">
                <a:solidFill>
                  <a:srgbClr val="FFFFFF"/>
                </a:solidFill>
              </a:rPr>
              <a:t> </a:t>
            </a:r>
            <a:r>
              <a:rPr lang="en" sz="1000" u="sng">
                <a:solidFill>
                  <a:srgbClr val="869FB2"/>
                </a:solidFill>
                <a:hlinkClick r:id="rId5">
                  <a:extLst>
                    <a:ext uri="{A12FA001-AC4F-418D-AE19-62706E023703}">
                      <ahyp:hlinkClr val="tx"/>
                    </a:ext>
                  </a:extLst>
                </a:hlinkClick>
              </a:rPr>
              <a:t>https://slidesgo.com/slidesgo-school</a:t>
            </a:r>
            <a:endParaRPr sz="1000" u="sng">
              <a:solidFill>
                <a:srgbClr val="869FB2"/>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111" name="Shape 1111"/>
        <p:cNvGrpSpPr/>
        <p:nvPr/>
      </p:nvGrpSpPr>
      <p:grpSpPr>
        <a:xfrm>
          <a:off x="0" y="0"/>
          <a:ext cx="0" cy="0"/>
          <a:chOff x="0" y="0"/>
          <a:chExt cx="0" cy="0"/>
        </a:xfrm>
      </p:grpSpPr>
      <p:sp>
        <p:nvSpPr>
          <p:cNvPr id="1112" name="Google Shape;1112;p49"/>
          <p:cNvSpPr txBox="1"/>
          <p:nvPr>
            <p:ph idx="4294967295" type="title"/>
          </p:nvPr>
        </p:nvSpPr>
        <p:spPr>
          <a:xfrm>
            <a:off x="1048350" y="320040"/>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a:latin typeface="Arial"/>
                <a:ea typeface="Arial"/>
                <a:cs typeface="Arial"/>
                <a:sym typeface="Arial"/>
              </a:rPr>
              <a:t>Infographics</a:t>
            </a:r>
            <a:endParaRPr>
              <a:solidFill>
                <a:srgbClr val="FFFFFF"/>
              </a:solidFill>
              <a:latin typeface="Arial"/>
              <a:ea typeface="Arial"/>
              <a:cs typeface="Arial"/>
              <a:sym typeface="Arial"/>
            </a:endParaRPr>
          </a:p>
        </p:txBody>
      </p:sp>
      <p:sp>
        <p:nvSpPr>
          <p:cNvPr id="1113" name="Google Shape;1113;p49"/>
          <p:cNvSpPr txBox="1"/>
          <p:nvPr>
            <p:ph idx="4294967295" type="body"/>
          </p:nvPr>
        </p:nvSpPr>
        <p:spPr>
          <a:xfrm>
            <a:off x="943675" y="1084204"/>
            <a:ext cx="7079400" cy="318300"/>
          </a:xfrm>
          <a:prstGeom prst="rect">
            <a:avLst/>
          </a:prstGeom>
        </p:spPr>
        <p:txBody>
          <a:bodyPr anchorCtr="0" anchor="t" bIns="91425" lIns="91425" spcFirstLastPara="1" rIns="91425" wrap="square" tIns="91425">
            <a:noAutofit/>
          </a:bodyPr>
          <a:lstStyle/>
          <a:p>
            <a:pPr indent="0" lvl="0" marL="114300" rtl="0" algn="l">
              <a:spcBef>
                <a:spcPts val="0"/>
              </a:spcBef>
              <a:spcAft>
                <a:spcPts val="0"/>
              </a:spcAft>
              <a:buNone/>
            </a:pPr>
            <a:r>
              <a:rPr lang="en">
                <a:solidFill>
                  <a:schemeClr val="lt1"/>
                </a:solidFill>
                <a:latin typeface="Arial"/>
                <a:ea typeface="Arial"/>
                <a:cs typeface="Arial"/>
                <a:sym typeface="Arial"/>
              </a:rPr>
              <a:t>You can add and edit some </a:t>
            </a:r>
            <a:r>
              <a:rPr b="1" lang="en">
                <a:solidFill>
                  <a:srgbClr val="869FB2"/>
                </a:solidFill>
                <a:uFill>
                  <a:noFill/>
                </a:uFill>
                <a:latin typeface="Arial"/>
                <a:ea typeface="Arial"/>
                <a:cs typeface="Arial"/>
                <a:sym typeface="Arial"/>
                <a:hlinkClick r:id="rId3">
                  <a:extLst>
                    <a:ext uri="{A12FA001-AC4F-418D-AE19-62706E023703}">
                      <ahyp:hlinkClr val="tx"/>
                    </a:ext>
                  </a:extLst>
                </a:hlinkClick>
              </a:rPr>
              <a:t>i</a:t>
            </a:r>
            <a:r>
              <a:rPr b="1" lang="en">
                <a:solidFill>
                  <a:srgbClr val="869FB2"/>
                </a:solidFill>
                <a:uFill>
                  <a:noFill/>
                </a:uFill>
                <a:latin typeface="Arial"/>
                <a:ea typeface="Arial"/>
                <a:cs typeface="Arial"/>
                <a:sym typeface="Arial"/>
                <a:hlinkClick r:id="rId4">
                  <a:extLst>
                    <a:ext uri="{A12FA001-AC4F-418D-AE19-62706E023703}">
                      <ahyp:hlinkClr val="tx"/>
                    </a:ext>
                  </a:extLst>
                </a:hlinkClick>
              </a:rPr>
              <a:t>nfographics</a:t>
            </a:r>
            <a:r>
              <a:rPr lang="en">
                <a:solidFill>
                  <a:schemeClr val="lt1"/>
                </a:solidFill>
                <a:latin typeface="Arial"/>
                <a:ea typeface="Arial"/>
                <a:cs typeface="Arial"/>
                <a:sym typeface="Arial"/>
              </a:rPr>
              <a:t> </a:t>
            </a:r>
            <a:r>
              <a:rPr lang="en">
                <a:solidFill>
                  <a:schemeClr val="lt1"/>
                </a:solidFill>
                <a:latin typeface="Arial"/>
                <a:ea typeface="Arial"/>
                <a:cs typeface="Arial"/>
                <a:sym typeface="Arial"/>
              </a:rPr>
              <a:t>to your presentation to present your data in a visual way.</a:t>
            </a:r>
            <a:endParaRPr>
              <a:solidFill>
                <a:srgbClr val="FFFFFF"/>
              </a:solidFill>
              <a:latin typeface="Arial"/>
              <a:ea typeface="Arial"/>
              <a:cs typeface="Arial"/>
              <a:sym typeface="Arial"/>
            </a:endParaRPr>
          </a:p>
          <a:p>
            <a:pPr indent="0" lvl="0" marL="0" marR="0" rtl="0" algn="l">
              <a:lnSpc>
                <a:spcPct val="115000"/>
              </a:lnSpc>
              <a:spcBef>
                <a:spcPts val="0"/>
              </a:spcBef>
              <a:spcAft>
                <a:spcPts val="0"/>
              </a:spcAft>
              <a:buNone/>
            </a:pPr>
            <a:r>
              <a:t/>
            </a:r>
            <a:endParaRPr>
              <a:solidFill>
                <a:srgbClr val="869FB2"/>
              </a:solidFill>
              <a:latin typeface="Arial"/>
              <a:ea typeface="Arial"/>
              <a:cs typeface="Arial"/>
              <a:sym typeface="Arial"/>
            </a:endParaRPr>
          </a:p>
        </p:txBody>
      </p:sp>
      <p:sp>
        <p:nvSpPr>
          <p:cNvPr id="1114" name="Google Shape;1114;p49"/>
          <p:cNvSpPr txBox="1"/>
          <p:nvPr/>
        </p:nvSpPr>
        <p:spPr>
          <a:xfrm>
            <a:off x="943675" y="1487934"/>
            <a:ext cx="5571300" cy="29319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rgbClr val="FFFFFF"/>
              </a:buClr>
              <a:buSzPts val="1100"/>
              <a:buChar char="●"/>
            </a:pPr>
            <a:r>
              <a:rPr lang="en" sz="1100">
                <a:solidFill>
                  <a:srgbClr val="FFFFFF"/>
                </a:solidFill>
              </a:rPr>
              <a:t>Choose your favourite infographic and insert it in your presentation using Ctrl C + Ctrl V or Cmd C + Cmd V in Mac.</a:t>
            </a:r>
            <a:endParaRPr sz="1100">
              <a:solidFill>
                <a:srgbClr val="FFFFFF"/>
              </a:solidFill>
            </a:endParaRPr>
          </a:p>
          <a:p>
            <a:pPr indent="-298450" lvl="0" marL="457200" rtl="0" algn="l">
              <a:lnSpc>
                <a:spcPct val="115000"/>
              </a:lnSpc>
              <a:spcBef>
                <a:spcPts val="0"/>
              </a:spcBef>
              <a:spcAft>
                <a:spcPts val="0"/>
              </a:spcAft>
              <a:buClr>
                <a:srgbClr val="FFFFFF"/>
              </a:buClr>
              <a:buSzPts val="1100"/>
              <a:buFont typeface="Proxima Nova"/>
              <a:buChar char="●"/>
            </a:pPr>
            <a:r>
              <a:rPr lang="en" sz="1100">
                <a:solidFill>
                  <a:srgbClr val="FFFFFF"/>
                </a:solidFill>
              </a:rPr>
              <a:t>Select one of the parts and </a:t>
            </a:r>
            <a:r>
              <a:rPr b="1" lang="en" sz="1100">
                <a:solidFill>
                  <a:srgbClr val="869FB2"/>
                </a:solidFill>
              </a:rPr>
              <a:t>ungroup</a:t>
            </a:r>
            <a:r>
              <a:rPr lang="en" sz="1100">
                <a:solidFill>
                  <a:srgbClr val="FFFFFF"/>
                </a:solidFill>
              </a:rPr>
              <a:t> it by right-clicking and choosing “Ungroup”. </a:t>
            </a:r>
            <a:endParaRPr sz="1100">
              <a:solidFill>
                <a:srgbClr val="FFFFFF"/>
              </a:solidFill>
            </a:endParaRPr>
          </a:p>
          <a:p>
            <a:pPr indent="-298450" lvl="0" marL="457200" rtl="0" algn="l">
              <a:lnSpc>
                <a:spcPct val="115000"/>
              </a:lnSpc>
              <a:spcBef>
                <a:spcPts val="0"/>
              </a:spcBef>
              <a:spcAft>
                <a:spcPts val="0"/>
              </a:spcAft>
              <a:buClr>
                <a:srgbClr val="FFFFFF"/>
              </a:buClr>
              <a:buSzPts val="1100"/>
              <a:buFont typeface="Proxima Nova"/>
              <a:buChar char="●"/>
            </a:pPr>
            <a:r>
              <a:rPr b="1" lang="en" sz="1100">
                <a:solidFill>
                  <a:srgbClr val="869FB2"/>
                </a:solidFill>
              </a:rPr>
              <a:t>Change the color</a:t>
            </a:r>
            <a:r>
              <a:rPr lang="en" sz="1100">
                <a:solidFill>
                  <a:srgbClr val="FFFFFF"/>
                </a:solidFill>
              </a:rPr>
              <a:t> by clicking on the paint bucket. </a:t>
            </a:r>
            <a:endParaRPr sz="1100">
              <a:solidFill>
                <a:srgbClr val="FFFFFF"/>
              </a:solidFill>
            </a:endParaRPr>
          </a:p>
          <a:p>
            <a:pPr indent="-298450" lvl="0" marL="457200" rtl="0" algn="l">
              <a:lnSpc>
                <a:spcPct val="115000"/>
              </a:lnSpc>
              <a:spcBef>
                <a:spcPts val="0"/>
              </a:spcBef>
              <a:spcAft>
                <a:spcPts val="0"/>
              </a:spcAft>
              <a:buClr>
                <a:srgbClr val="FFFFFF"/>
              </a:buClr>
              <a:buSzPts val="1100"/>
              <a:buFont typeface="Proxima Nova"/>
              <a:buChar char="●"/>
            </a:pPr>
            <a:r>
              <a:rPr lang="en" sz="1100">
                <a:solidFill>
                  <a:srgbClr val="FFFFFF"/>
                </a:solidFill>
              </a:rPr>
              <a:t>Then </a:t>
            </a:r>
            <a:r>
              <a:rPr b="1" lang="en" sz="1100">
                <a:solidFill>
                  <a:srgbClr val="869FB2"/>
                </a:solidFill>
              </a:rPr>
              <a:t>resize</a:t>
            </a:r>
            <a:r>
              <a:rPr lang="en" sz="1100">
                <a:solidFill>
                  <a:srgbClr val="FFFFFF"/>
                </a:solidFill>
              </a:rPr>
              <a:t> the element by clicking and dragging one of the square-shaped points of its bounding box (the cursor should look like a double-headed arrow). Remember to hold Shift while dragging to keep the proportions.</a:t>
            </a:r>
            <a:endParaRPr sz="1100">
              <a:solidFill>
                <a:srgbClr val="FFFFFF"/>
              </a:solidFill>
            </a:endParaRPr>
          </a:p>
          <a:p>
            <a:pPr indent="-298450" lvl="0" marL="457200" rtl="0" algn="l">
              <a:lnSpc>
                <a:spcPct val="115000"/>
              </a:lnSpc>
              <a:spcBef>
                <a:spcPts val="0"/>
              </a:spcBef>
              <a:spcAft>
                <a:spcPts val="0"/>
              </a:spcAft>
              <a:buClr>
                <a:srgbClr val="FFFFFF"/>
              </a:buClr>
              <a:buSzPts val="1100"/>
              <a:buFont typeface="Proxima Nova"/>
              <a:buChar char="●"/>
            </a:pPr>
            <a:r>
              <a:rPr b="1" lang="en" sz="1100">
                <a:solidFill>
                  <a:srgbClr val="869FB2"/>
                </a:solidFill>
              </a:rPr>
              <a:t>Group</a:t>
            </a:r>
            <a:r>
              <a:rPr lang="en" sz="1100">
                <a:solidFill>
                  <a:srgbClr val="FFFFFF"/>
                </a:solidFill>
              </a:rPr>
              <a:t> the elements again by selecting them, right-clicking and choosing “Group”.</a:t>
            </a:r>
            <a:endParaRPr sz="1100">
              <a:solidFill>
                <a:srgbClr val="FFFFFF"/>
              </a:solidFill>
            </a:endParaRPr>
          </a:p>
          <a:p>
            <a:pPr indent="-298450" lvl="0" marL="457200" rtl="0" algn="l">
              <a:lnSpc>
                <a:spcPct val="115000"/>
              </a:lnSpc>
              <a:spcBef>
                <a:spcPts val="0"/>
              </a:spcBef>
              <a:spcAft>
                <a:spcPts val="0"/>
              </a:spcAft>
              <a:buClr>
                <a:srgbClr val="FFFFFF"/>
              </a:buClr>
              <a:buSzPts val="1100"/>
              <a:buChar char="●"/>
            </a:pPr>
            <a:r>
              <a:rPr lang="en" sz="1100">
                <a:solidFill>
                  <a:srgbClr val="FFFFFF"/>
                </a:solidFill>
              </a:rPr>
              <a:t>Repeat the steps above with the other parts and when you’re done editing, copy the end result and paste it into your presentation.</a:t>
            </a:r>
            <a:endParaRPr sz="1100">
              <a:solidFill>
                <a:srgbClr val="FFFFFF"/>
              </a:solidFill>
            </a:endParaRPr>
          </a:p>
          <a:p>
            <a:pPr indent="-298450" lvl="0" marL="457200" rtl="0" algn="l">
              <a:lnSpc>
                <a:spcPct val="115000"/>
              </a:lnSpc>
              <a:spcBef>
                <a:spcPts val="0"/>
              </a:spcBef>
              <a:spcAft>
                <a:spcPts val="0"/>
              </a:spcAft>
              <a:buClr>
                <a:srgbClr val="FFFFFF"/>
              </a:buClr>
              <a:buSzPts val="1100"/>
              <a:buFont typeface="Proxima Nova"/>
              <a:buChar char="●"/>
            </a:pPr>
            <a:r>
              <a:rPr lang="en" sz="1100">
                <a:solidFill>
                  <a:srgbClr val="FFFFFF"/>
                </a:solidFill>
              </a:rPr>
              <a:t>Remember to choose the</a:t>
            </a:r>
            <a:r>
              <a:rPr lang="en" sz="1100">
                <a:solidFill>
                  <a:srgbClr val="78909C"/>
                </a:solidFill>
              </a:rPr>
              <a:t> </a:t>
            </a:r>
            <a:r>
              <a:rPr lang="en" sz="1100">
                <a:solidFill>
                  <a:srgbClr val="869FB2"/>
                </a:solidFill>
              </a:rPr>
              <a:t>“</a:t>
            </a:r>
            <a:r>
              <a:rPr b="1" lang="en" sz="1100">
                <a:solidFill>
                  <a:srgbClr val="869FB2"/>
                </a:solidFill>
              </a:rPr>
              <a:t>Keep source formatting</a:t>
            </a:r>
            <a:r>
              <a:rPr lang="en" sz="1100">
                <a:solidFill>
                  <a:srgbClr val="869FB2"/>
                </a:solidFill>
              </a:rPr>
              <a:t>”</a:t>
            </a:r>
            <a:r>
              <a:rPr lang="en" sz="1100">
                <a:solidFill>
                  <a:srgbClr val="FFFFFF"/>
                </a:solidFill>
              </a:rPr>
              <a:t> option so that it keeps the design. For more info, please visit </a:t>
            </a:r>
            <a:r>
              <a:rPr b="1" lang="en" sz="1100">
                <a:solidFill>
                  <a:srgbClr val="869FB2"/>
                </a:solidFill>
                <a:uFill>
                  <a:noFill/>
                </a:uFill>
                <a:hlinkClick r:id="rId5">
                  <a:extLst>
                    <a:ext uri="{A12FA001-AC4F-418D-AE19-62706E023703}">
                      <ahyp:hlinkClr val="tx"/>
                    </a:ext>
                  </a:extLst>
                </a:hlinkClick>
              </a:rPr>
              <a:t>our blog</a:t>
            </a:r>
            <a:r>
              <a:rPr lang="en" sz="1100">
                <a:solidFill>
                  <a:srgbClr val="FFFFFF"/>
                </a:solidFill>
              </a:rPr>
              <a:t>.</a:t>
            </a:r>
            <a:endParaRPr sz="1100"/>
          </a:p>
        </p:txBody>
      </p:sp>
      <p:grpSp>
        <p:nvGrpSpPr>
          <p:cNvPr id="1115" name="Google Shape;1115;p49"/>
          <p:cNvGrpSpPr/>
          <p:nvPr/>
        </p:nvGrpSpPr>
        <p:grpSpPr>
          <a:xfrm>
            <a:off x="6874322" y="1571957"/>
            <a:ext cx="1446116" cy="2863897"/>
            <a:chOff x="6529419" y="1724307"/>
            <a:chExt cx="1480463" cy="2931917"/>
          </a:xfrm>
        </p:grpSpPr>
        <p:grpSp>
          <p:nvGrpSpPr>
            <p:cNvPr id="1116" name="Google Shape;1116;p49"/>
            <p:cNvGrpSpPr/>
            <p:nvPr/>
          </p:nvGrpSpPr>
          <p:grpSpPr>
            <a:xfrm>
              <a:off x="6556827" y="1724307"/>
              <a:ext cx="956596" cy="944294"/>
              <a:chOff x="3800349" y="1238762"/>
              <a:chExt cx="1098904" cy="1084772"/>
            </a:xfrm>
          </p:grpSpPr>
          <p:grpSp>
            <p:nvGrpSpPr>
              <p:cNvPr id="1117" name="Google Shape;1117;p49"/>
              <p:cNvGrpSpPr/>
              <p:nvPr/>
            </p:nvGrpSpPr>
            <p:grpSpPr>
              <a:xfrm>
                <a:off x="3800349" y="1238762"/>
                <a:ext cx="1098904" cy="1084772"/>
                <a:chOff x="3800349" y="1238762"/>
                <a:chExt cx="1098904" cy="1084772"/>
              </a:xfrm>
            </p:grpSpPr>
            <p:sp>
              <p:nvSpPr>
                <p:cNvPr id="1118" name="Google Shape;1118;p49"/>
                <p:cNvSpPr/>
                <p:nvPr/>
              </p:nvSpPr>
              <p:spPr>
                <a:xfrm>
                  <a:off x="3800349" y="1238762"/>
                  <a:ext cx="1098904" cy="1084772"/>
                </a:xfrm>
                <a:custGeom>
                  <a:rect b="b" l="l" r="r" t="t"/>
                  <a:pathLst>
                    <a:path extrusionOk="0" h="45133" w="45721">
                      <a:moveTo>
                        <a:pt x="22825" y="1"/>
                      </a:moveTo>
                      <a:cubicBezTo>
                        <a:pt x="22054" y="1"/>
                        <a:pt x="21283" y="295"/>
                        <a:pt x="20693" y="885"/>
                      </a:cubicBezTo>
                      <a:lnTo>
                        <a:pt x="1179" y="20482"/>
                      </a:lnTo>
                      <a:cubicBezTo>
                        <a:pt x="0" y="21661"/>
                        <a:pt x="0" y="23566"/>
                        <a:pt x="1179" y="24733"/>
                      </a:cubicBezTo>
                      <a:lnTo>
                        <a:pt x="20777" y="44259"/>
                      </a:lnTo>
                      <a:cubicBezTo>
                        <a:pt x="21364" y="44841"/>
                        <a:pt x="22133" y="45133"/>
                        <a:pt x="22900" y="45133"/>
                      </a:cubicBezTo>
                      <a:cubicBezTo>
                        <a:pt x="23672" y="45133"/>
                        <a:pt x="24442" y="44838"/>
                        <a:pt x="25027" y="44247"/>
                      </a:cubicBezTo>
                      <a:lnTo>
                        <a:pt x="32873" y="36377"/>
                      </a:lnTo>
                      <a:cubicBezTo>
                        <a:pt x="33053" y="36197"/>
                        <a:pt x="33283" y="36110"/>
                        <a:pt x="33511" y="36110"/>
                      </a:cubicBezTo>
                      <a:cubicBezTo>
                        <a:pt x="33810" y="36110"/>
                        <a:pt x="34108" y="36260"/>
                        <a:pt x="34290" y="36544"/>
                      </a:cubicBezTo>
                      <a:cubicBezTo>
                        <a:pt x="34743" y="37246"/>
                        <a:pt x="35112" y="38020"/>
                        <a:pt x="35409" y="38806"/>
                      </a:cubicBezTo>
                      <a:cubicBezTo>
                        <a:pt x="35588" y="39294"/>
                        <a:pt x="35909" y="39735"/>
                        <a:pt x="36362" y="40080"/>
                      </a:cubicBezTo>
                      <a:cubicBezTo>
                        <a:pt x="36890" y="40489"/>
                        <a:pt x="37508" y="40695"/>
                        <a:pt x="38128" y="40695"/>
                      </a:cubicBezTo>
                      <a:cubicBezTo>
                        <a:pt x="38682" y="40695"/>
                        <a:pt x="39237" y="40530"/>
                        <a:pt x="39731" y="40199"/>
                      </a:cubicBezTo>
                      <a:cubicBezTo>
                        <a:pt x="41303" y="39127"/>
                        <a:pt x="41446" y="36984"/>
                        <a:pt x="40172" y="35710"/>
                      </a:cubicBezTo>
                      <a:cubicBezTo>
                        <a:pt x="39862" y="35401"/>
                        <a:pt x="39505" y="35186"/>
                        <a:pt x="39112" y="35044"/>
                      </a:cubicBezTo>
                      <a:cubicBezTo>
                        <a:pt x="38326" y="34758"/>
                        <a:pt x="37564" y="34401"/>
                        <a:pt x="36862" y="33948"/>
                      </a:cubicBezTo>
                      <a:cubicBezTo>
                        <a:pt x="36374" y="33639"/>
                        <a:pt x="36279" y="32960"/>
                        <a:pt x="36695" y="32543"/>
                      </a:cubicBezTo>
                      <a:lnTo>
                        <a:pt x="44553" y="24661"/>
                      </a:lnTo>
                      <a:cubicBezTo>
                        <a:pt x="45720" y="23483"/>
                        <a:pt x="45720" y="21578"/>
                        <a:pt x="44542" y="20399"/>
                      </a:cubicBezTo>
                      <a:lnTo>
                        <a:pt x="24956" y="885"/>
                      </a:lnTo>
                      <a:cubicBezTo>
                        <a:pt x="24366" y="295"/>
                        <a:pt x="23595" y="1"/>
                        <a:pt x="22825" y="1"/>
                      </a:cubicBezTo>
                      <a:close/>
                    </a:path>
                  </a:pathLst>
                </a:custGeom>
                <a:solidFill>
                  <a:srgbClr val="5EB2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49"/>
                <p:cNvSpPr/>
                <p:nvPr/>
              </p:nvSpPr>
              <p:spPr>
                <a:xfrm>
                  <a:off x="3884758" y="1311226"/>
                  <a:ext cx="287338" cy="287050"/>
                </a:xfrm>
                <a:custGeom>
                  <a:rect b="b" l="l" r="r" t="t"/>
                  <a:pathLst>
                    <a:path extrusionOk="0" h="11943" w="11955">
                      <a:moveTo>
                        <a:pt x="5978" y="1"/>
                      </a:moveTo>
                      <a:cubicBezTo>
                        <a:pt x="2679" y="1"/>
                        <a:pt x="1" y="2668"/>
                        <a:pt x="1" y="5966"/>
                      </a:cubicBezTo>
                      <a:cubicBezTo>
                        <a:pt x="1" y="9276"/>
                        <a:pt x="2679" y="11943"/>
                        <a:pt x="5978" y="11943"/>
                      </a:cubicBezTo>
                      <a:cubicBezTo>
                        <a:pt x="9276" y="11943"/>
                        <a:pt x="11954" y="9276"/>
                        <a:pt x="11954" y="5966"/>
                      </a:cubicBezTo>
                      <a:cubicBezTo>
                        <a:pt x="11954" y="2668"/>
                        <a:pt x="9276" y="1"/>
                        <a:pt x="5978" y="1"/>
                      </a:cubicBezTo>
                      <a:close/>
                    </a:path>
                  </a:pathLst>
                </a:custGeom>
                <a:solidFill>
                  <a:srgbClr val="5EB2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0" name="Google Shape;1120;p49"/>
              <p:cNvSpPr/>
              <p:nvPr/>
            </p:nvSpPr>
            <p:spPr>
              <a:xfrm>
                <a:off x="4162525" y="1593650"/>
                <a:ext cx="374561" cy="374975"/>
              </a:xfrm>
              <a:custGeom>
                <a:rect b="b" l="l" r="r" t="t"/>
                <a:pathLst>
                  <a:path extrusionOk="0" h="10872" w="10860">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1" name="Google Shape;1121;p49"/>
            <p:cNvGrpSpPr/>
            <p:nvPr/>
          </p:nvGrpSpPr>
          <p:grpSpPr>
            <a:xfrm>
              <a:off x="7053286" y="2227254"/>
              <a:ext cx="956596" cy="944252"/>
              <a:chOff x="4370663" y="1816530"/>
              <a:chExt cx="1098904" cy="1084724"/>
            </a:xfrm>
          </p:grpSpPr>
          <p:grpSp>
            <p:nvGrpSpPr>
              <p:cNvPr id="1122" name="Google Shape;1122;p49"/>
              <p:cNvGrpSpPr/>
              <p:nvPr/>
            </p:nvGrpSpPr>
            <p:grpSpPr>
              <a:xfrm>
                <a:off x="4370663" y="1816530"/>
                <a:ext cx="1098904" cy="1084724"/>
                <a:chOff x="4370663" y="1816530"/>
                <a:chExt cx="1098904" cy="1084724"/>
              </a:xfrm>
            </p:grpSpPr>
            <p:sp>
              <p:nvSpPr>
                <p:cNvPr id="1123" name="Google Shape;1123;p49"/>
                <p:cNvSpPr/>
                <p:nvPr/>
              </p:nvSpPr>
              <p:spPr>
                <a:xfrm>
                  <a:off x="4370663" y="1816530"/>
                  <a:ext cx="1098904" cy="1084724"/>
                </a:xfrm>
                <a:custGeom>
                  <a:rect b="b" l="l" r="r" t="t"/>
                  <a:pathLst>
                    <a:path extrusionOk="0" h="45131" w="45721">
                      <a:moveTo>
                        <a:pt x="22862" y="0"/>
                      </a:moveTo>
                      <a:cubicBezTo>
                        <a:pt x="22092" y="0"/>
                        <a:pt x="21324" y="295"/>
                        <a:pt x="20741" y="884"/>
                      </a:cubicBezTo>
                      <a:lnTo>
                        <a:pt x="12871" y="8742"/>
                      </a:lnTo>
                      <a:cubicBezTo>
                        <a:pt x="12698" y="8921"/>
                        <a:pt x="12472" y="9005"/>
                        <a:pt x="12246" y="9005"/>
                      </a:cubicBezTo>
                      <a:cubicBezTo>
                        <a:pt x="11945" y="9005"/>
                        <a:pt x="11643" y="8855"/>
                        <a:pt x="11466" y="8576"/>
                      </a:cubicBezTo>
                      <a:cubicBezTo>
                        <a:pt x="11014" y="7861"/>
                        <a:pt x="10645" y="7099"/>
                        <a:pt x="10347" y="6302"/>
                      </a:cubicBezTo>
                      <a:cubicBezTo>
                        <a:pt x="10168" y="5813"/>
                        <a:pt x="9847" y="5373"/>
                        <a:pt x="9394" y="5028"/>
                      </a:cubicBezTo>
                      <a:cubicBezTo>
                        <a:pt x="8866" y="4619"/>
                        <a:pt x="8248" y="4413"/>
                        <a:pt x="7630" y="4413"/>
                      </a:cubicBezTo>
                      <a:cubicBezTo>
                        <a:pt x="7078" y="4413"/>
                        <a:pt x="6526" y="4577"/>
                        <a:pt x="6037" y="4909"/>
                      </a:cubicBezTo>
                      <a:cubicBezTo>
                        <a:pt x="4465" y="5968"/>
                        <a:pt x="4310" y="8123"/>
                        <a:pt x="5584" y="9385"/>
                      </a:cubicBezTo>
                      <a:cubicBezTo>
                        <a:pt x="5894" y="9695"/>
                        <a:pt x="6251" y="9921"/>
                        <a:pt x="6632" y="10064"/>
                      </a:cubicBezTo>
                      <a:cubicBezTo>
                        <a:pt x="7418" y="10350"/>
                        <a:pt x="8180" y="10707"/>
                        <a:pt x="8882" y="11159"/>
                      </a:cubicBezTo>
                      <a:cubicBezTo>
                        <a:pt x="9383" y="11469"/>
                        <a:pt x="9466" y="12148"/>
                        <a:pt x="9049" y="12564"/>
                      </a:cubicBezTo>
                      <a:lnTo>
                        <a:pt x="1179" y="20434"/>
                      </a:lnTo>
                      <a:cubicBezTo>
                        <a:pt x="0" y="21613"/>
                        <a:pt x="0" y="23518"/>
                        <a:pt x="1179" y="24697"/>
                      </a:cubicBezTo>
                      <a:lnTo>
                        <a:pt x="20741" y="44247"/>
                      </a:lnTo>
                      <a:cubicBezTo>
                        <a:pt x="21324" y="44836"/>
                        <a:pt x="22092" y="45131"/>
                        <a:pt x="22862" y="45131"/>
                      </a:cubicBezTo>
                      <a:cubicBezTo>
                        <a:pt x="23631" y="45131"/>
                        <a:pt x="24402" y="44836"/>
                        <a:pt x="24992" y="44247"/>
                      </a:cubicBezTo>
                      <a:lnTo>
                        <a:pt x="44554" y="24697"/>
                      </a:lnTo>
                      <a:cubicBezTo>
                        <a:pt x="45720" y="23518"/>
                        <a:pt x="45720" y="21613"/>
                        <a:pt x="44554" y="20434"/>
                      </a:cubicBezTo>
                      <a:lnTo>
                        <a:pt x="24992" y="884"/>
                      </a:lnTo>
                      <a:cubicBezTo>
                        <a:pt x="24402" y="295"/>
                        <a:pt x="23631" y="0"/>
                        <a:pt x="22862" y="0"/>
                      </a:cubicBezTo>
                      <a:close/>
                    </a:path>
                  </a:pathLst>
                </a:custGeom>
                <a:solidFill>
                  <a:srgbClr val="69E7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49"/>
                <p:cNvSpPr/>
                <p:nvPr/>
              </p:nvSpPr>
              <p:spPr>
                <a:xfrm>
                  <a:off x="5055718" y="1904160"/>
                  <a:ext cx="287338" cy="287338"/>
                </a:xfrm>
                <a:custGeom>
                  <a:rect b="b" l="l" r="r" t="t"/>
                  <a:pathLst>
                    <a:path extrusionOk="0" h="11955" w="11955">
                      <a:moveTo>
                        <a:pt x="5978" y="0"/>
                      </a:moveTo>
                      <a:cubicBezTo>
                        <a:pt x="2680" y="0"/>
                        <a:pt x="1" y="2679"/>
                        <a:pt x="1" y="5977"/>
                      </a:cubicBezTo>
                      <a:cubicBezTo>
                        <a:pt x="1" y="9275"/>
                        <a:pt x="2680" y="11954"/>
                        <a:pt x="5978" y="11954"/>
                      </a:cubicBezTo>
                      <a:cubicBezTo>
                        <a:pt x="9276" y="11954"/>
                        <a:pt x="11955" y="9275"/>
                        <a:pt x="11955" y="5977"/>
                      </a:cubicBezTo>
                      <a:cubicBezTo>
                        <a:pt x="11955" y="2679"/>
                        <a:pt x="9276" y="0"/>
                        <a:pt x="5978" y="0"/>
                      </a:cubicBezTo>
                      <a:close/>
                    </a:path>
                  </a:pathLst>
                </a:custGeom>
                <a:solidFill>
                  <a:srgbClr val="69E7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5" name="Google Shape;1125;p49"/>
              <p:cNvGrpSpPr/>
              <p:nvPr/>
            </p:nvGrpSpPr>
            <p:grpSpPr>
              <a:xfrm>
                <a:off x="4732628" y="2171596"/>
                <a:ext cx="374986" cy="374572"/>
                <a:chOff x="3303268" y="3817349"/>
                <a:chExt cx="346056" cy="345674"/>
              </a:xfrm>
            </p:grpSpPr>
            <p:sp>
              <p:nvSpPr>
                <p:cNvPr id="1126" name="Google Shape;1126;p49"/>
                <p:cNvSpPr/>
                <p:nvPr/>
              </p:nvSpPr>
              <p:spPr>
                <a:xfrm>
                  <a:off x="3303268" y="3817349"/>
                  <a:ext cx="346056" cy="345674"/>
                </a:xfrm>
                <a:custGeom>
                  <a:rect b="b" l="l" r="r" t="t"/>
                  <a:pathLst>
                    <a:path extrusionOk="0" h="10860" w="10872">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49"/>
                <p:cNvSpPr/>
                <p:nvPr/>
              </p:nvSpPr>
              <p:spPr>
                <a:xfrm>
                  <a:off x="3368074" y="3882537"/>
                  <a:ext cx="215298" cy="215298"/>
                </a:xfrm>
                <a:custGeom>
                  <a:rect b="b" l="l" r="r" t="t"/>
                  <a:pathLst>
                    <a:path extrusionOk="0" h="6764" w="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49"/>
                <p:cNvSpPr/>
                <p:nvPr/>
              </p:nvSpPr>
              <p:spPr>
                <a:xfrm>
                  <a:off x="3418143" y="3933656"/>
                  <a:ext cx="114811" cy="112742"/>
                </a:xfrm>
                <a:custGeom>
                  <a:rect b="b" l="l" r="r" t="t"/>
                  <a:pathLst>
                    <a:path extrusionOk="0" h="3542" w="3607">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49"/>
                <p:cNvSpPr/>
                <p:nvPr/>
              </p:nvSpPr>
              <p:spPr>
                <a:xfrm>
                  <a:off x="3519298" y="3910197"/>
                  <a:ext cx="29570" cy="29220"/>
                </a:xfrm>
                <a:custGeom>
                  <a:rect b="b" l="l" r="r" t="t"/>
                  <a:pathLst>
                    <a:path extrusionOk="0" h="918" w="929">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30" name="Google Shape;1130;p49"/>
            <p:cNvGrpSpPr/>
            <p:nvPr/>
          </p:nvGrpSpPr>
          <p:grpSpPr>
            <a:xfrm>
              <a:off x="6547098" y="2715744"/>
              <a:ext cx="956596" cy="944315"/>
              <a:chOff x="3789173" y="2377690"/>
              <a:chExt cx="1098904" cy="1084796"/>
            </a:xfrm>
          </p:grpSpPr>
          <p:grpSp>
            <p:nvGrpSpPr>
              <p:cNvPr id="1131" name="Google Shape;1131;p49"/>
              <p:cNvGrpSpPr/>
              <p:nvPr/>
            </p:nvGrpSpPr>
            <p:grpSpPr>
              <a:xfrm>
                <a:off x="3789173" y="2377690"/>
                <a:ext cx="1098904" cy="1084796"/>
                <a:chOff x="3789173" y="2377690"/>
                <a:chExt cx="1098904" cy="1084796"/>
              </a:xfrm>
            </p:grpSpPr>
            <p:sp>
              <p:nvSpPr>
                <p:cNvPr id="1132" name="Google Shape;1132;p49"/>
                <p:cNvSpPr/>
                <p:nvPr/>
              </p:nvSpPr>
              <p:spPr>
                <a:xfrm>
                  <a:off x="3789173" y="2377690"/>
                  <a:ext cx="1098904" cy="1084796"/>
                </a:xfrm>
                <a:custGeom>
                  <a:rect b="b" l="l" r="r" t="t"/>
                  <a:pathLst>
                    <a:path extrusionOk="0" h="45134" w="45721">
                      <a:moveTo>
                        <a:pt x="22861" y="0"/>
                      </a:moveTo>
                      <a:cubicBezTo>
                        <a:pt x="22090" y="0"/>
                        <a:pt x="21319" y="295"/>
                        <a:pt x="20730" y="884"/>
                      </a:cubicBezTo>
                      <a:lnTo>
                        <a:pt x="1180" y="20446"/>
                      </a:lnTo>
                      <a:cubicBezTo>
                        <a:pt x="1" y="21613"/>
                        <a:pt x="1" y="23518"/>
                        <a:pt x="1180" y="24697"/>
                      </a:cubicBezTo>
                      <a:lnTo>
                        <a:pt x="20730" y="44259"/>
                      </a:lnTo>
                      <a:cubicBezTo>
                        <a:pt x="21319" y="44842"/>
                        <a:pt x="22090" y="45134"/>
                        <a:pt x="22861" y="45134"/>
                      </a:cubicBezTo>
                      <a:cubicBezTo>
                        <a:pt x="23632" y="45134"/>
                        <a:pt x="24403" y="44842"/>
                        <a:pt x="24992" y="44259"/>
                      </a:cubicBezTo>
                      <a:lnTo>
                        <a:pt x="44542" y="24697"/>
                      </a:lnTo>
                      <a:cubicBezTo>
                        <a:pt x="45721" y="23518"/>
                        <a:pt x="45721" y="21613"/>
                        <a:pt x="44542" y="20446"/>
                      </a:cubicBezTo>
                      <a:lnTo>
                        <a:pt x="36684" y="12576"/>
                      </a:lnTo>
                      <a:cubicBezTo>
                        <a:pt x="36267" y="12171"/>
                        <a:pt x="36363" y="11481"/>
                        <a:pt x="36851" y="11171"/>
                      </a:cubicBezTo>
                      <a:cubicBezTo>
                        <a:pt x="37565" y="10719"/>
                        <a:pt x="38327" y="10350"/>
                        <a:pt x="39125" y="10052"/>
                      </a:cubicBezTo>
                      <a:cubicBezTo>
                        <a:pt x="39613" y="9874"/>
                        <a:pt x="40054" y="9552"/>
                        <a:pt x="40399" y="9100"/>
                      </a:cubicBezTo>
                      <a:cubicBezTo>
                        <a:pt x="41173" y="8099"/>
                        <a:pt x="41220" y="6778"/>
                        <a:pt x="40518" y="5730"/>
                      </a:cubicBezTo>
                      <a:cubicBezTo>
                        <a:pt x="39932" y="4868"/>
                        <a:pt x="39013" y="4436"/>
                        <a:pt x="38094" y="4436"/>
                      </a:cubicBezTo>
                      <a:cubicBezTo>
                        <a:pt x="37349" y="4436"/>
                        <a:pt x="36606" y="4720"/>
                        <a:pt x="36041" y="5290"/>
                      </a:cubicBezTo>
                      <a:cubicBezTo>
                        <a:pt x="35732" y="5587"/>
                        <a:pt x="35505" y="5956"/>
                        <a:pt x="35362" y="6337"/>
                      </a:cubicBezTo>
                      <a:cubicBezTo>
                        <a:pt x="35077" y="7123"/>
                        <a:pt x="34720" y="7885"/>
                        <a:pt x="34267" y="8588"/>
                      </a:cubicBezTo>
                      <a:cubicBezTo>
                        <a:pt x="34091" y="8872"/>
                        <a:pt x="33797" y="9021"/>
                        <a:pt x="33498" y="9021"/>
                      </a:cubicBezTo>
                      <a:cubicBezTo>
                        <a:pt x="33271" y="9021"/>
                        <a:pt x="33042" y="8934"/>
                        <a:pt x="32862" y="8754"/>
                      </a:cubicBezTo>
                      <a:lnTo>
                        <a:pt x="24992" y="884"/>
                      </a:lnTo>
                      <a:cubicBezTo>
                        <a:pt x="24403" y="295"/>
                        <a:pt x="23632" y="0"/>
                        <a:pt x="22861" y="0"/>
                      </a:cubicBezTo>
                      <a:close/>
                    </a:path>
                  </a:pathLst>
                </a:custGeom>
                <a:solidFill>
                  <a:srgbClr val="4949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49"/>
                <p:cNvSpPr/>
                <p:nvPr/>
              </p:nvSpPr>
              <p:spPr>
                <a:xfrm>
                  <a:off x="3885623" y="2465897"/>
                  <a:ext cx="287050" cy="287338"/>
                </a:xfrm>
                <a:custGeom>
                  <a:rect b="b" l="l" r="r" t="t"/>
                  <a:pathLst>
                    <a:path extrusionOk="0" h="11955" w="11943">
                      <a:moveTo>
                        <a:pt x="5977" y="0"/>
                      </a:moveTo>
                      <a:cubicBezTo>
                        <a:pt x="2679" y="0"/>
                        <a:pt x="0" y="2679"/>
                        <a:pt x="0" y="5977"/>
                      </a:cubicBezTo>
                      <a:cubicBezTo>
                        <a:pt x="0" y="9275"/>
                        <a:pt x="2679" y="11954"/>
                        <a:pt x="5977" y="11954"/>
                      </a:cubicBezTo>
                      <a:cubicBezTo>
                        <a:pt x="9275" y="11954"/>
                        <a:pt x="11942" y="9275"/>
                        <a:pt x="11942" y="5977"/>
                      </a:cubicBezTo>
                      <a:cubicBezTo>
                        <a:pt x="11942" y="2679"/>
                        <a:pt x="9275" y="0"/>
                        <a:pt x="5977" y="0"/>
                      </a:cubicBezTo>
                      <a:close/>
                    </a:path>
                  </a:pathLst>
                </a:custGeom>
                <a:solidFill>
                  <a:srgbClr val="4949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4" name="Google Shape;1134;p49"/>
              <p:cNvGrpSpPr/>
              <p:nvPr/>
            </p:nvGrpSpPr>
            <p:grpSpPr>
              <a:xfrm>
                <a:off x="4151137" y="2732796"/>
                <a:ext cx="374986" cy="374572"/>
                <a:chOff x="3752358" y="3817349"/>
                <a:chExt cx="346056" cy="345674"/>
              </a:xfrm>
            </p:grpSpPr>
            <p:sp>
              <p:nvSpPr>
                <p:cNvPr id="1135" name="Google Shape;1135;p49"/>
                <p:cNvSpPr/>
                <p:nvPr/>
              </p:nvSpPr>
              <p:spPr>
                <a:xfrm>
                  <a:off x="3752358" y="3817349"/>
                  <a:ext cx="346056" cy="345674"/>
                </a:xfrm>
                <a:custGeom>
                  <a:rect b="b" l="l" r="r" t="t"/>
                  <a:pathLst>
                    <a:path extrusionOk="0" h="10860" w="10872">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49"/>
                <p:cNvSpPr/>
                <p:nvPr/>
              </p:nvSpPr>
              <p:spPr>
                <a:xfrm>
                  <a:off x="3831933" y="3955682"/>
                  <a:ext cx="47809" cy="120540"/>
                </a:xfrm>
                <a:custGeom>
                  <a:rect b="b" l="l" r="r" t="t"/>
                  <a:pathLst>
                    <a:path extrusionOk="0" h="3787" w="1502">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49"/>
                <p:cNvSpPr/>
                <p:nvPr/>
              </p:nvSpPr>
              <p:spPr>
                <a:xfrm>
                  <a:off x="3824739" y="3890112"/>
                  <a:ext cx="55002" cy="55002"/>
                </a:xfrm>
                <a:custGeom>
                  <a:rect b="b" l="l" r="r" t="t"/>
                  <a:pathLst>
                    <a:path extrusionOk="0" h="1728" w="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49"/>
                <p:cNvSpPr/>
                <p:nvPr/>
              </p:nvSpPr>
              <p:spPr>
                <a:xfrm>
                  <a:off x="3904696" y="3955682"/>
                  <a:ext cx="128148" cy="120540"/>
                </a:xfrm>
                <a:custGeom>
                  <a:rect b="b" l="l" r="r" t="t"/>
                  <a:pathLst>
                    <a:path extrusionOk="0" h="3787" w="4026">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39" name="Google Shape;1139;p49"/>
            <p:cNvGrpSpPr/>
            <p:nvPr/>
          </p:nvGrpSpPr>
          <p:grpSpPr>
            <a:xfrm>
              <a:off x="7034853" y="3222917"/>
              <a:ext cx="956596" cy="944252"/>
              <a:chOff x="4349489" y="2960313"/>
              <a:chExt cx="1098904" cy="1084724"/>
            </a:xfrm>
          </p:grpSpPr>
          <p:grpSp>
            <p:nvGrpSpPr>
              <p:cNvPr id="1140" name="Google Shape;1140;p49"/>
              <p:cNvGrpSpPr/>
              <p:nvPr/>
            </p:nvGrpSpPr>
            <p:grpSpPr>
              <a:xfrm>
                <a:off x="4349489" y="2960313"/>
                <a:ext cx="1098904" cy="1084724"/>
                <a:chOff x="4349489" y="2960313"/>
                <a:chExt cx="1098904" cy="1084724"/>
              </a:xfrm>
            </p:grpSpPr>
            <p:sp>
              <p:nvSpPr>
                <p:cNvPr id="1141" name="Google Shape;1141;p49"/>
                <p:cNvSpPr/>
                <p:nvPr/>
              </p:nvSpPr>
              <p:spPr>
                <a:xfrm>
                  <a:off x="4349489" y="2960313"/>
                  <a:ext cx="1098904" cy="1084724"/>
                </a:xfrm>
                <a:custGeom>
                  <a:rect b="b" l="l" r="r" t="t"/>
                  <a:pathLst>
                    <a:path extrusionOk="0" h="45131" w="45721">
                      <a:moveTo>
                        <a:pt x="22862" y="0"/>
                      </a:moveTo>
                      <a:cubicBezTo>
                        <a:pt x="22092" y="0"/>
                        <a:pt x="21324" y="295"/>
                        <a:pt x="20741" y="884"/>
                      </a:cubicBezTo>
                      <a:lnTo>
                        <a:pt x="12871" y="8743"/>
                      </a:lnTo>
                      <a:cubicBezTo>
                        <a:pt x="12697" y="8917"/>
                        <a:pt x="12470" y="9001"/>
                        <a:pt x="12243" y="9001"/>
                      </a:cubicBezTo>
                      <a:cubicBezTo>
                        <a:pt x="11942" y="9001"/>
                        <a:pt x="11642" y="8854"/>
                        <a:pt x="11466" y="8576"/>
                      </a:cubicBezTo>
                      <a:cubicBezTo>
                        <a:pt x="11014" y="7861"/>
                        <a:pt x="10645" y="7099"/>
                        <a:pt x="10347" y="6302"/>
                      </a:cubicBezTo>
                      <a:cubicBezTo>
                        <a:pt x="10168" y="5814"/>
                        <a:pt x="9847" y="5373"/>
                        <a:pt x="9394" y="5028"/>
                      </a:cubicBezTo>
                      <a:cubicBezTo>
                        <a:pt x="8866" y="4619"/>
                        <a:pt x="8248" y="4413"/>
                        <a:pt x="7630" y="4413"/>
                      </a:cubicBezTo>
                      <a:cubicBezTo>
                        <a:pt x="7078" y="4413"/>
                        <a:pt x="6525" y="4577"/>
                        <a:pt x="6037" y="4909"/>
                      </a:cubicBezTo>
                      <a:cubicBezTo>
                        <a:pt x="4465" y="5968"/>
                        <a:pt x="4310" y="8123"/>
                        <a:pt x="5584" y="9385"/>
                      </a:cubicBezTo>
                      <a:cubicBezTo>
                        <a:pt x="5894" y="9695"/>
                        <a:pt x="6251" y="9921"/>
                        <a:pt x="6632" y="10064"/>
                      </a:cubicBezTo>
                      <a:cubicBezTo>
                        <a:pt x="7418" y="10350"/>
                        <a:pt x="8180" y="10707"/>
                        <a:pt x="8882" y="11159"/>
                      </a:cubicBezTo>
                      <a:cubicBezTo>
                        <a:pt x="9382" y="11469"/>
                        <a:pt x="9466" y="12148"/>
                        <a:pt x="9049" y="12564"/>
                      </a:cubicBezTo>
                      <a:lnTo>
                        <a:pt x="1179" y="20434"/>
                      </a:lnTo>
                      <a:cubicBezTo>
                        <a:pt x="0" y="21613"/>
                        <a:pt x="0" y="23518"/>
                        <a:pt x="1179" y="24697"/>
                      </a:cubicBezTo>
                      <a:lnTo>
                        <a:pt x="20741" y="44247"/>
                      </a:lnTo>
                      <a:cubicBezTo>
                        <a:pt x="21324" y="44836"/>
                        <a:pt x="22092" y="45131"/>
                        <a:pt x="22862" y="45131"/>
                      </a:cubicBezTo>
                      <a:cubicBezTo>
                        <a:pt x="23631" y="45131"/>
                        <a:pt x="24402" y="44836"/>
                        <a:pt x="24992" y="44247"/>
                      </a:cubicBezTo>
                      <a:lnTo>
                        <a:pt x="44554" y="24697"/>
                      </a:lnTo>
                      <a:cubicBezTo>
                        <a:pt x="45720" y="23518"/>
                        <a:pt x="45720" y="21613"/>
                        <a:pt x="44554" y="20434"/>
                      </a:cubicBezTo>
                      <a:lnTo>
                        <a:pt x="24992" y="884"/>
                      </a:lnTo>
                      <a:cubicBezTo>
                        <a:pt x="24402" y="295"/>
                        <a:pt x="23631" y="0"/>
                        <a:pt x="22862" y="0"/>
                      </a:cubicBezTo>
                      <a:close/>
                    </a:path>
                  </a:pathLst>
                </a:custGeom>
                <a:solidFill>
                  <a:srgbClr val="FCBD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49"/>
                <p:cNvSpPr/>
                <p:nvPr/>
              </p:nvSpPr>
              <p:spPr>
                <a:xfrm>
                  <a:off x="5065741" y="3026769"/>
                  <a:ext cx="287338" cy="287338"/>
                </a:xfrm>
                <a:custGeom>
                  <a:rect b="b" l="l" r="r" t="t"/>
                  <a:pathLst>
                    <a:path extrusionOk="0" h="11955" w="11955">
                      <a:moveTo>
                        <a:pt x="5978" y="1"/>
                      </a:moveTo>
                      <a:cubicBezTo>
                        <a:pt x="2680" y="1"/>
                        <a:pt x="1" y="2679"/>
                        <a:pt x="1" y="5978"/>
                      </a:cubicBezTo>
                      <a:cubicBezTo>
                        <a:pt x="1" y="9276"/>
                        <a:pt x="2680" y="11954"/>
                        <a:pt x="5978" y="11954"/>
                      </a:cubicBezTo>
                      <a:cubicBezTo>
                        <a:pt x="9276" y="11954"/>
                        <a:pt x="11955" y="9276"/>
                        <a:pt x="11955" y="5978"/>
                      </a:cubicBezTo>
                      <a:cubicBezTo>
                        <a:pt x="11955" y="2679"/>
                        <a:pt x="9276" y="1"/>
                        <a:pt x="5978" y="1"/>
                      </a:cubicBezTo>
                      <a:close/>
                    </a:path>
                  </a:pathLst>
                </a:custGeom>
                <a:solidFill>
                  <a:srgbClr val="FCBD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3" name="Google Shape;1143;p49"/>
              <p:cNvGrpSpPr/>
              <p:nvPr/>
            </p:nvGrpSpPr>
            <p:grpSpPr>
              <a:xfrm>
                <a:off x="4732657" y="3315384"/>
                <a:ext cx="374952" cy="374572"/>
                <a:chOff x="4201447" y="3817349"/>
                <a:chExt cx="346024" cy="345674"/>
              </a:xfrm>
            </p:grpSpPr>
            <p:sp>
              <p:nvSpPr>
                <p:cNvPr id="1144" name="Google Shape;1144;p49"/>
                <p:cNvSpPr/>
                <p:nvPr/>
              </p:nvSpPr>
              <p:spPr>
                <a:xfrm>
                  <a:off x="4201447" y="3817349"/>
                  <a:ext cx="346024" cy="345674"/>
                </a:xfrm>
                <a:custGeom>
                  <a:rect b="b" l="l" r="r" t="t"/>
                  <a:pathLst>
                    <a:path extrusionOk="0" h="10860" w="10871">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49"/>
                <p:cNvSpPr/>
                <p:nvPr/>
              </p:nvSpPr>
              <p:spPr>
                <a:xfrm>
                  <a:off x="4271569" y="3904531"/>
                  <a:ext cx="227394" cy="185728"/>
                </a:xfrm>
                <a:custGeom>
                  <a:rect b="b" l="l" r="r" t="t"/>
                  <a:pathLst>
                    <a:path extrusionOk="0" h="5835" w="7144">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46" name="Google Shape;1146;p49"/>
            <p:cNvGrpSpPr/>
            <p:nvPr/>
          </p:nvGrpSpPr>
          <p:grpSpPr>
            <a:xfrm>
              <a:off x="6529419" y="3711909"/>
              <a:ext cx="956596" cy="944315"/>
              <a:chOff x="3768864" y="3522050"/>
              <a:chExt cx="1098904" cy="1084796"/>
            </a:xfrm>
          </p:grpSpPr>
          <p:grpSp>
            <p:nvGrpSpPr>
              <p:cNvPr id="1147" name="Google Shape;1147;p49"/>
              <p:cNvGrpSpPr/>
              <p:nvPr/>
            </p:nvGrpSpPr>
            <p:grpSpPr>
              <a:xfrm>
                <a:off x="3768864" y="3522050"/>
                <a:ext cx="1098904" cy="1084796"/>
                <a:chOff x="3768864" y="3522050"/>
                <a:chExt cx="1098904" cy="1084796"/>
              </a:xfrm>
            </p:grpSpPr>
            <p:sp>
              <p:nvSpPr>
                <p:cNvPr id="1148" name="Google Shape;1148;p49"/>
                <p:cNvSpPr/>
                <p:nvPr/>
              </p:nvSpPr>
              <p:spPr>
                <a:xfrm>
                  <a:off x="3768864" y="3522050"/>
                  <a:ext cx="1098904" cy="1084796"/>
                </a:xfrm>
                <a:custGeom>
                  <a:rect b="b" l="l" r="r" t="t"/>
                  <a:pathLst>
                    <a:path extrusionOk="0" h="45134" w="45721">
                      <a:moveTo>
                        <a:pt x="22862" y="0"/>
                      </a:moveTo>
                      <a:cubicBezTo>
                        <a:pt x="22093" y="0"/>
                        <a:pt x="21325" y="295"/>
                        <a:pt x="20741" y="884"/>
                      </a:cubicBezTo>
                      <a:lnTo>
                        <a:pt x="1179" y="20446"/>
                      </a:lnTo>
                      <a:cubicBezTo>
                        <a:pt x="1" y="21613"/>
                        <a:pt x="1" y="23518"/>
                        <a:pt x="1179" y="24697"/>
                      </a:cubicBezTo>
                      <a:lnTo>
                        <a:pt x="20741" y="44259"/>
                      </a:lnTo>
                      <a:cubicBezTo>
                        <a:pt x="21325" y="44842"/>
                        <a:pt x="22093" y="45134"/>
                        <a:pt x="22862" y="45134"/>
                      </a:cubicBezTo>
                      <a:cubicBezTo>
                        <a:pt x="23631" y="45134"/>
                        <a:pt x="24402" y="44842"/>
                        <a:pt x="24992" y="44259"/>
                      </a:cubicBezTo>
                      <a:lnTo>
                        <a:pt x="44554" y="24697"/>
                      </a:lnTo>
                      <a:cubicBezTo>
                        <a:pt x="45721" y="23518"/>
                        <a:pt x="45721" y="21613"/>
                        <a:pt x="44554" y="20446"/>
                      </a:cubicBezTo>
                      <a:lnTo>
                        <a:pt x="36684" y="12576"/>
                      </a:lnTo>
                      <a:cubicBezTo>
                        <a:pt x="36279" y="12171"/>
                        <a:pt x="36362" y="11481"/>
                        <a:pt x="36850" y="11171"/>
                      </a:cubicBezTo>
                      <a:cubicBezTo>
                        <a:pt x="37565" y="10719"/>
                        <a:pt x="38327" y="10362"/>
                        <a:pt x="39124" y="10052"/>
                      </a:cubicBezTo>
                      <a:cubicBezTo>
                        <a:pt x="39613" y="9874"/>
                        <a:pt x="40053" y="9552"/>
                        <a:pt x="40410" y="9100"/>
                      </a:cubicBezTo>
                      <a:cubicBezTo>
                        <a:pt x="41172" y="8111"/>
                        <a:pt x="41220" y="6778"/>
                        <a:pt x="40518" y="5742"/>
                      </a:cubicBezTo>
                      <a:cubicBezTo>
                        <a:pt x="39931" y="4872"/>
                        <a:pt x="39013" y="4437"/>
                        <a:pt x="38094" y="4437"/>
                      </a:cubicBezTo>
                      <a:cubicBezTo>
                        <a:pt x="37352" y="4437"/>
                        <a:pt x="36610" y="4721"/>
                        <a:pt x="36041" y="5290"/>
                      </a:cubicBezTo>
                      <a:cubicBezTo>
                        <a:pt x="35731" y="5599"/>
                        <a:pt x="35505" y="5956"/>
                        <a:pt x="35362" y="6337"/>
                      </a:cubicBezTo>
                      <a:cubicBezTo>
                        <a:pt x="35076" y="7135"/>
                        <a:pt x="34719" y="7885"/>
                        <a:pt x="34267" y="8588"/>
                      </a:cubicBezTo>
                      <a:cubicBezTo>
                        <a:pt x="34091" y="8872"/>
                        <a:pt x="33796" y="9021"/>
                        <a:pt x="33498" y="9021"/>
                      </a:cubicBezTo>
                      <a:cubicBezTo>
                        <a:pt x="33271" y="9021"/>
                        <a:pt x="33042" y="8934"/>
                        <a:pt x="32862" y="8754"/>
                      </a:cubicBezTo>
                      <a:lnTo>
                        <a:pt x="24992" y="884"/>
                      </a:lnTo>
                      <a:cubicBezTo>
                        <a:pt x="24402" y="295"/>
                        <a:pt x="23631" y="0"/>
                        <a:pt x="22862" y="0"/>
                      </a:cubicBezTo>
                      <a:close/>
                    </a:path>
                  </a:pathLst>
                </a:custGeom>
                <a:solidFill>
                  <a:srgbClr val="EC3A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49"/>
                <p:cNvSpPr/>
                <p:nvPr/>
              </p:nvSpPr>
              <p:spPr>
                <a:xfrm>
                  <a:off x="3887041" y="3641743"/>
                  <a:ext cx="287338" cy="287026"/>
                </a:xfrm>
                <a:custGeom>
                  <a:rect b="b" l="l" r="r" t="t"/>
                  <a:pathLst>
                    <a:path extrusionOk="0" h="11942" w="11955">
                      <a:moveTo>
                        <a:pt x="5978" y="0"/>
                      </a:moveTo>
                      <a:cubicBezTo>
                        <a:pt x="2680" y="0"/>
                        <a:pt x="1" y="2667"/>
                        <a:pt x="1" y="5977"/>
                      </a:cubicBezTo>
                      <a:cubicBezTo>
                        <a:pt x="1" y="9275"/>
                        <a:pt x="2680" y="11942"/>
                        <a:pt x="5978" y="11942"/>
                      </a:cubicBezTo>
                      <a:cubicBezTo>
                        <a:pt x="9276" y="11942"/>
                        <a:pt x="11955" y="9275"/>
                        <a:pt x="11955" y="5977"/>
                      </a:cubicBezTo>
                      <a:cubicBezTo>
                        <a:pt x="11955" y="2667"/>
                        <a:pt x="9276" y="0"/>
                        <a:pt x="5978" y="0"/>
                      </a:cubicBezTo>
                      <a:close/>
                    </a:path>
                  </a:pathLst>
                </a:custGeom>
                <a:solidFill>
                  <a:srgbClr val="EC3A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0" name="Google Shape;1150;p49"/>
              <p:cNvGrpSpPr/>
              <p:nvPr/>
            </p:nvGrpSpPr>
            <p:grpSpPr>
              <a:xfrm>
                <a:off x="4139616" y="3871555"/>
                <a:ext cx="357419" cy="357005"/>
                <a:chOff x="7482229" y="3351230"/>
                <a:chExt cx="357419" cy="357005"/>
              </a:xfrm>
            </p:grpSpPr>
            <p:sp>
              <p:nvSpPr>
                <p:cNvPr id="1151" name="Google Shape;1151;p49"/>
                <p:cNvSpPr/>
                <p:nvPr/>
              </p:nvSpPr>
              <p:spPr>
                <a:xfrm>
                  <a:off x="7482229" y="3351230"/>
                  <a:ext cx="357419" cy="357005"/>
                </a:xfrm>
                <a:custGeom>
                  <a:rect b="b" l="l" r="r" t="t"/>
                  <a:pathLst>
                    <a:path extrusionOk="0" h="11216" w="11229">
                      <a:moveTo>
                        <a:pt x="5633" y="357"/>
                      </a:moveTo>
                      <a:cubicBezTo>
                        <a:pt x="8538" y="357"/>
                        <a:pt x="10883" y="2703"/>
                        <a:pt x="10883" y="5608"/>
                      </a:cubicBezTo>
                      <a:cubicBezTo>
                        <a:pt x="10883" y="8513"/>
                        <a:pt x="8538" y="10859"/>
                        <a:pt x="5633" y="10859"/>
                      </a:cubicBezTo>
                      <a:cubicBezTo>
                        <a:pt x="2728" y="10859"/>
                        <a:pt x="382" y="8513"/>
                        <a:pt x="382" y="5608"/>
                      </a:cubicBezTo>
                      <a:cubicBezTo>
                        <a:pt x="382" y="2703"/>
                        <a:pt x="2728" y="357"/>
                        <a:pt x="5633" y="357"/>
                      </a:cubicBezTo>
                      <a:close/>
                      <a:moveTo>
                        <a:pt x="5621" y="0"/>
                      </a:moveTo>
                      <a:cubicBezTo>
                        <a:pt x="4109" y="0"/>
                        <a:pt x="2716" y="572"/>
                        <a:pt x="1644" y="1631"/>
                      </a:cubicBezTo>
                      <a:cubicBezTo>
                        <a:pt x="584" y="2691"/>
                        <a:pt x="1" y="4108"/>
                        <a:pt x="1" y="5608"/>
                      </a:cubicBezTo>
                      <a:cubicBezTo>
                        <a:pt x="1" y="7108"/>
                        <a:pt x="584" y="8513"/>
                        <a:pt x="1644" y="9585"/>
                      </a:cubicBezTo>
                      <a:cubicBezTo>
                        <a:pt x="2704" y="10632"/>
                        <a:pt x="4109" y="11216"/>
                        <a:pt x="5621" y="11216"/>
                      </a:cubicBezTo>
                      <a:cubicBezTo>
                        <a:pt x="7121" y="11216"/>
                        <a:pt x="8526" y="10632"/>
                        <a:pt x="9597" y="9585"/>
                      </a:cubicBezTo>
                      <a:cubicBezTo>
                        <a:pt x="10645" y="8525"/>
                        <a:pt x="11229" y="7108"/>
                        <a:pt x="11229" y="5608"/>
                      </a:cubicBezTo>
                      <a:cubicBezTo>
                        <a:pt x="11229" y="4108"/>
                        <a:pt x="10669" y="2703"/>
                        <a:pt x="9597" y="1631"/>
                      </a:cubicBezTo>
                      <a:cubicBezTo>
                        <a:pt x="8538" y="572"/>
                        <a:pt x="7121" y="0"/>
                        <a:pt x="562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49"/>
                <p:cNvSpPr/>
                <p:nvPr/>
              </p:nvSpPr>
              <p:spPr>
                <a:xfrm>
                  <a:off x="7592138" y="3605616"/>
                  <a:ext cx="137983" cy="32530"/>
                </a:xfrm>
                <a:custGeom>
                  <a:rect b="b" l="l" r="r" t="t"/>
                  <a:pathLst>
                    <a:path extrusionOk="0" h="1022" w="4335">
                      <a:moveTo>
                        <a:pt x="202" y="1"/>
                      </a:moveTo>
                      <a:cubicBezTo>
                        <a:pt x="147" y="1"/>
                        <a:pt x="94" y="21"/>
                        <a:pt x="60" y="69"/>
                      </a:cubicBezTo>
                      <a:cubicBezTo>
                        <a:pt x="1" y="140"/>
                        <a:pt x="1" y="259"/>
                        <a:pt x="96" y="319"/>
                      </a:cubicBezTo>
                      <a:cubicBezTo>
                        <a:pt x="644" y="783"/>
                        <a:pt x="1370" y="1021"/>
                        <a:pt x="2168" y="1021"/>
                      </a:cubicBezTo>
                      <a:cubicBezTo>
                        <a:pt x="2954" y="1021"/>
                        <a:pt x="3680" y="771"/>
                        <a:pt x="4239" y="319"/>
                      </a:cubicBezTo>
                      <a:cubicBezTo>
                        <a:pt x="4323" y="259"/>
                        <a:pt x="4335" y="140"/>
                        <a:pt x="4263" y="69"/>
                      </a:cubicBezTo>
                      <a:cubicBezTo>
                        <a:pt x="4228" y="26"/>
                        <a:pt x="4170" y="4"/>
                        <a:pt x="4115" y="4"/>
                      </a:cubicBezTo>
                      <a:cubicBezTo>
                        <a:pt x="4078" y="4"/>
                        <a:pt x="4042" y="14"/>
                        <a:pt x="4013" y="33"/>
                      </a:cubicBezTo>
                      <a:cubicBezTo>
                        <a:pt x="3537" y="438"/>
                        <a:pt x="2882" y="664"/>
                        <a:pt x="2168" y="664"/>
                      </a:cubicBezTo>
                      <a:cubicBezTo>
                        <a:pt x="1465" y="664"/>
                        <a:pt x="810" y="438"/>
                        <a:pt x="322" y="33"/>
                      </a:cubicBezTo>
                      <a:cubicBezTo>
                        <a:pt x="286" y="12"/>
                        <a:pt x="244" y="1"/>
                        <a:pt x="20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49"/>
                <p:cNvSpPr/>
                <p:nvPr/>
              </p:nvSpPr>
              <p:spPr>
                <a:xfrm>
                  <a:off x="7513709" y="3387962"/>
                  <a:ext cx="295987" cy="282014"/>
                </a:xfrm>
                <a:custGeom>
                  <a:rect b="b" l="l" r="r" t="t"/>
                  <a:pathLst>
                    <a:path extrusionOk="0" h="8860" w="9299">
                      <a:moveTo>
                        <a:pt x="6060" y="370"/>
                      </a:moveTo>
                      <a:cubicBezTo>
                        <a:pt x="6358" y="370"/>
                        <a:pt x="6596" y="608"/>
                        <a:pt x="6596" y="906"/>
                      </a:cubicBezTo>
                      <a:cubicBezTo>
                        <a:pt x="6596" y="1204"/>
                        <a:pt x="6358" y="1442"/>
                        <a:pt x="6060" y="1442"/>
                      </a:cubicBezTo>
                      <a:cubicBezTo>
                        <a:pt x="5763" y="1442"/>
                        <a:pt x="5525" y="1204"/>
                        <a:pt x="5525" y="906"/>
                      </a:cubicBezTo>
                      <a:cubicBezTo>
                        <a:pt x="5525" y="608"/>
                        <a:pt x="5763" y="370"/>
                        <a:pt x="6060" y="370"/>
                      </a:cubicBezTo>
                      <a:close/>
                      <a:moveTo>
                        <a:pt x="1322" y="2989"/>
                      </a:moveTo>
                      <a:cubicBezTo>
                        <a:pt x="1596" y="2989"/>
                        <a:pt x="1834" y="3097"/>
                        <a:pt x="2012" y="3263"/>
                      </a:cubicBezTo>
                      <a:cubicBezTo>
                        <a:pt x="1477" y="3680"/>
                        <a:pt x="1072" y="4240"/>
                        <a:pt x="881" y="4883"/>
                      </a:cubicBezTo>
                      <a:cubicBezTo>
                        <a:pt x="548" y="4716"/>
                        <a:pt x="334" y="4359"/>
                        <a:pt x="334" y="3990"/>
                      </a:cubicBezTo>
                      <a:cubicBezTo>
                        <a:pt x="334" y="3442"/>
                        <a:pt x="774" y="2989"/>
                        <a:pt x="1322" y="2989"/>
                      </a:cubicBezTo>
                      <a:close/>
                      <a:moveTo>
                        <a:pt x="7954" y="2989"/>
                      </a:moveTo>
                      <a:cubicBezTo>
                        <a:pt x="8501" y="2989"/>
                        <a:pt x="8942" y="3442"/>
                        <a:pt x="8942" y="3990"/>
                      </a:cubicBezTo>
                      <a:cubicBezTo>
                        <a:pt x="8966" y="4359"/>
                        <a:pt x="8739" y="4704"/>
                        <a:pt x="8394" y="4883"/>
                      </a:cubicBezTo>
                      <a:cubicBezTo>
                        <a:pt x="8216" y="4240"/>
                        <a:pt x="7811" y="3680"/>
                        <a:pt x="7263" y="3263"/>
                      </a:cubicBezTo>
                      <a:cubicBezTo>
                        <a:pt x="7442" y="3085"/>
                        <a:pt x="7692" y="2989"/>
                        <a:pt x="7954" y="2989"/>
                      </a:cubicBezTo>
                      <a:close/>
                      <a:moveTo>
                        <a:pt x="6072" y="1"/>
                      </a:moveTo>
                      <a:cubicBezTo>
                        <a:pt x="5632" y="1"/>
                        <a:pt x="5251" y="334"/>
                        <a:pt x="5191" y="763"/>
                      </a:cubicBezTo>
                      <a:lnTo>
                        <a:pt x="4596" y="953"/>
                      </a:lnTo>
                      <a:cubicBezTo>
                        <a:pt x="4525" y="989"/>
                        <a:pt x="4477" y="1049"/>
                        <a:pt x="4477" y="1120"/>
                      </a:cubicBezTo>
                      <a:lnTo>
                        <a:pt x="4477" y="2370"/>
                      </a:lnTo>
                      <a:cubicBezTo>
                        <a:pt x="3679" y="2394"/>
                        <a:pt x="2929" y="2632"/>
                        <a:pt x="2334" y="3025"/>
                      </a:cubicBezTo>
                      <a:cubicBezTo>
                        <a:pt x="2084" y="2751"/>
                        <a:pt x="1727" y="2608"/>
                        <a:pt x="1358" y="2608"/>
                      </a:cubicBezTo>
                      <a:cubicBezTo>
                        <a:pt x="607" y="2608"/>
                        <a:pt x="0" y="3216"/>
                        <a:pt x="0" y="3966"/>
                      </a:cubicBezTo>
                      <a:cubicBezTo>
                        <a:pt x="0" y="4513"/>
                        <a:pt x="345" y="5002"/>
                        <a:pt x="834" y="5216"/>
                      </a:cubicBezTo>
                      <a:cubicBezTo>
                        <a:pt x="822" y="5347"/>
                        <a:pt x="798" y="5478"/>
                        <a:pt x="798" y="5609"/>
                      </a:cubicBezTo>
                      <a:cubicBezTo>
                        <a:pt x="798" y="7395"/>
                        <a:pt x="2524" y="8859"/>
                        <a:pt x="4667" y="8859"/>
                      </a:cubicBezTo>
                      <a:cubicBezTo>
                        <a:pt x="5763" y="8859"/>
                        <a:pt x="6739" y="8490"/>
                        <a:pt x="7442" y="7871"/>
                      </a:cubicBezTo>
                      <a:cubicBezTo>
                        <a:pt x="7513" y="7811"/>
                        <a:pt x="7513" y="7692"/>
                        <a:pt x="7454" y="7621"/>
                      </a:cubicBezTo>
                      <a:cubicBezTo>
                        <a:pt x="7421" y="7588"/>
                        <a:pt x="7374" y="7570"/>
                        <a:pt x="7326" y="7570"/>
                      </a:cubicBezTo>
                      <a:cubicBezTo>
                        <a:pt x="7287" y="7570"/>
                        <a:pt x="7248" y="7582"/>
                        <a:pt x="7215" y="7609"/>
                      </a:cubicBezTo>
                      <a:cubicBezTo>
                        <a:pt x="6572" y="8157"/>
                        <a:pt x="5668" y="8514"/>
                        <a:pt x="4667" y="8514"/>
                      </a:cubicBezTo>
                      <a:cubicBezTo>
                        <a:pt x="2739" y="8514"/>
                        <a:pt x="1167" y="7216"/>
                        <a:pt x="1167" y="5633"/>
                      </a:cubicBezTo>
                      <a:cubicBezTo>
                        <a:pt x="1167" y="4037"/>
                        <a:pt x="2739" y="2739"/>
                        <a:pt x="4667" y="2739"/>
                      </a:cubicBezTo>
                      <a:cubicBezTo>
                        <a:pt x="6608" y="2739"/>
                        <a:pt x="8180" y="4037"/>
                        <a:pt x="8180" y="5633"/>
                      </a:cubicBezTo>
                      <a:cubicBezTo>
                        <a:pt x="8180" y="6133"/>
                        <a:pt x="8037" y="6597"/>
                        <a:pt x="7751" y="7014"/>
                      </a:cubicBezTo>
                      <a:cubicBezTo>
                        <a:pt x="7704" y="7085"/>
                        <a:pt x="7727" y="7169"/>
                        <a:pt x="7787" y="7228"/>
                      </a:cubicBezTo>
                      <a:cubicBezTo>
                        <a:pt x="7818" y="7264"/>
                        <a:pt x="7859" y="7280"/>
                        <a:pt x="7902" y="7280"/>
                      </a:cubicBezTo>
                      <a:cubicBezTo>
                        <a:pt x="7958" y="7280"/>
                        <a:pt x="8015" y="7252"/>
                        <a:pt x="8049" y="7204"/>
                      </a:cubicBezTo>
                      <a:cubicBezTo>
                        <a:pt x="8358" y="6740"/>
                        <a:pt x="8537" y="6192"/>
                        <a:pt x="8537" y="5621"/>
                      </a:cubicBezTo>
                      <a:cubicBezTo>
                        <a:pt x="8537" y="5490"/>
                        <a:pt x="8525" y="5359"/>
                        <a:pt x="8513" y="5228"/>
                      </a:cubicBezTo>
                      <a:cubicBezTo>
                        <a:pt x="8978" y="5014"/>
                        <a:pt x="9299" y="4525"/>
                        <a:pt x="9299" y="3978"/>
                      </a:cubicBezTo>
                      <a:cubicBezTo>
                        <a:pt x="9299" y="3228"/>
                        <a:pt x="8692" y="2620"/>
                        <a:pt x="7954" y="2620"/>
                      </a:cubicBezTo>
                      <a:cubicBezTo>
                        <a:pt x="7573" y="2620"/>
                        <a:pt x="7215" y="2775"/>
                        <a:pt x="6965" y="3037"/>
                      </a:cubicBezTo>
                      <a:cubicBezTo>
                        <a:pt x="6358" y="2656"/>
                        <a:pt x="5632" y="2406"/>
                        <a:pt x="4822" y="2382"/>
                      </a:cubicBezTo>
                      <a:lnTo>
                        <a:pt x="4822" y="1263"/>
                      </a:lnTo>
                      <a:lnTo>
                        <a:pt x="5215" y="1132"/>
                      </a:lnTo>
                      <a:cubicBezTo>
                        <a:pt x="5303" y="1507"/>
                        <a:pt x="5647" y="1780"/>
                        <a:pt x="6048" y="1780"/>
                      </a:cubicBezTo>
                      <a:cubicBezTo>
                        <a:pt x="6080" y="1780"/>
                        <a:pt x="6112" y="1779"/>
                        <a:pt x="6144" y="1775"/>
                      </a:cubicBezTo>
                      <a:cubicBezTo>
                        <a:pt x="6584" y="1727"/>
                        <a:pt x="6918" y="1382"/>
                        <a:pt x="6953" y="953"/>
                      </a:cubicBezTo>
                      <a:cubicBezTo>
                        <a:pt x="6977" y="430"/>
                        <a:pt x="6584" y="1"/>
                        <a:pt x="607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49"/>
                <p:cNvSpPr/>
                <p:nvPr/>
              </p:nvSpPr>
              <p:spPr>
                <a:xfrm>
                  <a:off x="7580393" y="3516460"/>
                  <a:ext cx="56880" cy="56880"/>
                </a:xfrm>
                <a:custGeom>
                  <a:rect b="b" l="l" r="r" t="t"/>
                  <a:pathLst>
                    <a:path extrusionOk="0" h="1787" w="1787">
                      <a:moveTo>
                        <a:pt x="894" y="345"/>
                      </a:moveTo>
                      <a:cubicBezTo>
                        <a:pt x="1191" y="345"/>
                        <a:pt x="1429" y="584"/>
                        <a:pt x="1429" y="881"/>
                      </a:cubicBezTo>
                      <a:cubicBezTo>
                        <a:pt x="1418" y="1179"/>
                        <a:pt x="1179" y="1417"/>
                        <a:pt x="894" y="1417"/>
                      </a:cubicBezTo>
                      <a:cubicBezTo>
                        <a:pt x="596" y="1417"/>
                        <a:pt x="358" y="1179"/>
                        <a:pt x="358" y="881"/>
                      </a:cubicBezTo>
                      <a:cubicBezTo>
                        <a:pt x="358" y="584"/>
                        <a:pt x="596" y="345"/>
                        <a:pt x="894" y="345"/>
                      </a:cubicBezTo>
                      <a:close/>
                      <a:moveTo>
                        <a:pt x="894" y="0"/>
                      </a:moveTo>
                      <a:cubicBezTo>
                        <a:pt x="406" y="0"/>
                        <a:pt x="1" y="405"/>
                        <a:pt x="1" y="893"/>
                      </a:cubicBezTo>
                      <a:cubicBezTo>
                        <a:pt x="1" y="1381"/>
                        <a:pt x="406" y="1786"/>
                        <a:pt x="894" y="1786"/>
                      </a:cubicBezTo>
                      <a:cubicBezTo>
                        <a:pt x="1394" y="1786"/>
                        <a:pt x="1787" y="1381"/>
                        <a:pt x="1787" y="893"/>
                      </a:cubicBezTo>
                      <a:cubicBezTo>
                        <a:pt x="1775" y="405"/>
                        <a:pt x="1394" y="0"/>
                        <a:pt x="89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49"/>
                <p:cNvSpPr/>
                <p:nvPr/>
              </p:nvSpPr>
              <p:spPr>
                <a:xfrm>
                  <a:off x="7685750" y="3516460"/>
                  <a:ext cx="56880" cy="56880"/>
                </a:xfrm>
                <a:custGeom>
                  <a:rect b="b" l="l" r="r" t="t"/>
                  <a:pathLst>
                    <a:path extrusionOk="0" h="1787" w="1787">
                      <a:moveTo>
                        <a:pt x="894" y="345"/>
                      </a:moveTo>
                      <a:cubicBezTo>
                        <a:pt x="1191" y="345"/>
                        <a:pt x="1429" y="584"/>
                        <a:pt x="1429" y="881"/>
                      </a:cubicBezTo>
                      <a:cubicBezTo>
                        <a:pt x="1429" y="1179"/>
                        <a:pt x="1191" y="1417"/>
                        <a:pt x="894" y="1417"/>
                      </a:cubicBezTo>
                      <a:cubicBezTo>
                        <a:pt x="596" y="1417"/>
                        <a:pt x="358" y="1179"/>
                        <a:pt x="358" y="881"/>
                      </a:cubicBezTo>
                      <a:cubicBezTo>
                        <a:pt x="358" y="584"/>
                        <a:pt x="596" y="345"/>
                        <a:pt x="894" y="345"/>
                      </a:cubicBezTo>
                      <a:close/>
                      <a:moveTo>
                        <a:pt x="894" y="0"/>
                      </a:moveTo>
                      <a:cubicBezTo>
                        <a:pt x="405" y="0"/>
                        <a:pt x="1" y="405"/>
                        <a:pt x="1" y="893"/>
                      </a:cubicBezTo>
                      <a:cubicBezTo>
                        <a:pt x="1" y="1381"/>
                        <a:pt x="405" y="1786"/>
                        <a:pt x="894" y="1786"/>
                      </a:cubicBezTo>
                      <a:cubicBezTo>
                        <a:pt x="1382" y="1786"/>
                        <a:pt x="1787" y="1381"/>
                        <a:pt x="1787" y="893"/>
                      </a:cubicBezTo>
                      <a:cubicBezTo>
                        <a:pt x="1775" y="405"/>
                        <a:pt x="1382" y="0"/>
                        <a:pt x="89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theme/theme1.xml><?xml version="1.0" encoding="utf-8"?>
<a:theme xmlns:a="http://schemas.openxmlformats.org/drawingml/2006/main" xmlns:r="http://schemas.openxmlformats.org/officeDocument/2006/relationships" name="Basketball Lesson Infographics by Slidesgo">
  <a:themeElements>
    <a:clrScheme name="Simple Light">
      <a:dk1>
        <a:srgbClr val="000000"/>
      </a:dk1>
      <a:lt1>
        <a:srgbClr val="FFFFFF"/>
      </a:lt1>
      <a:dk2>
        <a:srgbClr val="FF6363"/>
      </a:dk2>
      <a:lt2>
        <a:srgbClr val="543864"/>
      </a:lt2>
      <a:accent1>
        <a:srgbClr val="FFBD69"/>
      </a:accent1>
      <a:accent2>
        <a:srgbClr val="FF8A8A"/>
      </a:accent2>
      <a:accent3>
        <a:srgbClr val="D13535"/>
      </a:accent3>
      <a:accent4>
        <a:srgbClr val="3A1C4B"/>
      </a:accent4>
      <a:accent5>
        <a:srgbClr val="F47536"/>
      </a:accent5>
      <a:accent6>
        <a:srgbClr val="D25227"/>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